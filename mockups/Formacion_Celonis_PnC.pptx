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0" r:id="rId4"/>
    <p:sldMasterId id="2147483824" r:id="rId5"/>
    <p:sldMasterId id="2147483847" r:id="rId6"/>
  </p:sldMasterIdLst>
  <p:notesMasterIdLst>
    <p:notesMasterId r:id="rId55"/>
  </p:notesMasterIdLst>
  <p:handoutMasterIdLst>
    <p:handoutMasterId r:id="rId56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91" r:id="rId16"/>
    <p:sldId id="271" r:id="rId17"/>
    <p:sldId id="292" r:id="rId19"/>
    <p:sldId id="304" r:id="rId20"/>
    <p:sldId id="321" r:id="rId84"/>
    <p:sldId id="322" r:id="rId85"/>
    <p:sldId id="323" r:id="rId86"/>
    <p:sldId id="295" r:id="rId25"/>
    <p:sldId id="267" r:id="rId26"/>
    <p:sldId id="313" r:id="rId27"/>
    <p:sldId id="314" r:id="rId28"/>
    <p:sldId id="315" r:id="rId29"/>
    <p:sldId id="316" r:id="rId30"/>
    <p:sldId id="317" r:id="rId31"/>
    <p:sldId id="272" r:id="rId32"/>
    <p:sldId id="332" r:id="rId95"/>
    <p:sldId id="333" r:id="rId96"/>
    <p:sldId id="334" r:id="rId97"/>
    <p:sldId id="335" r:id="rId98"/>
    <p:sldId id="336" r:id="rId99"/>
    <p:sldId id="337" r:id="rId100"/>
    <p:sldId id="338" r:id="rId101"/>
    <p:sldId id="339" r:id="rId102"/>
    <p:sldId id="340" r:id="rId103"/>
    <p:sldId id="341" r:id="rId104"/>
    <p:sldId id="283" r:id="rId43"/>
    <p:sldId id="342" r:id="rId105"/>
    <p:sldId id="324" r:id="rId87"/>
    <p:sldId id="325" r:id="rId88"/>
    <p:sldId id="326" r:id="rId89"/>
    <p:sldId id="327" r:id="rId90"/>
    <p:sldId id="328" r:id="rId91"/>
    <p:sldId id="329" r:id="rId92"/>
    <p:sldId id="330" r:id="rId93"/>
    <p:sldId id="331" r:id="rId94"/>
    <p:sldId id="289" r:id="rId44"/>
    <p:sldId id="290" r:id="rId45"/>
  </p:sldIdLst>
  <p:sldSz cx="12192000" cy="6858000"/>
  <p:notesSz cx="6797675" cy="9926638"/>
  <p:embeddedFontLst>
    <p:embeddedFont>
      <p:font typeface="Century Gothic" panose="020B0604020202020204" charset="0"/>
      <p:regular r:id="rId57"/>
      <p:bold r:id="rId58"/>
      <p:italic r:id="rId59"/>
      <p:boldItalic r:id="rId60"/>
    </p:embeddedFont>
    <p:embeddedFont>
      <p:font typeface="Georgia" panose="02040502050405020303" pitchFamily="18" charset="0"/>
      <p:regular r:id="rId61"/>
      <p:bold r:id="rId62"/>
      <p:italic r:id="rId63"/>
      <p:boldItalic r:id="rId64"/>
    </p:embeddedFont>
    <p:embeddedFont>
      <p:font typeface="Poppins Light" panose="020B0604020202020204" charset="0"/>
      <p:regular r:id="rId65"/>
      <p:italic r:id="rId66"/>
    </p:embeddedFont>
    <p:embeddedFont>
      <p:font typeface="Roboto" panose="020B0604020202020204" charset="0"/>
      <p:regular r:id="rId67"/>
      <p:bold r:id="rId68"/>
      <p:italic r:id="rId69"/>
      <p:boldItalic r:id="rId70"/>
    </p:embeddedFont>
    <p:embeddedFont>
      <p:font typeface="Verdana" panose="020B0604030504040204" pitchFamily="34" charset="0"/>
      <p:regular r:id="rId71"/>
      <p:bold r:id="rId72"/>
      <p:italic r:id="rId73"/>
      <p:boldItalic r:id="rId74"/>
    </p:embeddedFont>
  </p:embeddedFontLst>
  <p:custDataLst>
    <p:tags r:id="rId7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5" userDrawn="1">
          <p15:clr>
            <a:srgbClr val="A4A3A4"/>
          </p15:clr>
        </p15:guide>
        <p15:guide id="2" pos="3885" userDrawn="1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pos="325" userDrawn="1">
          <p15:clr>
            <a:srgbClr val="A4A3A4"/>
          </p15:clr>
        </p15:guide>
        <p15:guide id="5" pos="7423" userDrawn="1">
          <p15:clr>
            <a:srgbClr val="A4A3A4"/>
          </p15:clr>
        </p15:guide>
        <p15:guide id="6" pos="1368" userDrawn="1">
          <p15:clr>
            <a:srgbClr val="FBAE40"/>
          </p15:clr>
        </p15:guide>
        <p15:guide id="7" pos="574" userDrawn="1">
          <p15:clr>
            <a:srgbClr val="FBAE40"/>
          </p15:clr>
        </p15:guide>
        <p15:guide id="8" pos="2570" userDrawn="1">
          <p15:clr>
            <a:srgbClr val="FBAE40"/>
          </p15:clr>
        </p15:guide>
        <p15:guide id="9" pos="6380" userDrawn="1">
          <p15:clr>
            <a:srgbClr val="FBAE40"/>
          </p15:clr>
        </p15:guide>
        <p15:guide id="10" pos="7310" userDrawn="1">
          <p15:clr>
            <a:srgbClr val="FBAE40"/>
          </p15:clr>
        </p15:guide>
        <p15:guide id="11" orient="horz" pos="1185" userDrawn="1">
          <p15:clr>
            <a:srgbClr val="FBAE4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2C0D00-1B7C-9845-7580-FE549F475D53}" name="Juan Jiménez-Filpo Núñez" initials="JJFN" userId="Juan Jiménez-Filpo Núñez" providerId="None"/>
  <p188:author id="{0274750C-866B-BE15-9ACB-DB7847A7C77E}" name="Esteban Portilla" initials="EP" userId="S::esportil@emeal.nttdata.com::acb8df91-8e9f-446a-a681-47ceb5200b3e" providerId="AD"/>
  <p188:author id="{E5A9484F-9646-B038-0296-E6623F61B833}" name="Javier Pérez Caballero" initials="" userId="S::jperecab@emeal.nttdata.com::d6f33190-c072-4c24-8579-72ae0f1d89ad" providerId="AD"/>
  <p188:author id="{D9256077-4714-68EA-2EE8-DC595F9749FB}" name="Gonzalo Maria Perez-Seoane Torres-Cabrera" initials="GMPSTC" userId="S::gperezse@emeal.nttdata.com::a6aecec6-4885-40ae-aa6d-e6b81d7aef49" providerId="AD"/>
  <p188:author id="{0AA14F80-ECA4-95C6-1F4F-41D153C3C1EF}" name="Joel Cerezo Redondo" initials="JC" userId="S::jcerezre@emeal.nttdata.com::783445c2-51ec-4d65-a20d-48b753784191" providerId="AD"/>
  <p188:author id="{05925199-7DB8-C734-DC2C-4CE889C6E33F}" name="Marta Calvo Heras" initials="MCH" userId="S::mcalvher@emeal.nttdata.com::0579ecfa-ccd9-4768-8d4f-d7d59163f25a" providerId="AD"/>
  <p188:author id="{CA5E5B9F-49D0-3FD3-57C6-D06B3192F864}" name="Victor Agustin Ordoñez Garrido" initials="VAOG" userId="S::vordoneg@emeal.nttdata.com::8b980256-2152-43f0-b3b3-30a3b2f2b91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quel Capilla Blázquez" initials="RCB" lastIdx="1" clrIdx="0">
    <p:extLst>
      <p:ext uri="{19B8F6BF-5375-455C-9EA6-DF929625EA0E}">
        <p15:presenceInfo xmlns:p15="http://schemas.microsoft.com/office/powerpoint/2012/main" userId="S::rcapilla@everis.com::a3d8edcb-b008-47f2-bc96-80d4494950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B1"/>
    <a:srgbClr val="F0F2F6"/>
    <a:srgbClr val="6B7080"/>
    <a:srgbClr val="9EA2AE"/>
    <a:srgbClr val="FFFFFF"/>
    <a:srgbClr val="0072BC"/>
    <a:srgbClr val="0072BD"/>
    <a:srgbClr val="F1F0F5"/>
    <a:srgbClr val="B7B7B7"/>
    <a:srgbClr val="467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2CBBC-72F6-6449-9490-4B97C7F8A7B0}" v="39" dt="2026-09-14T09:03:37.800"/>
    <p1510:client id="{FCA2D7AA-6EFA-4BAD-9F76-BD108BF4448D}" v="15" dt="2026-09-14T09:26:05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35"/>
        <p:guide pos="3885"/>
        <p:guide orient="horz" pos="1344"/>
        <p:guide pos="325"/>
        <p:guide pos="7423"/>
        <p:guide pos="1368"/>
        <p:guide pos="574"/>
        <p:guide pos="2570"/>
        <p:guide pos="6380"/>
        <p:guide pos="7310"/>
        <p:guide orient="horz" pos="1185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0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8" Type="http://schemas.openxmlformats.org/officeDocument/2006/relationships/font" Target="fonts/font2.fntdata"/><Relationship Id="rId74" Type="http://schemas.openxmlformats.org/officeDocument/2006/relationships/font" Target="fonts/font18.fntdata"/><Relationship Id="rId79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font" Target="fonts/font5.fntdata"/><Relationship Id="rId82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43" Type="http://schemas.openxmlformats.org/officeDocument/2006/relationships/slide" Target="slides/slide37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presProps" Target="presProps.xml"/><Relationship Id="rId8" Type="http://schemas.openxmlformats.org/officeDocument/2006/relationships/slide" Target="slides/slide2.xml"/><Relationship Id="rId72" Type="http://schemas.openxmlformats.org/officeDocument/2006/relationships/font" Target="fonts/font16.fntdata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4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tags" Target="tags/tag1.xml"/><Relationship Id="rId83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8" Type="http://schemas.openxmlformats.org/officeDocument/2006/relationships/slide" Target="slides/slide22.xml"/><Relationship Id="rId57" Type="http://schemas.openxmlformats.org/officeDocument/2006/relationships/font" Target="fonts/font1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55" Type="http://schemas.openxmlformats.org/officeDocument/2006/relationships/notesMaster" Target="notesMasters/notesMaster1.xml"/><Relationship Id="rId76" Type="http://schemas.openxmlformats.org/officeDocument/2006/relationships/commentAuthors" Target="commentAuthors.xml"/><Relationship Id="rId7" Type="http://schemas.openxmlformats.org/officeDocument/2006/relationships/slide" Target="slides/slide1.xml"/><Relationship Id="rId71" Type="http://schemas.openxmlformats.org/officeDocument/2006/relationships/font" Target="fonts/font15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45" Type="http://schemas.openxmlformats.org/officeDocument/2006/relationships/slide" Target="slides/slide39.xml"/><Relationship Id="rId66" Type="http://schemas.openxmlformats.org/officeDocument/2006/relationships/font" Target="fonts/font10.fntdata"/>  <Relationship Id="rId84" Type="http://schemas.openxmlformats.org/officeDocument/2006/relationships/slide" Target="slides/slide49.xml"/>
  <Relationship Id="rId85" Type="http://schemas.openxmlformats.org/officeDocument/2006/relationships/slide" Target="slides/slide50.xml"/>
  <Relationship Id="rId86" Type="http://schemas.openxmlformats.org/officeDocument/2006/relationships/slide" Target="slides/slide51.xml"/>
  <Relationship Id="rId87" Type="http://schemas.openxmlformats.org/officeDocument/2006/relationships/slide" Target="slides/slide52.xml"/>
  <Relationship Id="rId88" Type="http://schemas.openxmlformats.org/officeDocument/2006/relationships/slide" Target="slides/slide53.xml"/>
  <Relationship Id="rId89" Type="http://schemas.openxmlformats.org/officeDocument/2006/relationships/slide" Target="slides/slide54.xml"/>
  <Relationship Id="rId90" Type="http://schemas.openxmlformats.org/officeDocument/2006/relationships/slide" Target="slides/slide55.xml"/>
  <Relationship Id="rId91" Type="http://schemas.openxmlformats.org/officeDocument/2006/relationships/slide" Target="slides/slide56.xml"/>
  <Relationship Id="rId92" Type="http://schemas.openxmlformats.org/officeDocument/2006/relationships/slide" Target="slides/slide57.xml"/>
  <Relationship Id="rId93" Type="http://schemas.openxmlformats.org/officeDocument/2006/relationships/slide" Target="slides/slide58.xml"/>
  <Relationship Id="rId94" Type="http://schemas.openxmlformats.org/officeDocument/2006/relationships/slide" Target="slides/slide59.xml"/>
  <Relationship Id="rId95" Type="http://schemas.openxmlformats.org/officeDocument/2006/relationships/slide" Target="slides/slide60.xml"/>
  <Relationship Id="rId96" Type="http://schemas.openxmlformats.org/officeDocument/2006/relationships/slide" Target="slides/slide61.xml"/>
  <Relationship Id="rId97" Type="http://schemas.openxmlformats.org/officeDocument/2006/relationships/slide" Target="slides/slide62.xml"/>
  <Relationship Id="rId98" Type="http://schemas.openxmlformats.org/officeDocument/2006/relationships/slide" Target="slides/slide63.xml"/>
  <Relationship Id="rId99" Type="http://schemas.openxmlformats.org/officeDocument/2006/relationships/slide" Target="slides/slide64.xml"/>
  <Relationship Id="rId100" Type="http://schemas.openxmlformats.org/officeDocument/2006/relationships/slide" Target="slides/slide65.xml"/>
  <Relationship Id="rId101" Type="http://schemas.openxmlformats.org/officeDocument/2006/relationships/slide" Target="slides/slide66.xml"/>
  <Relationship Id="rId102" Type="http://schemas.openxmlformats.org/officeDocument/2006/relationships/slide" Target="slides/slide67.xml"/>
  <Relationship Id="rId103" Type="http://schemas.openxmlformats.org/officeDocument/2006/relationships/slide" Target="slides/slide68.xml"/>
  <Relationship Id="rId104" Type="http://schemas.openxmlformats.org/officeDocument/2006/relationships/slide" Target="slides/slide69.xml"/>
  <Relationship Id="rId105" Type="http://schemas.openxmlformats.org/officeDocument/2006/relationships/slide" Target="slides/slide70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Sebastian Xerri Hawley" userId="79b7d0b5-0742-4a77-b818-949165fafb9c" providerId="ADAL" clId="{0564B858-5026-4537-9AFD-34C08ED5C8C2}"/>
    <pc:docChg chg="undo redo custSel addSld delSld modSld sldOrd">
      <pc:chgData name="Anthony Sebastian Xerri Hawley" userId="79b7d0b5-0742-4a77-b818-949165fafb9c" providerId="ADAL" clId="{0564B858-5026-4537-9AFD-34C08ED5C8C2}" dt="2026-09-10T09:31:07.521" v="2686" actId="20577"/>
      <pc:docMkLst>
        <pc:docMk/>
      </pc:docMkLst>
      <pc:sldChg chg="modSp mod">
        <pc:chgData name="Anthony Sebastian Xerri Hawley" userId="79b7d0b5-0742-4a77-b818-949165fafb9c" providerId="ADAL" clId="{0564B858-5026-4537-9AFD-34C08ED5C8C2}" dt="2026-09-08T12:19:54.795" v="1709" actId="20577"/>
        <pc:sldMkLst>
          <pc:docMk/>
          <pc:sldMk cId="0" sldId="257"/>
        </pc:sldMkLst>
        <pc:spChg chg="mod">
          <ac:chgData name="Anthony Sebastian Xerri Hawley" userId="79b7d0b5-0742-4a77-b818-949165fafb9c" providerId="ADAL" clId="{0564B858-5026-4537-9AFD-34C08ED5C8C2}" dt="2026-09-08T12:19:54.795" v="1709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Anthony Sebastian Xerri Hawley" userId="79b7d0b5-0742-4a77-b818-949165fafb9c" providerId="ADAL" clId="{0564B858-5026-4537-9AFD-34C08ED5C8C2}" dt="2026-09-09T08:34:26.745" v="2439" actId="554"/>
        <pc:sldMkLst>
          <pc:docMk/>
          <pc:sldMk cId="0" sldId="259"/>
        </pc:sldMkLst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38" creationId="{F280171D-D5BF-9C24-3500-397AB8B9723C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42" creationId="{6BF930BA-80BE-1E67-C13D-88EC431A9961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44" creationId="{07B30017-9405-5582-C3DC-D28C158E98A8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46" creationId="{28A021BE-8C0C-A77A-EDE3-979C77602840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50" creationId="{3CBD389C-0572-BE81-E0D5-C354DA5745F0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52" creationId="{599A1AB2-57FE-193A-D84D-A789E1E261F1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54" creationId="{AFB34C42-AB91-E755-9666-A874ABE556FB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60" creationId="{C689B4EB-7FDE-40FE-4449-B8598AD9B252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62" creationId="{83C463B4-0AB2-63BA-DBF1-25C4A8FC39DA}"/>
          </ac:spMkLst>
        </pc:spChg>
        <pc:spChg chg="add">
          <ac:chgData name="Anthony Sebastian Xerri Hawley" userId="79b7d0b5-0742-4a77-b818-949165fafb9c" providerId="ADAL" clId="{0564B858-5026-4537-9AFD-34C08ED5C8C2}" dt="2026-09-09T08:27:28.526" v="2353" actId="22"/>
          <ac:spMkLst>
            <pc:docMk/>
            <pc:sldMk cId="0" sldId="259"/>
            <ac:spMk id="68" creationId="{7D3EC879-A946-EAD3-C123-AAC1781031F0}"/>
          </ac:spMkLst>
        </pc:spChg>
        <pc:picChg chg="mod">
          <ac:chgData name="Anthony Sebastian Xerri Hawley" userId="79b7d0b5-0742-4a77-b818-949165fafb9c" providerId="ADAL" clId="{0564B858-5026-4537-9AFD-34C08ED5C8C2}" dt="2026-09-09T08:34:26.745" v="2439" actId="554"/>
          <ac:picMkLst>
            <pc:docMk/>
            <pc:sldMk cId="0" sldId="259"/>
            <ac:picMk id="40" creationId="{D8020098-2F3A-F704-1782-80B6FD976304}"/>
          </ac:picMkLst>
        </pc:picChg>
        <pc:picChg chg="mod">
          <ac:chgData name="Anthony Sebastian Xerri Hawley" userId="79b7d0b5-0742-4a77-b818-949165fafb9c" providerId="ADAL" clId="{0564B858-5026-4537-9AFD-34C08ED5C8C2}" dt="2026-09-09T08:34:26.745" v="2439" actId="554"/>
          <ac:picMkLst>
            <pc:docMk/>
            <pc:sldMk cId="0" sldId="259"/>
            <ac:picMk id="48" creationId="{A9BF0212-1C01-3E40-F083-B58788F914CF}"/>
          </ac:picMkLst>
        </pc:picChg>
        <pc:picChg chg="mod">
          <ac:chgData name="Anthony Sebastian Xerri Hawley" userId="79b7d0b5-0742-4a77-b818-949165fafb9c" providerId="ADAL" clId="{0564B858-5026-4537-9AFD-34C08ED5C8C2}" dt="2026-09-09T08:34:26.745" v="2439" actId="554"/>
          <ac:picMkLst>
            <pc:docMk/>
            <pc:sldMk cId="0" sldId="259"/>
            <ac:picMk id="56" creationId="{2175629F-C361-B543-71E3-D49119FBB220}"/>
          </ac:picMkLst>
        </pc:picChg>
        <pc:picChg chg="mod">
          <ac:chgData name="Anthony Sebastian Xerri Hawley" userId="79b7d0b5-0742-4a77-b818-949165fafb9c" providerId="ADAL" clId="{0564B858-5026-4537-9AFD-34C08ED5C8C2}" dt="2026-09-09T08:34:26.745" v="2439" actId="554"/>
          <ac:picMkLst>
            <pc:docMk/>
            <pc:sldMk cId="0" sldId="259"/>
            <ac:picMk id="64" creationId="{03265CDE-6CD2-23E5-23DE-7057C55EC13C}"/>
          </ac:picMkLst>
        </pc:picChg>
      </pc:sldChg>
      <pc:sldChg chg="modSp mod">
        <pc:chgData name="Anthony Sebastian Xerri Hawley" userId="79b7d0b5-0742-4a77-b818-949165fafb9c" providerId="ADAL" clId="{0564B858-5026-4537-9AFD-34C08ED5C8C2}" dt="2026-09-09T09:03:18.366" v="2532" actId="20577"/>
        <pc:sldMkLst>
          <pc:docMk/>
          <pc:sldMk cId="0" sldId="260"/>
        </pc:sldMkLst>
        <pc:spChg chg="mod">
          <ac:chgData name="Anthony Sebastian Xerri Hawley" userId="79b7d0b5-0742-4a77-b818-949165fafb9c" providerId="ADAL" clId="{0564B858-5026-4537-9AFD-34C08ED5C8C2}" dt="2026-09-09T09:03:18.366" v="2532" actId="20577"/>
          <ac:spMkLst>
            <pc:docMk/>
            <pc:sldMk cId="0" sldId="260"/>
            <ac:spMk id="4" creationId="{F934B866-7EA9-EE1E-ED3E-89C0571AAF8D}"/>
          </ac:spMkLst>
        </pc:spChg>
      </pc:sldChg>
      <pc:sldChg chg="modSp mod">
        <pc:chgData name="Anthony Sebastian Xerri Hawley" userId="79b7d0b5-0742-4a77-b818-949165fafb9c" providerId="ADAL" clId="{0564B858-5026-4537-9AFD-34C08ED5C8C2}" dt="2026-09-09T09:12:38.915" v="2624" actId="1076"/>
        <pc:sldMkLst>
          <pc:docMk/>
          <pc:sldMk cId="0" sldId="261"/>
        </pc:sldMkLst>
        <pc:spChg chg="mod">
          <ac:chgData name="Anthony Sebastian Xerri Hawley" userId="79b7d0b5-0742-4a77-b818-949165fafb9c" providerId="ADAL" clId="{0564B858-5026-4537-9AFD-34C08ED5C8C2}" dt="2026-09-09T09:12:38.915" v="2624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nthony Sebastian Xerri Hawley" userId="79b7d0b5-0742-4a77-b818-949165fafb9c" providerId="ADAL" clId="{0564B858-5026-4537-9AFD-34C08ED5C8C2}" dt="2026-09-09T09:12:36.669" v="2623" actId="1076"/>
          <ac:spMkLst>
            <pc:docMk/>
            <pc:sldMk cId="0" sldId="261"/>
            <ac:spMk id="19" creationId="{00000000-0000-0000-0000-000000000000}"/>
          </ac:spMkLst>
        </pc:spChg>
        <pc:picChg chg="mod">
          <ac:chgData name="Anthony Sebastian Xerri Hawley" userId="79b7d0b5-0742-4a77-b818-949165fafb9c" providerId="ADAL" clId="{0564B858-5026-4537-9AFD-34C08ED5C8C2}" dt="2026-09-09T09:12:34.307" v="2622" actId="12788"/>
          <ac:picMkLst>
            <pc:docMk/>
            <pc:sldMk cId="0" sldId="261"/>
            <ac:picMk id="18" creationId="{00000000-0000-0000-0000-000000000000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10T09:31:07.521" v="2686" actId="20577"/>
        <pc:sldMkLst>
          <pc:docMk/>
          <pc:sldMk cId="0" sldId="262"/>
        </pc:sldMkLst>
        <pc:spChg chg="add del mod">
          <ac:chgData name="Anthony Sebastian Xerri Hawley" userId="79b7d0b5-0742-4a77-b818-949165fafb9c" providerId="ADAL" clId="{0564B858-5026-4537-9AFD-34C08ED5C8C2}" dt="2026-09-10T09:30:48.656" v="2678" actId="478"/>
          <ac:spMkLst>
            <pc:docMk/>
            <pc:sldMk cId="0" sldId="262"/>
            <ac:spMk id="3" creationId="{64CF6DB6-5629-3DDD-A325-A527C245AEA1}"/>
          </ac:spMkLst>
        </pc:spChg>
        <pc:spChg chg="mod">
          <ac:chgData name="Anthony Sebastian Xerri Hawley" userId="79b7d0b5-0742-4a77-b818-949165fafb9c" providerId="ADAL" clId="{0564B858-5026-4537-9AFD-34C08ED5C8C2}" dt="2026-09-10T09:30:54.998" v="268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thony Sebastian Xerri Hawley" userId="79b7d0b5-0742-4a77-b818-949165fafb9c" providerId="ADAL" clId="{0564B858-5026-4537-9AFD-34C08ED5C8C2}" dt="2026-09-10T09:31:02.032" v="2683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nthony Sebastian Xerri Hawley" userId="79b7d0b5-0742-4a77-b818-949165fafb9c" providerId="ADAL" clId="{0564B858-5026-4537-9AFD-34C08ED5C8C2}" dt="2026-09-10T09:31:07.521" v="2686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Anthony Sebastian Xerri Hawley" userId="79b7d0b5-0742-4a77-b818-949165fafb9c" providerId="ADAL" clId="{0564B858-5026-4537-9AFD-34C08ED5C8C2}" dt="2026-09-10T08:21:23.209" v="2663" actId="14100"/>
        <pc:sldMkLst>
          <pc:docMk/>
          <pc:sldMk cId="0" sldId="263"/>
        </pc:sldMkLst>
        <pc:spChg chg="mod">
          <ac:chgData name="Anthony Sebastian Xerri Hawley" userId="79b7d0b5-0742-4a77-b818-949165fafb9c" providerId="ADAL" clId="{0564B858-5026-4537-9AFD-34C08ED5C8C2}" dt="2026-09-10T08:21:23.209" v="2663" actId="14100"/>
          <ac:spMkLst>
            <pc:docMk/>
            <pc:sldMk cId="0" sldId="263"/>
            <ac:spMk id="63" creationId="{441BE7B9-F64D-7C80-5BB3-304023D492F6}"/>
          </ac:spMkLst>
        </pc:spChg>
      </pc:sldChg>
      <pc:sldChg chg="modSp mod">
        <pc:chgData name="Anthony Sebastian Xerri Hawley" userId="79b7d0b5-0742-4a77-b818-949165fafb9c" providerId="ADAL" clId="{0564B858-5026-4537-9AFD-34C08ED5C8C2}" dt="2026-09-09T06:41:16.283" v="1781" actId="20577"/>
        <pc:sldMkLst>
          <pc:docMk/>
          <pc:sldMk cId="0" sldId="264"/>
        </pc:sldMkLst>
        <pc:spChg chg="mod">
          <ac:chgData name="Anthony Sebastian Xerri Hawley" userId="79b7d0b5-0742-4a77-b818-949165fafb9c" providerId="ADAL" clId="{0564B858-5026-4537-9AFD-34C08ED5C8C2}" dt="2026-09-09T06:41:16.283" v="1781" actId="20577"/>
          <ac:spMkLst>
            <pc:docMk/>
            <pc:sldMk cId="0" sldId="264"/>
            <ac:spMk id="16" creationId="{910E99F9-0D1B-9FD9-4A59-0D368E2FB46C}"/>
          </ac:spMkLst>
        </pc:spChg>
        <pc:spChg chg="mod">
          <ac:chgData name="Anthony Sebastian Xerri Hawley" userId="79b7d0b5-0742-4a77-b818-949165fafb9c" providerId="ADAL" clId="{0564B858-5026-4537-9AFD-34C08ED5C8C2}" dt="2026-09-09T06:40:38.096" v="1778" actId="20577"/>
          <ac:spMkLst>
            <pc:docMk/>
            <pc:sldMk cId="0" sldId="264"/>
            <ac:spMk id="26" creationId="{6F908AD1-CB36-A1D2-6603-1D4D5716316E}"/>
          </ac:spMkLst>
        </pc:spChg>
      </pc:sldChg>
      <pc:sldChg chg="mod ord modShow">
        <pc:chgData name="Anthony Sebastian Xerri Hawley" userId="79b7d0b5-0742-4a77-b818-949165fafb9c" providerId="ADAL" clId="{0564B858-5026-4537-9AFD-34C08ED5C8C2}" dt="2026-09-09T08:35:11.270" v="2444"/>
        <pc:sldMkLst>
          <pc:docMk/>
          <pc:sldMk cId="0" sldId="266"/>
        </pc:sldMkLst>
      </pc:sldChg>
      <pc:sldChg chg="addSp delSp modSp mod">
        <pc:chgData name="Anthony Sebastian Xerri Hawley" userId="79b7d0b5-0742-4a77-b818-949165fafb9c" providerId="ADAL" clId="{0564B858-5026-4537-9AFD-34C08ED5C8C2}" dt="2026-09-08T11:52:53.730" v="1324" actId="1076"/>
        <pc:sldMkLst>
          <pc:docMk/>
          <pc:sldMk cId="0" sldId="267"/>
        </pc:sldMkLst>
        <pc:spChg chg="add mod">
          <ac:chgData name="Anthony Sebastian Xerri Hawley" userId="79b7d0b5-0742-4a77-b818-949165fafb9c" providerId="ADAL" clId="{0564B858-5026-4537-9AFD-34C08ED5C8C2}" dt="2026-09-08T11:52:53.730" v="1324" actId="1076"/>
          <ac:spMkLst>
            <pc:docMk/>
            <pc:sldMk cId="0" sldId="267"/>
            <ac:spMk id="6" creationId="{66F71291-4752-CFF4-1646-FE08B946CF72}"/>
          </ac:spMkLst>
        </pc:spChg>
        <pc:spChg chg="mod">
          <ac:chgData name="Anthony Sebastian Xerri Hawley" userId="79b7d0b5-0742-4a77-b818-949165fafb9c" providerId="ADAL" clId="{0564B858-5026-4537-9AFD-34C08ED5C8C2}" dt="2026-09-08T11:51:02.588" v="1283"/>
          <ac:spMkLst>
            <pc:docMk/>
            <pc:sldMk cId="0" sldId="267"/>
            <ac:spMk id="13" creationId="{1883D492-36C8-E760-E361-3437B4ADEC75}"/>
          </ac:spMkLst>
        </pc:spChg>
        <pc:spChg chg="add mod">
          <ac:chgData name="Anthony Sebastian Xerri Hawley" userId="79b7d0b5-0742-4a77-b818-949165fafb9c" providerId="ADAL" clId="{0564B858-5026-4537-9AFD-34C08ED5C8C2}" dt="2026-09-08T11:52:47.059" v="1323" actId="20577"/>
          <ac:spMkLst>
            <pc:docMk/>
            <pc:sldMk cId="0" sldId="267"/>
            <ac:spMk id="15" creationId="{5CE61D75-3FFA-E64D-C610-C5215D863967}"/>
          </ac:spMkLst>
        </pc:spChg>
        <pc:spChg chg="add mod">
          <ac:chgData name="Anthony Sebastian Xerri Hawley" userId="79b7d0b5-0742-4a77-b818-949165fafb9c" providerId="ADAL" clId="{0564B858-5026-4537-9AFD-34C08ED5C8C2}" dt="2026-09-08T11:52:11.386" v="1295" actId="1076"/>
          <ac:spMkLst>
            <pc:docMk/>
            <pc:sldMk cId="0" sldId="267"/>
            <ac:spMk id="17" creationId="{7F5E3DF4-C838-B1DD-D365-542118D9C1A4}"/>
          </ac:spMkLst>
        </pc:spChg>
        <pc:spChg chg="add mod">
          <ac:chgData name="Anthony Sebastian Xerri Hawley" userId="79b7d0b5-0742-4a77-b818-949165fafb9c" providerId="ADAL" clId="{0564B858-5026-4537-9AFD-34C08ED5C8C2}" dt="2026-09-08T11:52:44.349" v="1320" actId="20577"/>
          <ac:spMkLst>
            <pc:docMk/>
            <pc:sldMk cId="0" sldId="267"/>
            <ac:spMk id="19" creationId="{D479680B-0B5F-8489-69DB-0D39D8B84878}"/>
          </ac:spMkLst>
        </pc:spChg>
        <pc:spChg chg="add mod">
          <ac:chgData name="Anthony Sebastian Xerri Hawley" userId="79b7d0b5-0742-4a77-b818-949165fafb9c" providerId="ADAL" clId="{0564B858-5026-4537-9AFD-34C08ED5C8C2}" dt="2026-09-08T11:52:11.386" v="1295" actId="1076"/>
          <ac:spMkLst>
            <pc:docMk/>
            <pc:sldMk cId="0" sldId="267"/>
            <ac:spMk id="21" creationId="{898CD254-F0DC-AF3C-A013-1A5331BA176B}"/>
          </ac:spMkLst>
        </pc:spChg>
        <pc:spChg chg="add mod">
          <ac:chgData name="Anthony Sebastian Xerri Hawley" userId="79b7d0b5-0742-4a77-b818-949165fafb9c" providerId="ADAL" clId="{0564B858-5026-4537-9AFD-34C08ED5C8C2}" dt="2026-09-08T11:52:11.386" v="1295" actId="1076"/>
          <ac:spMkLst>
            <pc:docMk/>
            <pc:sldMk cId="0" sldId="267"/>
            <ac:spMk id="23" creationId="{24C7E511-422B-289F-FED3-95DE4C3A6E8A}"/>
          </ac:spMkLst>
        </pc:spChg>
      </pc:sldChg>
      <pc:sldChg chg="addSp delSp modSp add mod">
        <pc:chgData name="Anthony Sebastian Xerri Hawley" userId="79b7d0b5-0742-4a77-b818-949165fafb9c" providerId="ADAL" clId="{0564B858-5026-4537-9AFD-34C08ED5C8C2}" dt="2026-09-10T08:23:47.832" v="2677" actId="20577"/>
        <pc:sldMkLst>
          <pc:docMk/>
          <pc:sldMk cId="4080553754" sldId="271"/>
        </pc:sldMkLst>
        <pc:spChg chg="mod">
          <ac:chgData name="Anthony Sebastian Xerri Hawley" userId="79b7d0b5-0742-4a77-b818-949165fafb9c" providerId="ADAL" clId="{0564B858-5026-4537-9AFD-34C08ED5C8C2}" dt="2026-09-10T08:23:47.832" v="2677" actId="20577"/>
          <ac:spMkLst>
            <pc:docMk/>
            <pc:sldMk cId="4080553754" sldId="271"/>
            <ac:spMk id="2" creationId="{00000000-0000-0000-0000-000000000000}"/>
          </ac:spMkLst>
        </pc:spChg>
        <pc:spChg chg="mod">
          <ac:chgData name="Anthony Sebastian Xerri Hawley" userId="79b7d0b5-0742-4a77-b818-949165fafb9c" providerId="ADAL" clId="{0564B858-5026-4537-9AFD-34C08ED5C8C2}" dt="2026-09-09T06:43:47.063" v="1821" actId="13926"/>
          <ac:spMkLst>
            <pc:docMk/>
            <pc:sldMk cId="4080553754" sldId="271"/>
            <ac:spMk id="4" creationId="{402E0DF4-559C-E1C3-CCFF-E9BB92E3DE2B}"/>
          </ac:spMkLst>
        </pc:spChg>
        <pc:picChg chg="add mod">
          <ac:chgData name="Anthony Sebastian Xerri Hawley" userId="79b7d0b5-0742-4a77-b818-949165fafb9c" providerId="ADAL" clId="{0564B858-5026-4537-9AFD-34C08ED5C8C2}" dt="2026-09-09T06:43:18.892" v="1806" actId="1076"/>
          <ac:picMkLst>
            <pc:docMk/>
            <pc:sldMk cId="4080553754" sldId="271"/>
            <ac:picMk id="11" creationId="{17D0A7B5-1BCC-56FA-E249-EDE7D831175F}"/>
          </ac:picMkLst>
        </pc:picChg>
      </pc:sldChg>
      <pc:sldChg chg="modSp mod">
        <pc:chgData name="Anthony Sebastian Xerri Hawley" userId="79b7d0b5-0742-4a77-b818-949165fafb9c" providerId="ADAL" clId="{0564B858-5026-4537-9AFD-34C08ED5C8C2}" dt="2026-09-08T12:20:47.597" v="1717" actId="20577"/>
        <pc:sldMkLst>
          <pc:docMk/>
          <pc:sldMk cId="0" sldId="272"/>
        </pc:sldMkLst>
        <pc:spChg chg="mod">
          <ac:chgData name="Anthony Sebastian Xerri Hawley" userId="79b7d0b5-0742-4a77-b818-949165fafb9c" providerId="ADAL" clId="{0564B858-5026-4537-9AFD-34C08ED5C8C2}" dt="2026-09-08T12:20:47.597" v="1717" actId="20577"/>
          <ac:spMkLst>
            <pc:docMk/>
            <pc:sldMk cId="0" sldId="272"/>
            <ac:spMk id="2" creationId="{00000000-0000-0000-0000-000000000000}"/>
          </ac:spMkLst>
        </pc:spChg>
      </pc:sldChg>
      <pc:sldChg chg="addSp delSp modSp mod">
        <pc:chgData name="Anthony Sebastian Xerri Hawley" userId="79b7d0b5-0742-4a77-b818-949165fafb9c" providerId="ADAL" clId="{0564B858-5026-4537-9AFD-34C08ED5C8C2}" dt="2026-09-09T07:45:05.824" v="2136" actId="14100"/>
        <pc:sldMkLst>
          <pc:docMk/>
          <pc:sldMk cId="0" sldId="273"/>
        </pc:sldMkLst>
        <pc:spChg chg="mod">
          <ac:chgData name="Anthony Sebastian Xerri Hawley" userId="79b7d0b5-0742-4a77-b818-949165fafb9c" providerId="ADAL" clId="{0564B858-5026-4537-9AFD-34C08ED5C8C2}" dt="2026-09-09T07:32:50.676" v="1968"/>
          <ac:spMkLst>
            <pc:docMk/>
            <pc:sldMk cId="0" sldId="273"/>
            <ac:spMk id="2" creationId="{00000000-0000-0000-0000-000000000000}"/>
          </ac:spMkLst>
        </pc:spChg>
        <pc:spChg chg="add mod">
          <ac:chgData name="Anthony Sebastian Xerri Hawley" userId="79b7d0b5-0742-4a77-b818-949165fafb9c" providerId="ADAL" clId="{0564B858-5026-4537-9AFD-34C08ED5C8C2}" dt="2026-09-09T07:33:14.275" v="1972" actId="1076"/>
          <ac:spMkLst>
            <pc:docMk/>
            <pc:sldMk cId="0" sldId="273"/>
            <ac:spMk id="6" creationId="{E14FD8C8-499D-6EB9-1A72-E2392383ECD2}"/>
          </ac:spMkLst>
        </pc:spChg>
        <pc:spChg chg="add mod">
          <ac:chgData name="Anthony Sebastian Xerri Hawley" userId="79b7d0b5-0742-4a77-b818-949165fafb9c" providerId="ADAL" clId="{0564B858-5026-4537-9AFD-34C08ED5C8C2}" dt="2026-09-09T07:45:05.824" v="2136" actId="14100"/>
          <ac:spMkLst>
            <pc:docMk/>
            <pc:sldMk cId="0" sldId="273"/>
            <ac:spMk id="12" creationId="{16EE0AE1-9B6C-782C-2EA1-910A8E5559BF}"/>
          </ac:spMkLst>
        </pc:spChg>
        <pc:spChg chg="add">
          <ac:chgData name="Anthony Sebastian Xerri Hawley" userId="79b7d0b5-0742-4a77-b818-949165fafb9c" providerId="ADAL" clId="{0564B858-5026-4537-9AFD-34C08ED5C8C2}" dt="2026-09-09T07:33:02.530" v="1970" actId="22"/>
          <ac:spMkLst>
            <pc:docMk/>
            <pc:sldMk cId="0" sldId="273"/>
            <ac:spMk id="16" creationId="{97178131-6867-E52A-5856-6EAC87299DC0}"/>
          </ac:spMkLst>
        </pc:spChg>
        <pc:spChg chg="add">
          <ac:chgData name="Anthony Sebastian Xerri Hawley" userId="79b7d0b5-0742-4a77-b818-949165fafb9c" providerId="ADAL" clId="{0564B858-5026-4537-9AFD-34C08ED5C8C2}" dt="2026-09-09T07:33:02.530" v="1970" actId="22"/>
          <ac:spMkLst>
            <pc:docMk/>
            <pc:sldMk cId="0" sldId="273"/>
            <ac:spMk id="18" creationId="{6C7CFE13-8F53-1C43-B4E0-4FABD536A10F}"/>
          </ac:spMkLst>
        </pc:spChg>
        <pc:spChg chg="add">
          <ac:chgData name="Anthony Sebastian Xerri Hawley" userId="79b7d0b5-0742-4a77-b818-949165fafb9c" providerId="ADAL" clId="{0564B858-5026-4537-9AFD-34C08ED5C8C2}" dt="2026-09-09T07:33:02.530" v="1970" actId="22"/>
          <ac:spMkLst>
            <pc:docMk/>
            <pc:sldMk cId="0" sldId="273"/>
            <ac:spMk id="20" creationId="{871BC236-43A3-34DA-321A-07D676CB6680}"/>
          </ac:spMkLst>
        </pc:spChg>
        <pc:spChg chg="add">
          <ac:chgData name="Anthony Sebastian Xerri Hawley" userId="79b7d0b5-0742-4a77-b818-949165fafb9c" providerId="ADAL" clId="{0564B858-5026-4537-9AFD-34C08ED5C8C2}" dt="2026-09-09T07:33:02.530" v="1970" actId="22"/>
          <ac:spMkLst>
            <pc:docMk/>
            <pc:sldMk cId="0" sldId="273"/>
            <ac:spMk id="22" creationId="{C569BD4D-C167-B5BD-D21B-6733DA1F935C}"/>
          </ac:spMkLst>
        </pc:spChg>
        <pc:spChg chg="add mod">
          <ac:chgData name="Anthony Sebastian Xerri Hawley" userId="79b7d0b5-0742-4a77-b818-949165fafb9c" providerId="ADAL" clId="{0564B858-5026-4537-9AFD-34C08ED5C8C2}" dt="2026-09-09T07:45:04.095" v="2135" actId="14100"/>
          <ac:spMkLst>
            <pc:docMk/>
            <pc:sldMk cId="0" sldId="273"/>
            <ac:spMk id="24" creationId="{B865069E-AB8D-EF83-4587-68CEF108A1DE}"/>
          </ac:spMkLst>
        </pc:spChg>
      </pc:sldChg>
      <pc:sldChg chg="addSp delSp modSp mod">
        <pc:chgData name="Anthony Sebastian Xerri Hawley" userId="79b7d0b5-0742-4a77-b818-949165fafb9c" providerId="ADAL" clId="{0564B858-5026-4537-9AFD-34C08ED5C8C2}" dt="2026-09-09T07:38:54.647" v="2041" actId="208"/>
        <pc:sldMkLst>
          <pc:docMk/>
          <pc:sldMk cId="0" sldId="275"/>
        </pc:sldMkLst>
        <pc:spChg chg="mod">
          <ac:chgData name="Anthony Sebastian Xerri Hawley" userId="79b7d0b5-0742-4a77-b818-949165fafb9c" providerId="ADAL" clId="{0564B858-5026-4537-9AFD-34C08ED5C8C2}" dt="2026-09-09T07:37:52.946" v="2014"/>
          <ac:spMkLst>
            <pc:docMk/>
            <pc:sldMk cId="0" sldId="275"/>
            <ac:spMk id="2" creationId="{00000000-0000-0000-0000-000000000000}"/>
          </ac:spMkLst>
        </pc:spChg>
        <pc:spChg chg="add">
          <ac:chgData name="Anthony Sebastian Xerri Hawley" userId="79b7d0b5-0742-4a77-b818-949165fafb9c" providerId="ADAL" clId="{0564B858-5026-4537-9AFD-34C08ED5C8C2}" dt="2026-09-09T07:38:10.353" v="2017" actId="22"/>
          <ac:spMkLst>
            <pc:docMk/>
            <pc:sldMk cId="0" sldId="275"/>
            <ac:spMk id="6" creationId="{AAD93289-6767-884C-73B6-410AA755BBE8}"/>
          </ac:spMkLst>
        </pc:spChg>
        <pc:spChg chg="add mod">
          <ac:chgData name="Anthony Sebastian Xerri Hawley" userId="79b7d0b5-0742-4a77-b818-949165fafb9c" providerId="ADAL" clId="{0564B858-5026-4537-9AFD-34C08ED5C8C2}" dt="2026-09-09T07:38:54.647" v="2041" actId="208"/>
          <ac:spMkLst>
            <pc:docMk/>
            <pc:sldMk cId="0" sldId="275"/>
            <ac:spMk id="8" creationId="{668C4ED9-54DE-6FFF-1E0F-FBEFE500CDAB}"/>
          </ac:spMkLst>
        </pc:spChg>
        <pc:spChg chg="add">
          <ac:chgData name="Anthony Sebastian Xerri Hawley" userId="79b7d0b5-0742-4a77-b818-949165fafb9c" providerId="ADAL" clId="{0564B858-5026-4537-9AFD-34C08ED5C8C2}" dt="2026-09-09T07:38:10.353" v="2017" actId="22"/>
          <ac:spMkLst>
            <pc:docMk/>
            <pc:sldMk cId="0" sldId="275"/>
            <ac:spMk id="10" creationId="{2BDA9A84-F546-AFCC-BB7E-168218D151D8}"/>
          </ac:spMkLst>
        </pc:spChg>
        <pc:spChg chg="add">
          <ac:chgData name="Anthony Sebastian Xerri Hawley" userId="79b7d0b5-0742-4a77-b818-949165fafb9c" providerId="ADAL" clId="{0564B858-5026-4537-9AFD-34C08ED5C8C2}" dt="2026-09-09T07:38:10.353" v="2017" actId="22"/>
          <ac:spMkLst>
            <pc:docMk/>
            <pc:sldMk cId="0" sldId="275"/>
            <ac:spMk id="12" creationId="{03F3333C-13E0-AAEC-6580-4B46D5AC43E9}"/>
          </ac:spMkLst>
        </pc:spChg>
        <pc:spChg chg="add">
          <ac:chgData name="Anthony Sebastian Xerri Hawley" userId="79b7d0b5-0742-4a77-b818-949165fafb9c" providerId="ADAL" clId="{0564B858-5026-4537-9AFD-34C08ED5C8C2}" dt="2026-09-09T07:38:10.353" v="2017" actId="22"/>
          <ac:spMkLst>
            <pc:docMk/>
            <pc:sldMk cId="0" sldId="275"/>
            <ac:spMk id="16" creationId="{04DD6E4B-C734-01E0-2972-515086FF8A56}"/>
          </ac:spMkLst>
        </pc:spChg>
        <pc:spChg chg="add">
          <ac:chgData name="Anthony Sebastian Xerri Hawley" userId="79b7d0b5-0742-4a77-b818-949165fafb9c" providerId="ADAL" clId="{0564B858-5026-4537-9AFD-34C08ED5C8C2}" dt="2026-09-09T07:38:10.353" v="2017" actId="22"/>
          <ac:spMkLst>
            <pc:docMk/>
            <pc:sldMk cId="0" sldId="275"/>
            <ac:spMk id="18" creationId="{F9245CAB-4C37-C6E1-45CA-D8F6BE8E9951}"/>
          </ac:spMkLst>
        </pc:spChg>
      </pc:sldChg>
      <pc:sldChg chg="addSp delSp modSp mod">
        <pc:chgData name="Anthony Sebastian Xerri Hawley" userId="79b7d0b5-0742-4a77-b818-949165fafb9c" providerId="ADAL" clId="{0564B858-5026-4537-9AFD-34C08ED5C8C2}" dt="2026-09-09T08:08:19.833" v="2287" actId="1076"/>
        <pc:sldMkLst>
          <pc:docMk/>
          <pc:sldMk cId="0" sldId="277"/>
        </pc:sldMkLst>
        <pc:spChg chg="mod">
          <ac:chgData name="Anthony Sebastian Xerri Hawley" userId="79b7d0b5-0742-4a77-b818-949165fafb9c" providerId="ADAL" clId="{0564B858-5026-4537-9AFD-34C08ED5C8C2}" dt="2026-09-09T07:52:36.003" v="2137"/>
          <ac:spMkLst>
            <pc:docMk/>
            <pc:sldMk cId="0" sldId="277"/>
            <ac:spMk id="2" creationId="{00000000-0000-0000-0000-000000000000}"/>
          </ac:spMkLst>
        </pc:spChg>
        <pc:spChg chg="add">
          <ac:chgData name="Anthony Sebastian Xerri Hawley" userId="79b7d0b5-0742-4a77-b818-949165fafb9c" providerId="ADAL" clId="{0564B858-5026-4537-9AFD-34C08ED5C8C2}" dt="2026-09-09T07:52:43.992" v="2139" actId="22"/>
          <ac:spMkLst>
            <pc:docMk/>
            <pc:sldMk cId="0" sldId="277"/>
            <ac:spMk id="6" creationId="{5738544E-F862-60EA-D422-0CA9A7ABDFD9}"/>
          </ac:spMkLst>
        </pc:spChg>
        <pc:spChg chg="add">
          <ac:chgData name="Anthony Sebastian Xerri Hawley" userId="79b7d0b5-0742-4a77-b818-949165fafb9c" providerId="ADAL" clId="{0564B858-5026-4537-9AFD-34C08ED5C8C2}" dt="2026-09-09T07:52:43.992" v="2139" actId="22"/>
          <ac:spMkLst>
            <pc:docMk/>
            <pc:sldMk cId="0" sldId="277"/>
            <ac:spMk id="10" creationId="{2697B79C-558C-384A-11D5-DEC839D07548}"/>
          </ac:spMkLst>
        </pc:spChg>
        <pc:spChg chg="add">
          <ac:chgData name="Anthony Sebastian Xerri Hawley" userId="79b7d0b5-0742-4a77-b818-949165fafb9c" providerId="ADAL" clId="{0564B858-5026-4537-9AFD-34C08ED5C8C2}" dt="2026-09-09T07:52:43.992" v="2139" actId="22"/>
          <ac:spMkLst>
            <pc:docMk/>
            <pc:sldMk cId="0" sldId="277"/>
            <ac:spMk id="14" creationId="{CAF19E7F-5DD9-8CE1-B550-323C3B1D3507}"/>
          </ac:spMkLst>
        </pc:spChg>
        <pc:spChg chg="add">
          <ac:chgData name="Anthony Sebastian Xerri Hawley" userId="79b7d0b5-0742-4a77-b818-949165fafb9c" providerId="ADAL" clId="{0564B858-5026-4537-9AFD-34C08ED5C8C2}" dt="2026-09-09T07:52:43.992" v="2139" actId="22"/>
          <ac:spMkLst>
            <pc:docMk/>
            <pc:sldMk cId="0" sldId="277"/>
            <ac:spMk id="18" creationId="{F0218A26-EA07-47E8-4F54-C7725976DB48}"/>
          </ac:spMkLst>
        </pc:spChg>
        <pc:spChg chg="add">
          <ac:chgData name="Anthony Sebastian Xerri Hawley" userId="79b7d0b5-0742-4a77-b818-949165fafb9c" providerId="ADAL" clId="{0564B858-5026-4537-9AFD-34C08ED5C8C2}" dt="2026-09-09T07:52:43.992" v="2139" actId="22"/>
          <ac:spMkLst>
            <pc:docMk/>
            <pc:sldMk cId="0" sldId="277"/>
            <ac:spMk id="21" creationId="{E0416331-FF3D-F13B-CC47-0EEE919AC943}"/>
          </ac:spMkLst>
        </pc:spChg>
        <pc:spChg chg="add mod">
          <ac:chgData name="Anthony Sebastian Xerri Hawley" userId="79b7d0b5-0742-4a77-b818-949165fafb9c" providerId="ADAL" clId="{0564B858-5026-4537-9AFD-34C08ED5C8C2}" dt="2026-09-09T07:55:22.713" v="2151"/>
          <ac:spMkLst>
            <pc:docMk/>
            <pc:sldMk cId="0" sldId="277"/>
            <ac:spMk id="26" creationId="{8E782335-7D71-4FE1-54A4-5864129D1B68}"/>
          </ac:spMkLst>
        </pc:spChg>
        <pc:spChg chg="add mod">
          <ac:chgData name="Anthony Sebastian Xerri Hawley" userId="79b7d0b5-0742-4a77-b818-949165fafb9c" providerId="ADAL" clId="{0564B858-5026-4537-9AFD-34C08ED5C8C2}" dt="2026-09-09T08:07:58.696" v="2282" actId="20577"/>
          <ac:spMkLst>
            <pc:docMk/>
            <pc:sldMk cId="0" sldId="277"/>
            <ac:spMk id="28" creationId="{D9F9729F-3D1F-4D0C-6474-AA40C7F3208F}"/>
          </ac:spMkLst>
        </pc:spChg>
        <pc:picChg chg="add mod ord">
          <ac:chgData name="Anthony Sebastian Xerri Hawley" userId="79b7d0b5-0742-4a77-b818-949165fafb9c" providerId="ADAL" clId="{0564B858-5026-4537-9AFD-34C08ED5C8C2}" dt="2026-09-09T08:08:17.473" v="2286" actId="1076"/>
          <ac:picMkLst>
            <pc:docMk/>
            <pc:sldMk cId="0" sldId="277"/>
            <ac:picMk id="24" creationId="{D5547839-C8F4-3D7B-1A28-75A85BE8FBF9}"/>
          </ac:picMkLst>
        </pc:picChg>
        <pc:picChg chg="add mod">
          <ac:chgData name="Anthony Sebastian Xerri Hawley" userId="79b7d0b5-0742-4a77-b818-949165fafb9c" providerId="ADAL" clId="{0564B858-5026-4537-9AFD-34C08ED5C8C2}" dt="2026-09-09T08:08:19.833" v="2287" actId="1076"/>
          <ac:picMkLst>
            <pc:docMk/>
            <pc:sldMk cId="0" sldId="277"/>
            <ac:picMk id="30" creationId="{4A16414E-A2FC-CDAA-1E9C-A9574DCEFC1D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8:02:34.979" v="2219" actId="1076"/>
        <pc:sldMkLst>
          <pc:docMk/>
          <pc:sldMk cId="0" sldId="279"/>
        </pc:sldMkLst>
        <pc:spChg chg="mod">
          <ac:chgData name="Anthony Sebastian Xerri Hawley" userId="79b7d0b5-0742-4a77-b818-949165fafb9c" providerId="ADAL" clId="{0564B858-5026-4537-9AFD-34C08ED5C8C2}" dt="2026-09-09T07:59:44.688" v="2189"/>
          <ac:spMkLst>
            <pc:docMk/>
            <pc:sldMk cId="0" sldId="279"/>
            <ac:spMk id="2" creationId="{00000000-0000-0000-0000-000000000000}"/>
          </ac:spMkLst>
        </pc:spChg>
        <pc:spChg chg="add mod">
          <ac:chgData name="Anthony Sebastian Xerri Hawley" userId="79b7d0b5-0742-4a77-b818-949165fafb9c" providerId="ADAL" clId="{0564B858-5026-4537-9AFD-34C08ED5C8C2}" dt="2026-09-09T08:02:34.979" v="2219" actId="1076"/>
          <ac:spMkLst>
            <pc:docMk/>
            <pc:sldMk cId="0" sldId="279"/>
            <ac:spMk id="6" creationId="{C9825F32-3192-379B-3E04-CAEE4E63EDBE}"/>
          </ac:spMkLst>
        </pc:spChg>
        <pc:spChg chg="add">
          <ac:chgData name="Anthony Sebastian Xerri Hawley" userId="79b7d0b5-0742-4a77-b818-949165fafb9c" providerId="ADAL" clId="{0564B858-5026-4537-9AFD-34C08ED5C8C2}" dt="2026-09-09T07:59:54.911" v="2191" actId="22"/>
          <ac:spMkLst>
            <pc:docMk/>
            <pc:sldMk cId="0" sldId="279"/>
            <ac:spMk id="10" creationId="{96EF5944-86A0-B703-D5F3-857C7928C335}"/>
          </ac:spMkLst>
        </pc:spChg>
        <pc:spChg chg="add">
          <ac:chgData name="Anthony Sebastian Xerri Hawley" userId="79b7d0b5-0742-4a77-b818-949165fafb9c" providerId="ADAL" clId="{0564B858-5026-4537-9AFD-34C08ED5C8C2}" dt="2026-09-09T07:59:54.911" v="2191" actId="22"/>
          <ac:spMkLst>
            <pc:docMk/>
            <pc:sldMk cId="0" sldId="279"/>
            <ac:spMk id="14" creationId="{E46C86A3-24B4-5FAC-C6F4-F86B4587B3DD}"/>
          </ac:spMkLst>
        </pc:spChg>
        <pc:spChg chg="add">
          <ac:chgData name="Anthony Sebastian Xerri Hawley" userId="79b7d0b5-0742-4a77-b818-949165fafb9c" providerId="ADAL" clId="{0564B858-5026-4537-9AFD-34C08ED5C8C2}" dt="2026-09-09T07:59:54.911" v="2191" actId="22"/>
          <ac:spMkLst>
            <pc:docMk/>
            <pc:sldMk cId="0" sldId="279"/>
            <ac:spMk id="18" creationId="{78521030-A907-69FE-737A-3587F76A49C1}"/>
          </ac:spMkLst>
        </pc:spChg>
        <pc:spChg chg="add">
          <ac:chgData name="Anthony Sebastian Xerri Hawley" userId="79b7d0b5-0742-4a77-b818-949165fafb9c" providerId="ADAL" clId="{0564B858-5026-4537-9AFD-34C08ED5C8C2}" dt="2026-09-09T07:59:54.911" v="2191" actId="22"/>
          <ac:spMkLst>
            <pc:docMk/>
            <pc:sldMk cId="0" sldId="279"/>
            <ac:spMk id="22" creationId="{93ABA120-F2AB-8952-B4F3-EA34A86B0F32}"/>
          </ac:spMkLst>
        </pc:spChg>
        <pc:spChg chg="add mod">
          <ac:chgData name="Anthony Sebastian Xerri Hawley" userId="79b7d0b5-0742-4a77-b818-949165fafb9c" providerId="ADAL" clId="{0564B858-5026-4537-9AFD-34C08ED5C8C2}" dt="2026-09-09T08:02:30.102" v="2218" actId="20577"/>
          <ac:spMkLst>
            <pc:docMk/>
            <pc:sldMk cId="0" sldId="279"/>
            <ac:spMk id="24" creationId="{4D770594-2AF8-C394-C2FB-E409EBB295DD}"/>
          </ac:spMkLst>
        </pc:spChg>
        <pc:spChg chg="add mod">
          <ac:chgData name="Anthony Sebastian Xerri Hawley" userId="79b7d0b5-0742-4a77-b818-949165fafb9c" providerId="ADAL" clId="{0564B858-5026-4537-9AFD-34C08ED5C8C2}" dt="2026-09-09T08:02:15.084" v="2208" actId="20577"/>
          <ac:spMkLst>
            <pc:docMk/>
            <pc:sldMk cId="0" sldId="279"/>
            <ac:spMk id="26" creationId="{3819E7A1-08C8-206A-9288-D9A3A2342F4A}"/>
          </ac:spMkLst>
        </pc:spChg>
      </pc:sldChg>
      <pc:sldChg chg="addSp delSp modSp mod">
        <pc:chgData name="Anthony Sebastian Xerri Hawley" userId="79b7d0b5-0742-4a77-b818-949165fafb9c" providerId="ADAL" clId="{0564B858-5026-4537-9AFD-34C08ED5C8C2}" dt="2026-09-09T08:10:40.569" v="2301" actId="14100"/>
        <pc:sldMkLst>
          <pc:docMk/>
          <pc:sldMk cId="0" sldId="281"/>
        </pc:sldMkLst>
        <pc:spChg chg="mod">
          <ac:chgData name="Anthony Sebastian Xerri Hawley" userId="79b7d0b5-0742-4a77-b818-949165fafb9c" providerId="ADAL" clId="{0564B858-5026-4537-9AFD-34C08ED5C8C2}" dt="2026-09-09T08:05:36.204" v="2249"/>
          <ac:spMkLst>
            <pc:docMk/>
            <pc:sldMk cId="0" sldId="281"/>
            <ac:spMk id="2" creationId="{00000000-0000-0000-0000-000000000000}"/>
          </ac:spMkLst>
        </pc:spChg>
        <pc:spChg chg="add mod">
          <ac:chgData name="Anthony Sebastian Xerri Hawley" userId="79b7d0b5-0742-4a77-b818-949165fafb9c" providerId="ADAL" clId="{0564B858-5026-4537-9AFD-34C08ED5C8C2}" dt="2026-09-09T08:05:59.188" v="2255" actId="1076"/>
          <ac:spMkLst>
            <pc:docMk/>
            <pc:sldMk cId="0" sldId="281"/>
            <ac:spMk id="6" creationId="{2B99755F-1A68-EFFF-EB5E-5F8BBBCDFC47}"/>
          </ac:spMkLst>
        </pc:spChg>
        <pc:spChg chg="add">
          <ac:chgData name="Anthony Sebastian Xerri Hawley" userId="79b7d0b5-0742-4a77-b818-949165fafb9c" providerId="ADAL" clId="{0564B858-5026-4537-9AFD-34C08ED5C8C2}" dt="2026-09-09T08:05:52.330" v="2254" actId="22"/>
          <ac:spMkLst>
            <pc:docMk/>
            <pc:sldMk cId="0" sldId="281"/>
            <ac:spMk id="10" creationId="{0FA8178B-1B9A-6144-4F84-5BCF5E6F6A3F}"/>
          </ac:spMkLst>
        </pc:spChg>
        <pc:spChg chg="add">
          <ac:chgData name="Anthony Sebastian Xerri Hawley" userId="79b7d0b5-0742-4a77-b818-949165fafb9c" providerId="ADAL" clId="{0564B858-5026-4537-9AFD-34C08ED5C8C2}" dt="2026-09-09T08:05:52.330" v="2254" actId="22"/>
          <ac:spMkLst>
            <pc:docMk/>
            <pc:sldMk cId="0" sldId="281"/>
            <ac:spMk id="14" creationId="{D240048F-0AD7-7416-D053-8B5E1EF1708D}"/>
          </ac:spMkLst>
        </pc:spChg>
        <pc:spChg chg="add">
          <ac:chgData name="Anthony Sebastian Xerri Hawley" userId="79b7d0b5-0742-4a77-b818-949165fafb9c" providerId="ADAL" clId="{0564B858-5026-4537-9AFD-34C08ED5C8C2}" dt="2026-09-09T08:05:52.330" v="2254" actId="22"/>
          <ac:spMkLst>
            <pc:docMk/>
            <pc:sldMk cId="0" sldId="281"/>
            <ac:spMk id="18" creationId="{D684264C-66A5-9C39-CB22-ADB6CBD3C471}"/>
          </ac:spMkLst>
        </pc:spChg>
        <pc:spChg chg="add">
          <ac:chgData name="Anthony Sebastian Xerri Hawley" userId="79b7d0b5-0742-4a77-b818-949165fafb9c" providerId="ADAL" clId="{0564B858-5026-4537-9AFD-34C08ED5C8C2}" dt="2026-09-09T08:05:52.330" v="2254" actId="22"/>
          <ac:spMkLst>
            <pc:docMk/>
            <pc:sldMk cId="0" sldId="281"/>
            <ac:spMk id="22" creationId="{2569E4B7-83F3-5C73-806A-EC4253847951}"/>
          </ac:spMkLst>
        </pc:spChg>
        <pc:spChg chg="add mod">
          <ac:chgData name="Anthony Sebastian Xerri Hawley" userId="79b7d0b5-0742-4a77-b818-949165fafb9c" providerId="ADAL" clId="{0564B858-5026-4537-9AFD-34C08ED5C8C2}" dt="2026-09-09T08:06:57.157" v="2270" actId="20577"/>
          <ac:spMkLst>
            <pc:docMk/>
            <pc:sldMk cId="0" sldId="281"/>
            <ac:spMk id="26" creationId="{2533B430-07FC-4180-711C-2E8BB1359728}"/>
          </ac:spMkLst>
        </pc:spChg>
        <pc:spChg chg="add">
          <ac:chgData name="Anthony Sebastian Xerri Hawley" userId="79b7d0b5-0742-4a77-b818-949165fafb9c" providerId="ADAL" clId="{0564B858-5026-4537-9AFD-34C08ED5C8C2}" dt="2026-09-09T08:06:16.631" v="2259" actId="22"/>
          <ac:spMkLst>
            <pc:docMk/>
            <pc:sldMk cId="0" sldId="281"/>
            <ac:spMk id="28" creationId="{965CCD28-37E8-B0EF-90BD-A880FF03A225}"/>
          </ac:spMkLst>
        </pc:spChg>
        <pc:spChg chg="add mod">
          <ac:chgData name="Anthony Sebastian Xerri Hawley" userId="79b7d0b5-0742-4a77-b818-949165fafb9c" providerId="ADAL" clId="{0564B858-5026-4537-9AFD-34C08ED5C8C2}" dt="2026-09-09T08:10:40.569" v="2301" actId="14100"/>
          <ac:spMkLst>
            <pc:docMk/>
            <pc:sldMk cId="0" sldId="281"/>
            <ac:spMk id="34" creationId="{B2751AA3-6C7A-05CD-E7D5-D926293B0F0B}"/>
          </ac:spMkLst>
        </pc:spChg>
        <pc:picChg chg="add mod">
          <ac:chgData name="Anthony Sebastian Xerri Hawley" userId="79b7d0b5-0742-4a77-b818-949165fafb9c" providerId="ADAL" clId="{0564B858-5026-4537-9AFD-34C08ED5C8C2}" dt="2026-09-09T08:10:20.245" v="2296" actId="1076"/>
          <ac:picMkLst>
            <pc:docMk/>
            <pc:sldMk cId="0" sldId="281"/>
            <ac:picMk id="32" creationId="{572028A1-DD19-EC51-040E-0FBBAF73C727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8:54:20.577" v="2450" actId="20577"/>
        <pc:sldMkLst>
          <pc:docMk/>
          <pc:sldMk cId="0" sldId="283"/>
        </pc:sldMkLst>
        <pc:spChg chg="mod">
          <ac:chgData name="Anthony Sebastian Xerri Hawley" userId="79b7d0b5-0742-4a77-b818-949165fafb9c" providerId="ADAL" clId="{0564B858-5026-4537-9AFD-34C08ED5C8C2}" dt="2026-09-09T08:15:05.828" v="2336"/>
          <ac:spMkLst>
            <pc:docMk/>
            <pc:sldMk cId="0" sldId="283"/>
            <ac:spMk id="2" creationId="{00000000-0000-0000-0000-000000000000}"/>
          </ac:spMkLst>
        </pc:spChg>
        <pc:spChg chg="add">
          <ac:chgData name="Anthony Sebastian Xerri Hawley" userId="79b7d0b5-0742-4a77-b818-949165fafb9c" providerId="ADAL" clId="{0564B858-5026-4537-9AFD-34C08ED5C8C2}" dt="2026-09-09T08:15:31.586" v="2351" actId="22"/>
          <ac:spMkLst>
            <pc:docMk/>
            <pc:sldMk cId="0" sldId="283"/>
            <ac:spMk id="6" creationId="{371730C1-F15C-6BDD-00CB-43DBD1AFA9CE}"/>
          </ac:spMkLst>
        </pc:spChg>
        <pc:spChg chg="add">
          <ac:chgData name="Anthony Sebastian Xerri Hawley" userId="79b7d0b5-0742-4a77-b818-949165fafb9c" providerId="ADAL" clId="{0564B858-5026-4537-9AFD-34C08ED5C8C2}" dt="2026-09-09T08:15:31.586" v="2351" actId="22"/>
          <ac:spMkLst>
            <pc:docMk/>
            <pc:sldMk cId="0" sldId="283"/>
            <ac:spMk id="8" creationId="{4CAEBE12-4A6F-E277-6A48-25B83CBBA7FF}"/>
          </ac:spMkLst>
        </pc:spChg>
        <pc:spChg chg="add">
          <ac:chgData name="Anthony Sebastian Xerri Hawley" userId="79b7d0b5-0742-4a77-b818-949165fafb9c" providerId="ADAL" clId="{0564B858-5026-4537-9AFD-34C08ED5C8C2}" dt="2026-09-09T08:15:31.586" v="2351" actId="22"/>
          <ac:spMkLst>
            <pc:docMk/>
            <pc:sldMk cId="0" sldId="283"/>
            <ac:spMk id="10" creationId="{A8172AEF-4F98-63C3-F14E-100AE190D2E2}"/>
          </ac:spMkLst>
        </pc:spChg>
        <pc:spChg chg="add">
          <ac:chgData name="Anthony Sebastian Xerri Hawley" userId="79b7d0b5-0742-4a77-b818-949165fafb9c" providerId="ADAL" clId="{0564B858-5026-4537-9AFD-34C08ED5C8C2}" dt="2026-09-09T08:15:31.586" v="2351" actId="22"/>
          <ac:spMkLst>
            <pc:docMk/>
            <pc:sldMk cId="0" sldId="283"/>
            <ac:spMk id="15" creationId="{1DD26B09-F4B3-A927-DEB6-8BD4F59F6124}"/>
          </ac:spMkLst>
        </pc:spChg>
        <pc:spChg chg="mod">
          <ac:chgData name="Anthony Sebastian Xerri Hawley" userId="79b7d0b5-0742-4a77-b818-949165fafb9c" providerId="ADAL" clId="{0564B858-5026-4537-9AFD-34C08ED5C8C2}" dt="2026-09-09T08:15:21.140" v="2349"/>
          <ac:spMkLst>
            <pc:docMk/>
            <pc:sldMk cId="0" sldId="283"/>
            <ac:spMk id="16" creationId="{531EFF38-E512-0C34-EEF8-B3C2B4BB1238}"/>
          </ac:spMkLst>
        </pc:spChg>
        <pc:spChg chg="add">
          <ac:chgData name="Anthony Sebastian Xerri Hawley" userId="79b7d0b5-0742-4a77-b818-949165fafb9c" providerId="ADAL" clId="{0564B858-5026-4537-9AFD-34C08ED5C8C2}" dt="2026-09-09T08:15:31.586" v="2351" actId="22"/>
          <ac:spMkLst>
            <pc:docMk/>
            <pc:sldMk cId="0" sldId="283"/>
            <ac:spMk id="19" creationId="{225E05AC-6AD9-A600-1E58-AB68F5C66AFA}"/>
          </ac:spMkLst>
        </pc:spChg>
        <pc:spChg chg="add mod">
          <ac:chgData name="Anthony Sebastian Xerri Hawley" userId="79b7d0b5-0742-4a77-b818-949165fafb9c" providerId="ADAL" clId="{0564B858-5026-4537-9AFD-34C08ED5C8C2}" dt="2026-09-09T08:54:20.577" v="2450" actId="20577"/>
          <ac:spMkLst>
            <pc:docMk/>
            <pc:sldMk cId="0" sldId="283"/>
            <ac:spMk id="23" creationId="{23E5F5D0-890C-EB43-ECB2-D3A52B409DB6}"/>
          </ac:spMkLst>
        </pc:spChg>
      </pc:sldChg>
      <pc:sldChg chg="modSp mod">
        <pc:chgData name="Anthony Sebastian Xerri Hawley" userId="79b7d0b5-0742-4a77-b818-949165fafb9c" providerId="ADAL" clId="{0564B858-5026-4537-9AFD-34C08ED5C8C2}" dt="2026-09-08T12:20:52.249" v="1719" actId="20577"/>
        <pc:sldMkLst>
          <pc:docMk/>
          <pc:sldMk cId="0" sldId="289"/>
        </pc:sldMkLst>
        <pc:spChg chg="mod">
          <ac:chgData name="Anthony Sebastian Xerri Hawley" userId="79b7d0b5-0742-4a77-b818-949165fafb9c" providerId="ADAL" clId="{0564B858-5026-4537-9AFD-34C08ED5C8C2}" dt="2026-09-08T12:20:52.249" v="1719" actId="20577"/>
          <ac:spMkLst>
            <pc:docMk/>
            <pc:sldMk cId="0" sldId="289"/>
            <ac:spMk id="2" creationId="{00000000-0000-0000-0000-000000000000}"/>
          </ac:spMkLst>
        </pc:spChg>
      </pc:sldChg>
      <pc:sldChg chg="addSp delSp modSp mod">
        <pc:chgData name="Anthony Sebastian Xerri Hawley" userId="79b7d0b5-0742-4a77-b818-949165fafb9c" providerId="ADAL" clId="{0564B858-5026-4537-9AFD-34C08ED5C8C2}" dt="2026-09-09T08:34:14.958" v="2437" actId="554"/>
        <pc:sldMkLst>
          <pc:docMk/>
          <pc:sldMk cId="2991031939" sldId="291"/>
        </pc:sldMkLst>
        <pc:spChg chg="mod">
          <ac:chgData name="Anthony Sebastian Xerri Hawley" userId="79b7d0b5-0742-4a77-b818-949165fafb9c" providerId="ADAL" clId="{0564B858-5026-4537-9AFD-34C08ED5C8C2}" dt="2026-09-09T08:29:06.641" v="2367" actId="207"/>
          <ac:spMkLst>
            <pc:docMk/>
            <pc:sldMk cId="2991031939" sldId="291"/>
            <ac:spMk id="59" creationId="{86A7B98B-9300-75A6-7271-47492FE73285}"/>
          </ac:spMkLst>
        </pc:spChg>
        <pc:spChg chg="add del mod">
          <ac:chgData name="Anthony Sebastian Xerri Hawley" userId="79b7d0b5-0742-4a77-b818-949165fafb9c" providerId="ADAL" clId="{0564B858-5026-4537-9AFD-34C08ED5C8C2}" dt="2026-09-09T08:32:16.958" v="2412" actId="20577"/>
          <ac:spMkLst>
            <pc:docMk/>
            <pc:sldMk cId="2991031939" sldId="291"/>
            <ac:spMk id="63" creationId="{44810A7F-DA26-26B7-377A-74981B48C65A}"/>
          </ac:spMkLst>
        </pc:spChg>
        <pc:spChg chg="add mod">
          <ac:chgData name="Anthony Sebastian Xerri Hawley" userId="79b7d0b5-0742-4a77-b818-949165fafb9c" providerId="ADAL" clId="{0564B858-5026-4537-9AFD-34C08ED5C8C2}" dt="2026-09-09T08:32:06.275" v="2407" actId="207"/>
          <ac:spMkLst>
            <pc:docMk/>
            <pc:sldMk cId="2991031939" sldId="291"/>
            <ac:spMk id="65" creationId="{4E0F06B5-F5D2-095A-B287-FCDB00B21E36}"/>
          </ac:spMkLst>
        </pc:spChg>
        <pc:spChg chg="mod">
          <ac:chgData name="Anthony Sebastian Xerri Hawley" userId="79b7d0b5-0742-4a77-b818-949165fafb9c" providerId="ADAL" clId="{0564B858-5026-4537-9AFD-34C08ED5C8C2}" dt="2026-09-09T08:27:52.916" v="2358" actId="207"/>
          <ac:spMkLst>
            <pc:docMk/>
            <pc:sldMk cId="2991031939" sldId="291"/>
            <ac:spMk id="67" creationId="{F7AF73F6-6921-4C7B-E08D-DD3C05AABC20}"/>
          </ac:spMkLst>
        </pc:spChg>
        <pc:spChg chg="add mod">
          <ac:chgData name="Anthony Sebastian Xerri Hawley" userId="79b7d0b5-0742-4a77-b818-949165fafb9c" providerId="ADAL" clId="{0564B858-5026-4537-9AFD-34C08ED5C8C2}" dt="2026-09-09T08:28:56.744" v="2365" actId="207"/>
          <ac:spMkLst>
            <pc:docMk/>
            <pc:sldMk cId="2991031939" sldId="291"/>
            <ac:spMk id="71" creationId="{521A1F91-E0CC-DDC9-303B-05B5C440EC2B}"/>
          </ac:spMkLst>
        </pc:spChg>
        <pc:spChg chg="add mod">
          <ac:chgData name="Anthony Sebastian Xerri Hawley" userId="79b7d0b5-0742-4a77-b818-949165fafb9c" providerId="ADAL" clId="{0564B858-5026-4537-9AFD-34C08ED5C8C2}" dt="2026-09-09T08:29:00.447" v="2366" actId="207"/>
          <ac:spMkLst>
            <pc:docMk/>
            <pc:sldMk cId="2991031939" sldId="291"/>
            <ac:spMk id="73" creationId="{D76898F9-6DA5-36B1-FCCE-D0966668D0A0}"/>
          </ac:spMkLst>
        </pc:spChg>
        <pc:spChg chg="add">
          <ac:chgData name="Anthony Sebastian Xerri Hawley" userId="79b7d0b5-0742-4a77-b818-949165fafb9c" providerId="ADAL" clId="{0564B858-5026-4537-9AFD-34C08ED5C8C2}" dt="2026-09-09T08:27:43.282" v="2357" actId="22"/>
          <ac:spMkLst>
            <pc:docMk/>
            <pc:sldMk cId="2991031939" sldId="291"/>
            <ac:spMk id="75" creationId="{F6569908-0EBD-659C-F45A-415A03680339}"/>
          </ac:spMkLst>
        </pc:spChg>
        <pc:spChg chg="add">
          <ac:chgData name="Anthony Sebastian Xerri Hawley" userId="79b7d0b5-0742-4a77-b818-949165fafb9c" providerId="ADAL" clId="{0564B858-5026-4537-9AFD-34C08ED5C8C2}" dt="2026-09-09T08:27:43.282" v="2357" actId="22"/>
          <ac:spMkLst>
            <pc:docMk/>
            <pc:sldMk cId="2991031939" sldId="291"/>
            <ac:spMk id="79" creationId="{475F3EB0-511C-C34E-22D0-864AD3DB4BAD}"/>
          </ac:spMkLst>
        </pc:spChg>
        <pc:spChg chg="add">
          <ac:chgData name="Anthony Sebastian Xerri Hawley" userId="79b7d0b5-0742-4a77-b818-949165fafb9c" providerId="ADAL" clId="{0564B858-5026-4537-9AFD-34C08ED5C8C2}" dt="2026-09-09T08:27:43.282" v="2357" actId="22"/>
          <ac:spMkLst>
            <pc:docMk/>
            <pc:sldMk cId="2991031939" sldId="291"/>
            <ac:spMk id="81" creationId="{DCCC4FB0-3F3C-2991-A867-98D6C1BE5C4F}"/>
          </ac:spMkLst>
        </pc:spChg>
        <pc:spChg chg="add">
          <ac:chgData name="Anthony Sebastian Xerri Hawley" userId="79b7d0b5-0742-4a77-b818-949165fafb9c" providerId="ADAL" clId="{0564B858-5026-4537-9AFD-34C08ED5C8C2}" dt="2026-09-09T08:27:43.282" v="2357" actId="22"/>
          <ac:spMkLst>
            <pc:docMk/>
            <pc:sldMk cId="2991031939" sldId="291"/>
            <ac:spMk id="83" creationId="{966D0473-303E-E919-4C33-588E3D7749CC}"/>
          </ac:spMkLst>
        </pc:spChg>
        <pc:spChg chg="add">
          <ac:chgData name="Anthony Sebastian Xerri Hawley" userId="79b7d0b5-0742-4a77-b818-949165fafb9c" providerId="ADAL" clId="{0564B858-5026-4537-9AFD-34C08ED5C8C2}" dt="2026-09-09T08:27:43.282" v="2357" actId="22"/>
          <ac:spMkLst>
            <pc:docMk/>
            <pc:sldMk cId="2991031939" sldId="291"/>
            <ac:spMk id="87" creationId="{A4370573-EDE3-0B0B-0323-437CA0CBB6CA}"/>
          </ac:spMkLst>
        </pc:spChg>
        <pc:spChg chg="add">
          <ac:chgData name="Anthony Sebastian Xerri Hawley" userId="79b7d0b5-0742-4a77-b818-949165fafb9c" providerId="ADAL" clId="{0564B858-5026-4537-9AFD-34C08ED5C8C2}" dt="2026-09-09T08:27:43.282" v="2357" actId="22"/>
          <ac:spMkLst>
            <pc:docMk/>
            <pc:sldMk cId="2991031939" sldId="291"/>
            <ac:spMk id="89" creationId="{F4DB1FBF-64BE-AA18-AFA8-5C244830EE2A}"/>
          </ac:spMkLst>
        </pc:spChg>
        <pc:picChg chg="mod">
          <ac:chgData name="Anthony Sebastian Xerri Hawley" userId="79b7d0b5-0742-4a77-b818-949165fafb9c" providerId="ADAL" clId="{0564B858-5026-4537-9AFD-34C08ED5C8C2}" dt="2026-09-09T08:34:14.958" v="2437" actId="554"/>
          <ac:picMkLst>
            <pc:docMk/>
            <pc:sldMk cId="2991031939" sldId="291"/>
            <ac:picMk id="77" creationId="{A198E7F5-DF32-82F7-6715-3F931715A79A}"/>
          </ac:picMkLst>
        </pc:picChg>
        <pc:picChg chg="mod">
          <ac:chgData name="Anthony Sebastian Xerri Hawley" userId="79b7d0b5-0742-4a77-b818-949165fafb9c" providerId="ADAL" clId="{0564B858-5026-4537-9AFD-34C08ED5C8C2}" dt="2026-09-09T08:34:14.958" v="2437" actId="554"/>
          <ac:picMkLst>
            <pc:docMk/>
            <pc:sldMk cId="2991031939" sldId="291"/>
            <ac:picMk id="85" creationId="{9006F479-F226-C474-0704-5289B25834C0}"/>
          </ac:picMkLst>
        </pc:picChg>
        <pc:picChg chg="add mod">
          <ac:chgData name="Anthony Sebastian Xerri Hawley" userId="79b7d0b5-0742-4a77-b818-949165fafb9c" providerId="ADAL" clId="{0564B858-5026-4537-9AFD-34C08ED5C8C2}" dt="2026-09-09T08:34:14.958" v="2437" actId="554"/>
          <ac:picMkLst>
            <pc:docMk/>
            <pc:sldMk cId="2991031939" sldId="291"/>
            <ac:picMk id="91" creationId="{DDC0CF15-05B5-DDEC-99A1-E3D3B66A2D37}"/>
          </ac:picMkLst>
        </pc:picChg>
        <pc:picChg chg="add mod">
          <ac:chgData name="Anthony Sebastian Xerri Hawley" userId="79b7d0b5-0742-4a77-b818-949165fafb9c" providerId="ADAL" clId="{0564B858-5026-4537-9AFD-34C08ED5C8C2}" dt="2026-09-09T08:34:14.958" v="2437" actId="554"/>
          <ac:picMkLst>
            <pc:docMk/>
            <pc:sldMk cId="2991031939" sldId="291"/>
            <ac:picMk id="95" creationId="{95522221-D0B0-13F6-317B-C5029CAC0C7E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8:34:05.024" v="2435" actId="554"/>
        <pc:sldMkLst>
          <pc:docMk/>
          <pc:sldMk cId="1227401348" sldId="292"/>
        </pc:sldMkLst>
        <pc:spChg chg="add mod">
          <ac:chgData name="Anthony Sebastian Xerri Hawley" userId="79b7d0b5-0742-4a77-b818-949165fafb9c" providerId="ADAL" clId="{0564B858-5026-4537-9AFD-34C08ED5C8C2}" dt="2026-09-09T08:31:15.073" v="2400" actId="20577"/>
          <ac:spMkLst>
            <pc:docMk/>
            <pc:sldMk cId="1227401348" sldId="292"/>
            <ac:spMk id="124" creationId="{8C3C1A54-6356-C8E6-721D-16179DDA9654}"/>
          </ac:spMkLst>
        </pc:spChg>
        <pc:spChg chg="add mod">
          <ac:chgData name="Anthony Sebastian Xerri Hawley" userId="79b7d0b5-0742-4a77-b818-949165fafb9c" providerId="ADAL" clId="{0564B858-5026-4537-9AFD-34C08ED5C8C2}" dt="2026-09-09T08:31:56.458" v="2406" actId="207"/>
          <ac:spMkLst>
            <pc:docMk/>
            <pc:sldMk cId="1227401348" sldId="292"/>
            <ac:spMk id="126" creationId="{8AF0953E-3F1F-25EB-3D16-064639D779E3}"/>
          </ac:spMkLst>
        </pc:spChg>
        <pc:spChg chg="add mod">
          <ac:chgData name="Anthony Sebastian Xerri Hawley" userId="79b7d0b5-0742-4a77-b818-949165fafb9c" providerId="ADAL" clId="{0564B858-5026-4537-9AFD-34C08ED5C8C2}" dt="2026-09-09T08:30:26.339" v="2387" actId="207"/>
          <ac:spMkLst>
            <pc:docMk/>
            <pc:sldMk cId="1227401348" sldId="292"/>
            <ac:spMk id="128" creationId="{5EFAC773-DB26-3BC8-D7DD-1E85EDA4C9DC}"/>
          </ac:spMkLst>
        </pc:spChg>
        <pc:spChg chg="add mod">
          <ac:chgData name="Anthony Sebastian Xerri Hawley" userId="79b7d0b5-0742-4a77-b818-949165fafb9c" providerId="ADAL" clId="{0564B858-5026-4537-9AFD-34C08ED5C8C2}" dt="2026-09-09T08:31:11.122" v="2397" actId="20577"/>
          <ac:spMkLst>
            <pc:docMk/>
            <pc:sldMk cId="1227401348" sldId="292"/>
            <ac:spMk id="130" creationId="{55690B79-4A4F-48FB-5627-8C893D42CFBB}"/>
          </ac:spMkLst>
        </pc:spChg>
        <pc:spChg chg="add mod">
          <ac:chgData name="Anthony Sebastian Xerri Hawley" userId="79b7d0b5-0742-4a77-b818-949165fafb9c" providerId="ADAL" clId="{0564B858-5026-4537-9AFD-34C08ED5C8C2}" dt="2026-09-09T08:31:47.188" v="2404" actId="207"/>
          <ac:spMkLst>
            <pc:docMk/>
            <pc:sldMk cId="1227401348" sldId="292"/>
            <ac:spMk id="132" creationId="{7D42A4CF-8359-E46A-855A-3C6B467F5A94}"/>
          </ac:spMkLst>
        </pc:spChg>
        <pc:spChg chg="add mod">
          <ac:chgData name="Anthony Sebastian Xerri Hawley" userId="79b7d0b5-0742-4a77-b818-949165fafb9c" providerId="ADAL" clId="{0564B858-5026-4537-9AFD-34C08ED5C8C2}" dt="2026-09-09T08:30:09.851" v="2382" actId="207"/>
          <ac:spMkLst>
            <pc:docMk/>
            <pc:sldMk cId="1227401348" sldId="292"/>
            <ac:spMk id="134" creationId="{ED47B5C8-5D02-0905-219C-CBB9113B0066}"/>
          </ac:spMkLst>
        </pc:spChg>
        <pc:spChg chg="add mod">
          <ac:chgData name="Anthony Sebastian Xerri Hawley" userId="79b7d0b5-0742-4a77-b818-949165fafb9c" providerId="ADAL" clId="{0564B858-5026-4537-9AFD-34C08ED5C8C2}" dt="2026-09-09T08:30:21.678" v="2386" actId="207"/>
          <ac:spMkLst>
            <pc:docMk/>
            <pc:sldMk cId="1227401348" sldId="292"/>
            <ac:spMk id="138" creationId="{EFB74C25-0DC9-E6BE-41B4-6A51BB1B77D4}"/>
          </ac:spMkLst>
        </pc:spChg>
        <pc:spChg chg="mod">
          <ac:chgData name="Anthony Sebastian Xerri Hawley" userId="79b7d0b5-0742-4a77-b818-949165fafb9c" providerId="ADAL" clId="{0564B858-5026-4537-9AFD-34C08ED5C8C2}" dt="2026-09-09T08:30:18.686" v="2385" actId="207"/>
          <ac:spMkLst>
            <pc:docMk/>
            <pc:sldMk cId="1227401348" sldId="292"/>
            <ac:spMk id="140" creationId="{4BE4F80E-C5BB-6206-857B-896847EC983F}"/>
          </ac:spMkLst>
        </pc:spChg>
        <pc:spChg chg="add">
          <ac:chgData name="Anthony Sebastian Xerri Hawley" userId="79b7d0b5-0742-4a77-b818-949165fafb9c" providerId="ADAL" clId="{0564B858-5026-4537-9AFD-34C08ED5C8C2}" dt="2026-09-09T08:29:45.679" v="2376" actId="22"/>
          <ac:spMkLst>
            <pc:docMk/>
            <pc:sldMk cId="1227401348" sldId="292"/>
            <ac:spMk id="142" creationId="{C5D2CBA7-F2BF-ED72-8106-0E3756F0DBD3}"/>
          </ac:spMkLst>
        </pc:spChg>
        <pc:spChg chg="add">
          <ac:chgData name="Anthony Sebastian Xerri Hawley" userId="79b7d0b5-0742-4a77-b818-949165fafb9c" providerId="ADAL" clId="{0564B858-5026-4537-9AFD-34C08ED5C8C2}" dt="2026-09-09T08:29:45.679" v="2376" actId="22"/>
          <ac:spMkLst>
            <pc:docMk/>
            <pc:sldMk cId="1227401348" sldId="292"/>
            <ac:spMk id="146" creationId="{812BBFEB-EE28-08A3-8FFA-37595458C2BE}"/>
          </ac:spMkLst>
        </pc:spChg>
        <pc:spChg chg="add mod">
          <ac:chgData name="Anthony Sebastian Xerri Hawley" userId="79b7d0b5-0742-4a77-b818-949165fafb9c" providerId="ADAL" clId="{0564B858-5026-4537-9AFD-34C08ED5C8C2}" dt="2026-09-09T08:31:40.645" v="2403" actId="207"/>
          <ac:spMkLst>
            <pc:docMk/>
            <pc:sldMk cId="1227401348" sldId="292"/>
            <ac:spMk id="148" creationId="{349E6C6F-AC1D-ED5C-F23C-27920900F5ED}"/>
          </ac:spMkLst>
        </pc:spChg>
        <pc:picChg chg="mod">
          <ac:chgData name="Anthony Sebastian Xerri Hawley" userId="79b7d0b5-0742-4a77-b818-949165fafb9c" providerId="ADAL" clId="{0564B858-5026-4537-9AFD-34C08ED5C8C2}" dt="2026-09-09T08:34:05.024" v="2435" actId="554"/>
          <ac:picMkLst>
            <pc:docMk/>
            <pc:sldMk cId="1227401348" sldId="292"/>
            <ac:picMk id="144" creationId="{7B470C54-B4AF-B26B-36EE-2907D62AEB40}"/>
          </ac:picMkLst>
        </pc:picChg>
        <pc:picChg chg="mod">
          <ac:chgData name="Anthony Sebastian Xerri Hawley" userId="79b7d0b5-0742-4a77-b818-949165fafb9c" providerId="ADAL" clId="{0564B858-5026-4537-9AFD-34C08ED5C8C2}" dt="2026-09-09T08:34:05.024" v="2435" actId="554"/>
          <ac:picMkLst>
            <pc:docMk/>
            <pc:sldMk cId="1227401348" sldId="292"/>
            <ac:picMk id="152" creationId="{556418BE-4651-DECA-D2E5-E02916A8F590}"/>
          </ac:picMkLst>
        </pc:picChg>
        <pc:picChg chg="add mod">
          <ac:chgData name="Anthony Sebastian Xerri Hawley" userId="79b7d0b5-0742-4a77-b818-949165fafb9c" providerId="ADAL" clId="{0564B858-5026-4537-9AFD-34C08ED5C8C2}" dt="2026-09-09T08:34:05.024" v="2435" actId="554"/>
          <ac:picMkLst>
            <pc:docMk/>
            <pc:sldMk cId="1227401348" sldId="292"/>
            <ac:picMk id="156" creationId="{FC57FD82-B9DE-44F0-59CB-9C118E7A4405}"/>
          </ac:picMkLst>
        </pc:picChg>
        <pc:picChg chg="add mod">
          <ac:chgData name="Anthony Sebastian Xerri Hawley" userId="79b7d0b5-0742-4a77-b818-949165fafb9c" providerId="ADAL" clId="{0564B858-5026-4537-9AFD-34C08ED5C8C2}" dt="2026-09-09T08:34:05.024" v="2435" actId="554"/>
          <ac:picMkLst>
            <pc:docMk/>
            <pc:sldMk cId="1227401348" sldId="292"/>
            <ac:picMk id="158" creationId="{327E7826-097B-C0EA-775B-1B0425B09C70}"/>
          </ac:picMkLst>
        </pc:picChg>
      </pc:sldChg>
      <pc:sldChg chg="addSp delSp modSp mod ord">
        <pc:chgData name="Anthony Sebastian Xerri Hawley" userId="79b7d0b5-0742-4a77-b818-949165fafb9c" providerId="ADAL" clId="{0564B858-5026-4537-9AFD-34C08ED5C8C2}" dt="2026-09-09T09:08:36.764" v="2620" actId="13926"/>
        <pc:sldMkLst>
          <pc:docMk/>
          <pc:sldMk cId="322406290" sldId="293"/>
        </pc:sldMkLst>
        <pc:spChg chg="mod">
          <ac:chgData name="Anthony Sebastian Xerri Hawley" userId="79b7d0b5-0742-4a77-b818-949165fafb9c" providerId="ADAL" clId="{0564B858-5026-4537-9AFD-34C08ED5C8C2}" dt="2026-09-08T10:03:52.359" v="638" actId="20577"/>
          <ac:spMkLst>
            <pc:docMk/>
            <pc:sldMk cId="322406290" sldId="293"/>
            <ac:spMk id="14" creationId="{DC9F5E6D-1B33-4611-F18B-BEB79D4A1766}"/>
          </ac:spMkLst>
        </pc:spChg>
        <pc:spChg chg="mod">
          <ac:chgData name="Anthony Sebastian Xerri Hawley" userId="79b7d0b5-0742-4a77-b818-949165fafb9c" providerId="ADAL" clId="{0564B858-5026-4537-9AFD-34C08ED5C8C2}" dt="2026-09-09T09:08:36.764" v="2620" actId="13926"/>
          <ac:spMkLst>
            <pc:docMk/>
            <pc:sldMk cId="322406290" sldId="293"/>
            <ac:spMk id="15" creationId="{93A5E726-1412-08DE-C902-DAA69ACE9BC8}"/>
          </ac:spMkLst>
        </pc:spChg>
        <pc:spChg chg="add mod ord">
          <ac:chgData name="Anthony Sebastian Xerri Hawley" userId="79b7d0b5-0742-4a77-b818-949165fafb9c" providerId="ADAL" clId="{0564B858-5026-4537-9AFD-34C08ED5C8C2}" dt="2026-09-09T09:08:09.270" v="2582"/>
          <ac:spMkLst>
            <pc:docMk/>
            <pc:sldMk cId="322406290" sldId="293"/>
            <ac:spMk id="16" creationId="{28E1A810-2800-76A3-C816-3CBEFC61E605}"/>
          </ac:spMkLst>
        </pc:spChg>
        <pc:grpChg chg="add mod">
          <ac:chgData name="Anthony Sebastian Xerri Hawley" userId="79b7d0b5-0742-4a77-b818-949165fafb9c" providerId="ADAL" clId="{0564B858-5026-4537-9AFD-34C08ED5C8C2}" dt="2026-09-09T09:08:09.270" v="2582"/>
          <ac:grpSpMkLst>
            <pc:docMk/>
            <pc:sldMk cId="322406290" sldId="293"/>
            <ac:grpSpMk id="17" creationId="{5DF00862-A500-0361-D9FD-0A53B1CC27EF}"/>
          </ac:grpSpMkLst>
        </pc:grpChg>
        <pc:picChg chg="add mod">
          <ac:chgData name="Anthony Sebastian Xerri Hawley" userId="79b7d0b5-0742-4a77-b818-949165fafb9c" providerId="ADAL" clId="{0564B858-5026-4537-9AFD-34C08ED5C8C2}" dt="2026-09-08T10:03:47.414" v="620" actId="1076"/>
          <ac:picMkLst>
            <pc:docMk/>
            <pc:sldMk cId="322406290" sldId="293"/>
            <ac:picMk id="7" creationId="{98393429-2E7D-2824-A363-C7A59DFACB62}"/>
          </ac:picMkLst>
        </pc:picChg>
        <pc:picChg chg="add mod">
          <ac:chgData name="Anthony Sebastian Xerri Hawley" userId="79b7d0b5-0742-4a77-b818-949165fafb9c" providerId="ADAL" clId="{0564B858-5026-4537-9AFD-34C08ED5C8C2}" dt="2026-09-08T10:06:08.330" v="684" actId="1076"/>
          <ac:picMkLst>
            <pc:docMk/>
            <pc:sldMk cId="322406290" sldId="293"/>
            <ac:picMk id="10" creationId="{F06978A8-ECC4-1A64-BC40-7AD19309D37E}"/>
          </ac:picMkLst>
        </pc:picChg>
      </pc:sldChg>
      <pc:sldChg chg="addSp delSp modSp mod ord">
        <pc:chgData name="Anthony Sebastian Xerri Hawley" userId="79b7d0b5-0742-4a77-b818-949165fafb9c" providerId="ADAL" clId="{0564B858-5026-4537-9AFD-34C08ED5C8C2}" dt="2026-09-09T09:07:52.160" v="2581" actId="20577"/>
        <pc:sldMkLst>
          <pc:docMk/>
          <pc:sldMk cId="3950070585" sldId="294"/>
        </pc:sldMkLst>
        <pc:spChg chg="mod">
          <ac:chgData name="Anthony Sebastian Xerri Hawley" userId="79b7d0b5-0742-4a77-b818-949165fafb9c" providerId="ADAL" clId="{0564B858-5026-4537-9AFD-34C08ED5C8C2}" dt="2026-09-08T10:05:03.849" v="667" actId="20577"/>
          <ac:spMkLst>
            <pc:docMk/>
            <pc:sldMk cId="3950070585" sldId="294"/>
            <ac:spMk id="14" creationId="{9869C606-C62B-4334-D1F4-9281F6B87B33}"/>
          </ac:spMkLst>
        </pc:spChg>
        <pc:spChg chg="add del mod ord topLvl">
          <ac:chgData name="Anthony Sebastian Xerri Hawley" userId="79b7d0b5-0742-4a77-b818-949165fafb9c" providerId="ADAL" clId="{0564B858-5026-4537-9AFD-34C08ED5C8C2}" dt="2026-09-09T09:06:59.520" v="2533"/>
          <ac:spMkLst>
            <pc:docMk/>
            <pc:sldMk cId="3950070585" sldId="294"/>
            <ac:spMk id="16" creationId="{52E7B4D6-D340-55BB-6E39-CAC408A453FA}"/>
          </ac:spMkLst>
        </pc:spChg>
        <pc:spChg chg="mod topLvl">
          <ac:chgData name="Anthony Sebastian Xerri Hawley" userId="79b7d0b5-0742-4a77-b818-949165fafb9c" providerId="ADAL" clId="{0564B858-5026-4537-9AFD-34C08ED5C8C2}" dt="2026-09-09T09:07:52.160" v="2581" actId="20577"/>
          <ac:spMkLst>
            <pc:docMk/>
            <pc:sldMk cId="3950070585" sldId="294"/>
            <ac:spMk id="19" creationId="{E0B3BBAE-8D95-FA70-C5EB-4AC025D464C1}"/>
          </ac:spMkLst>
        </pc:spChg>
        <pc:grpChg chg="add del mod">
          <ac:chgData name="Anthony Sebastian Xerri Hawley" userId="79b7d0b5-0742-4a77-b818-949165fafb9c" providerId="ADAL" clId="{0564B858-5026-4537-9AFD-34C08ED5C8C2}" dt="2026-09-09T09:06:59.520" v="2533"/>
          <ac:grpSpMkLst>
            <pc:docMk/>
            <pc:sldMk cId="3950070585" sldId="294"/>
            <ac:grpSpMk id="18" creationId="{9B991E98-A67C-C833-65B5-0B6FA11E7DC3}"/>
          </ac:grpSpMkLst>
        </pc:grpChg>
        <pc:picChg chg="add mod">
          <ac:chgData name="Anthony Sebastian Xerri Hawley" userId="79b7d0b5-0742-4a77-b818-949165fafb9c" providerId="ADAL" clId="{0564B858-5026-4537-9AFD-34C08ED5C8C2}" dt="2026-09-08T10:04:59.150" v="649" actId="1076"/>
          <ac:picMkLst>
            <pc:docMk/>
            <pc:sldMk cId="3950070585" sldId="294"/>
            <ac:picMk id="6" creationId="{71D4ACD5-09C4-A54D-82EA-6B9A00451A13}"/>
          </ac:picMkLst>
        </pc:picChg>
        <pc:picChg chg="add del mod">
          <ac:chgData name="Anthony Sebastian Xerri Hawley" userId="79b7d0b5-0742-4a77-b818-949165fafb9c" providerId="ADAL" clId="{0564B858-5026-4537-9AFD-34C08ED5C8C2}" dt="2026-09-08T11:12:41.789" v="1237" actId="208"/>
          <ac:picMkLst>
            <pc:docMk/>
            <pc:sldMk cId="3950070585" sldId="294"/>
            <ac:picMk id="13" creationId="{33638339-979D-F098-C055-81361A6477E8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8:33:43.660" v="2433" actId="207"/>
        <pc:sldMkLst>
          <pc:docMk/>
          <pc:sldMk cId="3789711990" sldId="295"/>
        </pc:sldMkLst>
        <pc:spChg chg="add">
          <ac:chgData name="Anthony Sebastian Xerri Hawley" userId="79b7d0b5-0742-4a77-b818-949165fafb9c" providerId="ADAL" clId="{0564B858-5026-4537-9AFD-34C08ED5C8C2}" dt="2026-09-09T08:32:31.845" v="2414" actId="22"/>
          <ac:spMkLst>
            <pc:docMk/>
            <pc:sldMk cId="3789711990" sldId="295"/>
            <ac:spMk id="7" creationId="{D3D1701A-C14B-6FE8-ECCA-C7202EFD71D0}"/>
          </ac:spMkLst>
        </pc:spChg>
        <pc:spChg chg="add">
          <ac:chgData name="Anthony Sebastian Xerri Hawley" userId="79b7d0b5-0742-4a77-b818-949165fafb9c" providerId="ADAL" clId="{0564B858-5026-4537-9AFD-34C08ED5C8C2}" dt="2026-09-09T08:32:31.845" v="2414" actId="22"/>
          <ac:spMkLst>
            <pc:docMk/>
            <pc:sldMk cId="3789711990" sldId="295"/>
            <ac:spMk id="10" creationId="{79DAB299-5F5A-4179-9EEA-4F2A94C1F352}"/>
          </ac:spMkLst>
        </pc:spChg>
        <pc:spChg chg="add">
          <ac:chgData name="Anthony Sebastian Xerri Hawley" userId="79b7d0b5-0742-4a77-b818-949165fafb9c" providerId="ADAL" clId="{0564B858-5026-4537-9AFD-34C08ED5C8C2}" dt="2026-09-09T08:32:31.845" v="2414" actId="22"/>
          <ac:spMkLst>
            <pc:docMk/>
            <pc:sldMk cId="3789711990" sldId="295"/>
            <ac:spMk id="13" creationId="{DC0AD080-17E4-D26B-A301-DC96608CB5E5}"/>
          </ac:spMkLst>
        </pc:spChg>
        <pc:spChg chg="add">
          <ac:chgData name="Anthony Sebastian Xerri Hawley" userId="79b7d0b5-0742-4a77-b818-949165fafb9c" providerId="ADAL" clId="{0564B858-5026-4537-9AFD-34C08ED5C8C2}" dt="2026-09-09T08:32:31.845" v="2414" actId="22"/>
          <ac:spMkLst>
            <pc:docMk/>
            <pc:sldMk cId="3789711990" sldId="295"/>
            <ac:spMk id="16" creationId="{01D38EB7-CC25-4424-2873-F2876EDEB7E0}"/>
          </ac:spMkLst>
        </pc:spChg>
        <pc:spChg chg="add">
          <ac:chgData name="Anthony Sebastian Xerri Hawley" userId="79b7d0b5-0742-4a77-b818-949165fafb9c" providerId="ADAL" clId="{0564B858-5026-4537-9AFD-34C08ED5C8C2}" dt="2026-09-09T08:32:31.845" v="2414" actId="22"/>
          <ac:spMkLst>
            <pc:docMk/>
            <pc:sldMk cId="3789711990" sldId="295"/>
            <ac:spMk id="19" creationId="{345F5A12-90ED-65C2-BF76-19D4C52C2EDA}"/>
          </ac:spMkLst>
        </pc:spChg>
        <pc:spChg chg="add mod">
          <ac:chgData name="Anthony Sebastian Xerri Hawley" userId="79b7d0b5-0742-4a77-b818-949165fafb9c" providerId="ADAL" clId="{0564B858-5026-4537-9AFD-34C08ED5C8C2}" dt="2026-09-09T08:32:57.780" v="2422" actId="207"/>
          <ac:spMkLst>
            <pc:docMk/>
            <pc:sldMk cId="3789711990" sldId="295"/>
            <ac:spMk id="26" creationId="{C04AD5EA-9074-1A78-31E8-F740BA5B5379}"/>
          </ac:spMkLst>
        </pc:spChg>
        <pc:spChg chg="add mod">
          <ac:chgData name="Anthony Sebastian Xerri Hawley" userId="79b7d0b5-0742-4a77-b818-949165fafb9c" providerId="ADAL" clId="{0564B858-5026-4537-9AFD-34C08ED5C8C2}" dt="2026-09-09T08:32:46.140" v="2418" actId="20577"/>
          <ac:spMkLst>
            <pc:docMk/>
            <pc:sldMk cId="3789711990" sldId="295"/>
            <ac:spMk id="29" creationId="{779EDB29-287E-278C-AF9E-44B4FBE4B6DC}"/>
          </ac:spMkLst>
        </pc:spChg>
        <pc:spChg chg="add mod">
          <ac:chgData name="Anthony Sebastian Xerri Hawley" userId="79b7d0b5-0742-4a77-b818-949165fafb9c" providerId="ADAL" clId="{0564B858-5026-4537-9AFD-34C08ED5C8C2}" dt="2026-09-09T08:32:38.495" v="2415" actId="207"/>
          <ac:spMkLst>
            <pc:docMk/>
            <pc:sldMk cId="3789711990" sldId="295"/>
            <ac:spMk id="32" creationId="{414F8887-1711-2744-8D15-E8831EA28348}"/>
          </ac:spMkLst>
        </pc:spChg>
        <pc:spChg chg="mod">
          <ac:chgData name="Anthony Sebastian Xerri Hawley" userId="79b7d0b5-0742-4a77-b818-949165fafb9c" providerId="ADAL" clId="{0564B858-5026-4537-9AFD-34C08ED5C8C2}" dt="2026-09-09T08:33:43.660" v="2433" actId="207"/>
          <ac:spMkLst>
            <pc:docMk/>
            <pc:sldMk cId="3789711990" sldId="295"/>
            <ac:spMk id="35" creationId="{B895A98A-628D-B97B-A707-F08CE2C48E65}"/>
          </ac:spMkLst>
        </pc:spChg>
        <pc:spChg chg="add mod">
          <ac:chgData name="Anthony Sebastian Xerri Hawley" userId="79b7d0b5-0742-4a77-b818-949165fafb9c" providerId="ADAL" clId="{0564B858-5026-4537-9AFD-34C08ED5C8C2}" dt="2026-09-09T08:33:39.196" v="2431" actId="207"/>
          <ac:spMkLst>
            <pc:docMk/>
            <pc:sldMk cId="3789711990" sldId="295"/>
            <ac:spMk id="42" creationId="{19D7856A-2396-D28D-DA4D-E23BCF8B99D5}"/>
          </ac:spMkLst>
        </pc:spChg>
        <pc:spChg chg="add mod">
          <ac:chgData name="Anthony Sebastian Xerri Hawley" userId="79b7d0b5-0742-4a77-b818-949165fafb9c" providerId="ADAL" clId="{0564B858-5026-4537-9AFD-34C08ED5C8C2}" dt="2026-09-09T08:33:41.085" v="2432" actId="207"/>
          <ac:spMkLst>
            <pc:docMk/>
            <pc:sldMk cId="3789711990" sldId="295"/>
            <ac:spMk id="45" creationId="{95478951-75B9-818E-F966-C4744EF9903E}"/>
          </ac:spMkLst>
        </pc:spChg>
        <pc:picChg chg="mod">
          <ac:chgData name="Anthony Sebastian Xerri Hawley" userId="79b7d0b5-0742-4a77-b818-949165fafb9c" providerId="ADAL" clId="{0564B858-5026-4537-9AFD-34C08ED5C8C2}" dt="2026-09-09T08:33:10.808" v="2425" actId="12789"/>
          <ac:picMkLst>
            <pc:docMk/>
            <pc:sldMk cId="3789711990" sldId="295"/>
            <ac:picMk id="48" creationId="{F543F9C2-D8EB-F3AE-84B0-8F435D6BA2B6}"/>
          </ac:picMkLst>
        </pc:picChg>
        <pc:picChg chg="mod">
          <ac:chgData name="Anthony Sebastian Xerri Hawley" userId="79b7d0b5-0742-4a77-b818-949165fafb9c" providerId="ADAL" clId="{0564B858-5026-4537-9AFD-34C08ED5C8C2}" dt="2026-09-09T08:33:10.808" v="2425" actId="12789"/>
          <ac:picMkLst>
            <pc:docMk/>
            <pc:sldMk cId="3789711990" sldId="295"/>
            <ac:picMk id="53" creationId="{9305234B-91D5-D80C-361A-E840EF6EB27F}"/>
          </ac:picMkLst>
        </pc:picChg>
        <pc:picChg chg="add mod">
          <ac:chgData name="Anthony Sebastian Xerri Hawley" userId="79b7d0b5-0742-4a77-b818-949165fafb9c" providerId="ADAL" clId="{0564B858-5026-4537-9AFD-34C08ED5C8C2}" dt="2026-09-09T08:33:10.808" v="2425" actId="12789"/>
          <ac:picMkLst>
            <pc:docMk/>
            <pc:sldMk cId="3789711990" sldId="295"/>
            <ac:picMk id="56" creationId="{7F9FB89C-8397-0B71-BFC7-5E2FCC2D60C8}"/>
          </ac:picMkLst>
        </pc:picChg>
        <pc:picChg chg="add mod">
          <ac:chgData name="Anthony Sebastian Xerri Hawley" userId="79b7d0b5-0742-4a77-b818-949165fafb9c" providerId="ADAL" clId="{0564B858-5026-4537-9AFD-34C08ED5C8C2}" dt="2026-09-09T08:33:20.474" v="2428" actId="1076"/>
          <ac:picMkLst>
            <pc:docMk/>
            <pc:sldMk cId="3789711990" sldId="295"/>
            <ac:picMk id="58" creationId="{110CF342-9508-C398-3E20-EE028173633A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7:40:51.227" v="2070" actId="1582"/>
        <pc:sldMkLst>
          <pc:docMk/>
          <pc:sldMk cId="4045286360" sldId="298"/>
        </pc:sldMkLst>
        <pc:spChg chg="mod">
          <ac:chgData name="Anthony Sebastian Xerri Hawley" userId="79b7d0b5-0742-4a77-b818-949165fafb9c" providerId="ADAL" clId="{0564B858-5026-4537-9AFD-34C08ED5C8C2}" dt="2026-09-09T07:35:14.325" v="1979"/>
          <ac:spMkLst>
            <pc:docMk/>
            <pc:sldMk cId="4045286360" sldId="298"/>
            <ac:spMk id="2" creationId="{5D29D3DA-BA24-EA58-498C-998051C3E8C9}"/>
          </ac:spMkLst>
        </pc:spChg>
        <pc:spChg chg="mod">
          <ac:chgData name="Anthony Sebastian Xerri Hawley" userId="79b7d0b5-0742-4a77-b818-949165fafb9c" providerId="ADAL" clId="{0564B858-5026-4537-9AFD-34C08ED5C8C2}" dt="2026-09-09T07:35:32.031" v="1986"/>
          <ac:spMkLst>
            <pc:docMk/>
            <pc:sldMk cId="4045286360" sldId="298"/>
            <ac:spMk id="13" creationId="{FBC2630F-1C60-75E7-0F17-4E9E9E188E0E}"/>
          </ac:spMkLst>
        </pc:spChg>
        <pc:spChg chg="add">
          <ac:chgData name="Anthony Sebastian Xerri Hawley" userId="79b7d0b5-0742-4a77-b818-949165fafb9c" providerId="ADAL" clId="{0564B858-5026-4537-9AFD-34C08ED5C8C2}" dt="2026-09-09T07:35:47.078" v="1988" actId="22"/>
          <ac:spMkLst>
            <pc:docMk/>
            <pc:sldMk cId="4045286360" sldId="298"/>
            <ac:spMk id="18" creationId="{38600E8B-8578-EB83-1152-F714F4DCB42B}"/>
          </ac:spMkLst>
        </pc:spChg>
        <pc:spChg chg="add">
          <ac:chgData name="Anthony Sebastian Xerri Hawley" userId="79b7d0b5-0742-4a77-b818-949165fafb9c" providerId="ADAL" clId="{0564B858-5026-4537-9AFD-34C08ED5C8C2}" dt="2026-09-09T07:35:47.078" v="1988" actId="22"/>
          <ac:spMkLst>
            <pc:docMk/>
            <pc:sldMk cId="4045286360" sldId="298"/>
            <ac:spMk id="20" creationId="{617ACD0A-8A53-0D5D-DA2A-092C6FA6C45B}"/>
          </ac:spMkLst>
        </pc:spChg>
        <pc:spChg chg="add">
          <ac:chgData name="Anthony Sebastian Xerri Hawley" userId="79b7d0b5-0742-4a77-b818-949165fafb9c" providerId="ADAL" clId="{0564B858-5026-4537-9AFD-34C08ED5C8C2}" dt="2026-09-09T07:35:47.078" v="1988" actId="22"/>
          <ac:spMkLst>
            <pc:docMk/>
            <pc:sldMk cId="4045286360" sldId="298"/>
            <ac:spMk id="22" creationId="{461497C1-ABB8-A3B8-A6E4-46B6FC310A12}"/>
          </ac:spMkLst>
        </pc:spChg>
        <pc:spChg chg="add">
          <ac:chgData name="Anthony Sebastian Xerri Hawley" userId="79b7d0b5-0742-4a77-b818-949165fafb9c" providerId="ADAL" clId="{0564B858-5026-4537-9AFD-34C08ED5C8C2}" dt="2026-09-09T07:35:47.078" v="1988" actId="22"/>
          <ac:spMkLst>
            <pc:docMk/>
            <pc:sldMk cId="4045286360" sldId="298"/>
            <ac:spMk id="24" creationId="{ACC61F71-BC50-9315-2769-317B46343ED0}"/>
          </ac:spMkLst>
        </pc:spChg>
        <pc:spChg chg="add mod">
          <ac:chgData name="Anthony Sebastian Xerri Hawley" userId="79b7d0b5-0742-4a77-b818-949165fafb9c" providerId="ADAL" clId="{0564B858-5026-4537-9AFD-34C08ED5C8C2}" dt="2026-09-09T07:37:03.531" v="2010" actId="20577"/>
          <ac:spMkLst>
            <pc:docMk/>
            <pc:sldMk cId="4045286360" sldId="298"/>
            <ac:spMk id="26" creationId="{2610D8B7-05E8-E2AE-6D90-8C874F96287F}"/>
          </ac:spMkLst>
        </pc:spChg>
        <pc:spChg chg="add mod">
          <ac:chgData name="Anthony Sebastian Xerri Hawley" userId="79b7d0b5-0742-4a77-b818-949165fafb9c" providerId="ADAL" clId="{0564B858-5026-4537-9AFD-34C08ED5C8C2}" dt="2026-09-09T07:40:51.227" v="2070" actId="1582"/>
          <ac:spMkLst>
            <pc:docMk/>
            <pc:sldMk cId="4045286360" sldId="298"/>
            <ac:spMk id="30" creationId="{9B06EA00-15BB-12A0-853F-BF848A2CEEF1}"/>
          </ac:spMkLst>
        </pc:spChg>
        <pc:picChg chg="add mod">
          <ac:chgData name="Anthony Sebastian Xerri Hawley" userId="79b7d0b5-0742-4a77-b818-949165fafb9c" providerId="ADAL" clId="{0564B858-5026-4537-9AFD-34C08ED5C8C2}" dt="2026-09-09T07:37:34.589" v="2013" actId="1076"/>
          <ac:picMkLst>
            <pc:docMk/>
            <pc:sldMk cId="4045286360" sldId="298"/>
            <ac:picMk id="28" creationId="{270A0422-C94B-72E6-E74A-F3E644F29F30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7:41:06.917" v="2077" actId="14100"/>
        <pc:sldMkLst>
          <pc:docMk/>
          <pc:sldMk cId="3764317147" sldId="299"/>
        </pc:sldMkLst>
        <pc:spChg chg="mod">
          <ac:chgData name="Anthony Sebastian Xerri Hawley" userId="79b7d0b5-0742-4a77-b818-949165fafb9c" providerId="ADAL" clId="{0564B858-5026-4537-9AFD-34C08ED5C8C2}" dt="2026-09-09T07:39:11.687" v="2042"/>
          <ac:spMkLst>
            <pc:docMk/>
            <pc:sldMk cId="3764317147" sldId="299"/>
            <ac:spMk id="2" creationId="{0D90DCEE-99A5-C1C9-8034-4863966E8F4E}"/>
          </ac:spMkLst>
        </pc:spChg>
        <pc:spChg chg="add del">
          <ac:chgData name="Anthony Sebastian Xerri Hawley" userId="79b7d0b5-0742-4a77-b818-949165fafb9c" providerId="ADAL" clId="{0564B858-5026-4537-9AFD-34C08ED5C8C2}" dt="2026-09-09T07:39:37.822" v="2049" actId="478"/>
          <ac:spMkLst>
            <pc:docMk/>
            <pc:sldMk cId="3764317147" sldId="299"/>
            <ac:spMk id="9" creationId="{7FD9977C-3F01-EFCA-6918-B9EA5BEB30F4}"/>
          </ac:spMkLst>
        </pc:spChg>
        <pc:spChg chg="add del">
          <ac:chgData name="Anthony Sebastian Xerri Hawley" userId="79b7d0b5-0742-4a77-b818-949165fafb9c" providerId="ADAL" clId="{0564B858-5026-4537-9AFD-34C08ED5C8C2}" dt="2026-09-09T07:39:37.822" v="2049" actId="478"/>
          <ac:spMkLst>
            <pc:docMk/>
            <pc:sldMk cId="3764317147" sldId="299"/>
            <ac:spMk id="11" creationId="{95707D93-3256-D0E5-8A63-2F45E93FD926}"/>
          </ac:spMkLst>
        </pc:spChg>
        <pc:spChg chg="mod">
          <ac:chgData name="Anthony Sebastian Xerri Hawley" userId="79b7d0b5-0742-4a77-b818-949165fafb9c" providerId="ADAL" clId="{0564B858-5026-4537-9AFD-34C08ED5C8C2}" dt="2026-09-09T07:39:17.716" v="2045"/>
          <ac:spMkLst>
            <pc:docMk/>
            <pc:sldMk cId="3764317147" sldId="299"/>
            <ac:spMk id="13" creationId="{3FA48034-3714-8C26-5624-D58C8CC38E09}"/>
          </ac:spMkLst>
        </pc:spChg>
        <pc:spChg chg="add del">
          <ac:chgData name="Anthony Sebastian Xerri Hawley" userId="79b7d0b5-0742-4a77-b818-949165fafb9c" providerId="ADAL" clId="{0564B858-5026-4537-9AFD-34C08ED5C8C2}" dt="2026-09-09T07:39:37.822" v="2049" actId="478"/>
          <ac:spMkLst>
            <pc:docMk/>
            <pc:sldMk cId="3764317147" sldId="299"/>
            <ac:spMk id="14" creationId="{54AA6F4E-235C-358A-A0D6-4E70AC6D4B67}"/>
          </ac:spMkLst>
        </pc:spChg>
        <pc:spChg chg="add del">
          <ac:chgData name="Anthony Sebastian Xerri Hawley" userId="79b7d0b5-0742-4a77-b818-949165fafb9c" providerId="ADAL" clId="{0564B858-5026-4537-9AFD-34C08ED5C8C2}" dt="2026-09-09T07:39:37.822" v="2049" actId="478"/>
          <ac:spMkLst>
            <pc:docMk/>
            <pc:sldMk cId="3764317147" sldId="299"/>
            <ac:spMk id="16" creationId="{BC68F5B3-A05F-619B-19ED-969FDC73FD37}"/>
          </ac:spMkLst>
        </pc:spChg>
        <pc:spChg chg="add mod">
          <ac:chgData name="Anthony Sebastian Xerri Hawley" userId="79b7d0b5-0742-4a77-b818-949165fafb9c" providerId="ADAL" clId="{0564B858-5026-4537-9AFD-34C08ED5C8C2}" dt="2026-09-09T07:40:01.186" v="2057"/>
          <ac:spMkLst>
            <pc:docMk/>
            <pc:sldMk cId="3764317147" sldId="299"/>
            <ac:spMk id="26" creationId="{EBB7E182-7FAC-42D8-4CD1-08DF9970A2F4}"/>
          </ac:spMkLst>
        </pc:spChg>
        <pc:spChg chg="add mod">
          <ac:chgData name="Anthony Sebastian Xerri Hawley" userId="79b7d0b5-0742-4a77-b818-949165fafb9c" providerId="ADAL" clId="{0564B858-5026-4537-9AFD-34C08ED5C8C2}" dt="2026-09-09T07:41:06.917" v="2077" actId="14100"/>
          <ac:spMkLst>
            <pc:docMk/>
            <pc:sldMk cId="3764317147" sldId="299"/>
            <ac:spMk id="32" creationId="{846FE88F-20F8-20F3-CD9E-60C3C6D2A4B6}"/>
          </ac:spMkLst>
        </pc:spChg>
        <pc:picChg chg="add mod">
          <ac:chgData name="Anthony Sebastian Xerri Hawley" userId="79b7d0b5-0742-4a77-b818-949165fafb9c" providerId="ADAL" clId="{0564B858-5026-4537-9AFD-34C08ED5C8C2}" dt="2026-09-09T07:40:58.568" v="2073" actId="1076"/>
          <ac:picMkLst>
            <pc:docMk/>
            <pc:sldMk cId="3764317147" sldId="299"/>
            <ac:picMk id="30" creationId="{2A30285D-CD71-408D-3C2B-97ED3F3502F5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7:59:11.358" v="2188" actId="14100"/>
        <pc:sldMkLst>
          <pc:docMk/>
          <pc:sldMk cId="2875555504" sldId="300"/>
        </pc:sldMkLst>
        <pc:spChg chg="mod">
          <ac:chgData name="Anthony Sebastian Xerri Hawley" userId="79b7d0b5-0742-4a77-b818-949165fafb9c" providerId="ADAL" clId="{0564B858-5026-4537-9AFD-34C08ED5C8C2}" dt="2026-09-09T07:56:37.183" v="2160"/>
          <ac:spMkLst>
            <pc:docMk/>
            <pc:sldMk cId="2875555504" sldId="300"/>
            <ac:spMk id="2" creationId="{89F9FFD9-57F8-E962-E5BF-B08D2E6A0B98}"/>
          </ac:spMkLst>
        </pc:spChg>
        <pc:spChg chg="add">
          <ac:chgData name="Anthony Sebastian Xerri Hawley" userId="79b7d0b5-0742-4a77-b818-949165fafb9c" providerId="ADAL" clId="{0564B858-5026-4537-9AFD-34C08ED5C8C2}" dt="2026-09-09T07:56:58.643" v="2165" actId="22"/>
          <ac:spMkLst>
            <pc:docMk/>
            <pc:sldMk cId="2875555504" sldId="300"/>
            <ac:spMk id="6" creationId="{6845AAE2-4396-7C9C-9464-D7521BE32F24}"/>
          </ac:spMkLst>
        </pc:spChg>
        <pc:spChg chg="add">
          <ac:chgData name="Anthony Sebastian Xerri Hawley" userId="79b7d0b5-0742-4a77-b818-949165fafb9c" providerId="ADAL" clId="{0564B858-5026-4537-9AFD-34C08ED5C8C2}" dt="2026-09-09T07:56:58.643" v="2165" actId="22"/>
          <ac:spMkLst>
            <pc:docMk/>
            <pc:sldMk cId="2875555504" sldId="300"/>
            <ac:spMk id="8" creationId="{5C7DCFC6-41D8-5F01-9D9E-BF8A9769D5D4}"/>
          </ac:spMkLst>
        </pc:spChg>
        <pc:spChg chg="add">
          <ac:chgData name="Anthony Sebastian Xerri Hawley" userId="79b7d0b5-0742-4a77-b818-949165fafb9c" providerId="ADAL" clId="{0564B858-5026-4537-9AFD-34C08ED5C8C2}" dt="2026-09-09T07:56:58.643" v="2165" actId="22"/>
          <ac:spMkLst>
            <pc:docMk/>
            <pc:sldMk cId="2875555504" sldId="300"/>
            <ac:spMk id="10" creationId="{08ECC3D1-E592-EA8E-F937-5687811D12E8}"/>
          </ac:spMkLst>
        </pc:spChg>
        <pc:spChg chg="mod">
          <ac:chgData name="Anthony Sebastian Xerri Hawley" userId="79b7d0b5-0742-4a77-b818-949165fafb9c" providerId="ADAL" clId="{0564B858-5026-4537-9AFD-34C08ED5C8C2}" dt="2026-09-09T07:56:42.954" v="2163"/>
          <ac:spMkLst>
            <pc:docMk/>
            <pc:sldMk cId="2875555504" sldId="300"/>
            <ac:spMk id="11" creationId="{AF771B03-C226-2500-23B7-95AF21963C65}"/>
          </ac:spMkLst>
        </pc:spChg>
        <pc:spChg chg="add">
          <ac:chgData name="Anthony Sebastian Xerri Hawley" userId="79b7d0b5-0742-4a77-b818-949165fafb9c" providerId="ADAL" clId="{0564B858-5026-4537-9AFD-34C08ED5C8C2}" dt="2026-09-09T07:56:58.643" v="2165" actId="22"/>
          <ac:spMkLst>
            <pc:docMk/>
            <pc:sldMk cId="2875555504" sldId="300"/>
            <ac:spMk id="14" creationId="{F361DDC4-021E-FD8C-8B46-CA582EC1F938}"/>
          </ac:spMkLst>
        </pc:spChg>
        <pc:spChg chg="add mod">
          <ac:chgData name="Anthony Sebastian Xerri Hawley" userId="79b7d0b5-0742-4a77-b818-949165fafb9c" providerId="ADAL" clId="{0564B858-5026-4537-9AFD-34C08ED5C8C2}" dt="2026-09-09T07:57:12.215" v="2169" actId="14100"/>
          <ac:spMkLst>
            <pc:docMk/>
            <pc:sldMk cId="2875555504" sldId="300"/>
            <ac:spMk id="18" creationId="{7226B93B-B661-3E26-4F8F-20E7B5C16486}"/>
          </ac:spMkLst>
        </pc:spChg>
        <pc:spChg chg="add mod">
          <ac:chgData name="Anthony Sebastian Xerri Hawley" userId="79b7d0b5-0742-4a77-b818-949165fafb9c" providerId="ADAL" clId="{0564B858-5026-4537-9AFD-34C08ED5C8C2}" dt="2026-09-09T07:59:11.358" v="2188" actId="14100"/>
          <ac:spMkLst>
            <pc:docMk/>
            <pc:sldMk cId="2875555504" sldId="300"/>
            <ac:spMk id="26" creationId="{5E318DA3-9DD5-A57C-6B2D-382F898E5FD5}"/>
          </ac:spMkLst>
        </pc:spChg>
        <pc:picChg chg="add mod modCrop">
          <ac:chgData name="Anthony Sebastian Xerri Hawley" userId="79b7d0b5-0742-4a77-b818-949165fafb9c" providerId="ADAL" clId="{0564B858-5026-4537-9AFD-34C08ED5C8C2}" dt="2026-09-09T07:58:26.714" v="2180" actId="1076"/>
          <ac:picMkLst>
            <pc:docMk/>
            <pc:sldMk cId="2875555504" sldId="300"/>
            <ac:picMk id="21" creationId="{97C52ECD-17CA-A527-B50D-D3624D526EA4}"/>
          </ac:picMkLst>
        </pc:picChg>
        <pc:picChg chg="add mod">
          <ac:chgData name="Anthony Sebastian Xerri Hawley" userId="79b7d0b5-0742-4a77-b818-949165fafb9c" providerId="ADAL" clId="{0564B858-5026-4537-9AFD-34C08ED5C8C2}" dt="2026-09-09T07:58:46.480" v="2183" actId="1076"/>
          <ac:picMkLst>
            <pc:docMk/>
            <pc:sldMk cId="2875555504" sldId="300"/>
            <ac:picMk id="24" creationId="{101875D3-958F-97E2-A050-EC08F30BADA5}"/>
          </ac:picMkLst>
        </pc:picChg>
      </pc:sldChg>
      <pc:sldChg chg="addSp delSp modSp mod">
        <pc:chgData name="Anthony Sebastian Xerri Hawley" userId="79b7d0b5-0742-4a77-b818-949165fafb9c" providerId="ADAL" clId="{0564B858-5026-4537-9AFD-34C08ED5C8C2}" dt="2026-09-09T08:05:16.953" v="2248" actId="14100"/>
        <pc:sldMkLst>
          <pc:docMk/>
          <pc:sldMk cId="3394465261" sldId="301"/>
        </pc:sldMkLst>
        <pc:spChg chg="mod">
          <ac:chgData name="Anthony Sebastian Xerri Hawley" userId="79b7d0b5-0742-4a77-b818-949165fafb9c" providerId="ADAL" clId="{0564B858-5026-4537-9AFD-34C08ED5C8C2}" dt="2026-09-09T08:02:48.113" v="2220"/>
          <ac:spMkLst>
            <pc:docMk/>
            <pc:sldMk cId="3394465261" sldId="301"/>
            <ac:spMk id="2" creationId="{942F8389-A391-696F-9A81-F20E479150F6}"/>
          </ac:spMkLst>
        </pc:spChg>
        <pc:spChg chg="add">
          <ac:chgData name="Anthony Sebastian Xerri Hawley" userId="79b7d0b5-0742-4a77-b818-949165fafb9c" providerId="ADAL" clId="{0564B858-5026-4537-9AFD-34C08ED5C8C2}" dt="2026-09-09T08:03:01.951" v="2225" actId="22"/>
          <ac:spMkLst>
            <pc:docMk/>
            <pc:sldMk cId="3394465261" sldId="301"/>
            <ac:spMk id="6" creationId="{18DF2F4E-100B-B739-9A6E-FC17E55E0678}"/>
          </ac:spMkLst>
        </pc:spChg>
        <pc:spChg chg="add">
          <ac:chgData name="Anthony Sebastian Xerri Hawley" userId="79b7d0b5-0742-4a77-b818-949165fafb9c" providerId="ADAL" clId="{0564B858-5026-4537-9AFD-34C08ED5C8C2}" dt="2026-09-09T08:03:01.951" v="2225" actId="22"/>
          <ac:spMkLst>
            <pc:docMk/>
            <pc:sldMk cId="3394465261" sldId="301"/>
            <ac:spMk id="8" creationId="{8EDCA2FF-49EF-6894-F41A-4DE921539B53}"/>
          </ac:spMkLst>
        </pc:spChg>
        <pc:spChg chg="add">
          <ac:chgData name="Anthony Sebastian Xerri Hawley" userId="79b7d0b5-0742-4a77-b818-949165fafb9c" providerId="ADAL" clId="{0564B858-5026-4537-9AFD-34C08ED5C8C2}" dt="2026-09-09T08:03:01.951" v="2225" actId="22"/>
          <ac:spMkLst>
            <pc:docMk/>
            <pc:sldMk cId="3394465261" sldId="301"/>
            <ac:spMk id="10" creationId="{8AB969E1-06C9-216A-E02D-39F706B50425}"/>
          </ac:spMkLst>
        </pc:spChg>
        <pc:spChg chg="mod">
          <ac:chgData name="Anthony Sebastian Xerri Hawley" userId="79b7d0b5-0742-4a77-b818-949165fafb9c" providerId="ADAL" clId="{0564B858-5026-4537-9AFD-34C08ED5C8C2}" dt="2026-09-09T08:02:53.700" v="2223"/>
          <ac:spMkLst>
            <pc:docMk/>
            <pc:sldMk cId="3394465261" sldId="301"/>
            <ac:spMk id="13" creationId="{D3C2CAB2-6E21-075B-A779-2C74BE13035C}"/>
          </ac:spMkLst>
        </pc:spChg>
        <pc:spChg chg="add">
          <ac:chgData name="Anthony Sebastian Xerri Hawley" userId="79b7d0b5-0742-4a77-b818-949165fafb9c" providerId="ADAL" clId="{0564B858-5026-4537-9AFD-34C08ED5C8C2}" dt="2026-09-09T08:03:01.951" v="2225" actId="22"/>
          <ac:spMkLst>
            <pc:docMk/>
            <pc:sldMk cId="3394465261" sldId="301"/>
            <ac:spMk id="14" creationId="{2027C346-17CA-BAD2-6BAC-21334251F4F5}"/>
          </ac:spMkLst>
        </pc:spChg>
        <pc:spChg chg="add mod">
          <ac:chgData name="Anthony Sebastian Xerri Hawley" userId="79b7d0b5-0742-4a77-b818-949165fafb9c" providerId="ADAL" clId="{0564B858-5026-4537-9AFD-34C08ED5C8C2}" dt="2026-09-09T08:03:10.531" v="2227"/>
          <ac:spMkLst>
            <pc:docMk/>
            <pc:sldMk cId="3394465261" sldId="301"/>
            <ac:spMk id="18" creationId="{88DD0D81-FEFB-8F78-11C2-59C3AE69D42E}"/>
          </ac:spMkLst>
        </pc:spChg>
        <pc:spChg chg="add mod">
          <ac:chgData name="Anthony Sebastian Xerri Hawley" userId="79b7d0b5-0742-4a77-b818-949165fafb9c" providerId="ADAL" clId="{0564B858-5026-4537-9AFD-34C08ED5C8C2}" dt="2026-09-09T08:05:00.156" v="2245" actId="1582"/>
          <ac:spMkLst>
            <pc:docMk/>
            <pc:sldMk cId="3394465261" sldId="301"/>
            <ac:spMk id="26" creationId="{A8487C09-D8FE-8E5D-5C65-10B45995EA8C}"/>
          </ac:spMkLst>
        </pc:spChg>
        <pc:picChg chg="add mod">
          <ac:chgData name="Anthony Sebastian Xerri Hawley" userId="79b7d0b5-0742-4a77-b818-949165fafb9c" providerId="ADAL" clId="{0564B858-5026-4537-9AFD-34C08ED5C8C2}" dt="2026-09-09T08:04:42.778" v="2241" actId="1076"/>
          <ac:picMkLst>
            <pc:docMk/>
            <pc:sldMk cId="3394465261" sldId="301"/>
            <ac:picMk id="22" creationId="{8D66D4B4-4DBA-1DA9-6F43-8196B746053B}"/>
          </ac:picMkLst>
        </pc:picChg>
        <pc:picChg chg="add mod">
          <ac:chgData name="Anthony Sebastian Xerri Hawley" userId="79b7d0b5-0742-4a77-b818-949165fafb9c" providerId="ADAL" clId="{0564B858-5026-4537-9AFD-34C08ED5C8C2}" dt="2026-09-09T08:04:29.636" v="2237" actId="208"/>
          <ac:picMkLst>
            <pc:docMk/>
            <pc:sldMk cId="3394465261" sldId="301"/>
            <ac:picMk id="24" creationId="{A0A8D577-EA18-E14F-8AE6-00D55C5B0EC8}"/>
          </ac:picMkLst>
        </pc:picChg>
        <pc:cxnChg chg="add mod">
          <ac:chgData name="Anthony Sebastian Xerri Hawley" userId="79b7d0b5-0742-4a77-b818-949165fafb9c" providerId="ADAL" clId="{0564B858-5026-4537-9AFD-34C08ED5C8C2}" dt="2026-09-09T08:05:16.953" v="2248" actId="14100"/>
          <ac:cxnSpMkLst>
            <pc:docMk/>
            <pc:sldMk cId="3394465261" sldId="301"/>
            <ac:cxnSpMk id="28" creationId="{AAF44AC0-9030-2FC6-199B-AD08D5D1E3A1}"/>
          </ac:cxnSpMkLst>
        </pc:cxnChg>
      </pc:sldChg>
      <pc:sldChg chg="addSp delSp modSp mod">
        <pc:chgData name="Anthony Sebastian Xerri Hawley" userId="79b7d0b5-0742-4a77-b818-949165fafb9c" providerId="ADAL" clId="{0564B858-5026-4537-9AFD-34C08ED5C8C2}" dt="2026-09-09T08:14:29.290" v="2334" actId="1076"/>
        <pc:sldMkLst>
          <pc:docMk/>
          <pc:sldMk cId="3709059809" sldId="302"/>
        </pc:sldMkLst>
        <pc:spChg chg="mod">
          <ac:chgData name="Anthony Sebastian Xerri Hawley" userId="79b7d0b5-0742-4a77-b818-949165fafb9c" providerId="ADAL" clId="{0564B858-5026-4537-9AFD-34C08ED5C8C2}" dt="2026-09-09T08:10:55.589" v="2302"/>
          <ac:spMkLst>
            <pc:docMk/>
            <pc:sldMk cId="3709059809" sldId="302"/>
            <ac:spMk id="2" creationId="{B3002739-CBFB-94A4-7A5D-E8A9AE664D8D}"/>
          </ac:spMkLst>
        </pc:spChg>
        <pc:spChg chg="add">
          <ac:chgData name="Anthony Sebastian Xerri Hawley" userId="79b7d0b5-0742-4a77-b818-949165fafb9c" providerId="ADAL" clId="{0564B858-5026-4537-9AFD-34C08ED5C8C2}" dt="2026-09-09T08:11:07.879" v="2307" actId="22"/>
          <ac:spMkLst>
            <pc:docMk/>
            <pc:sldMk cId="3709059809" sldId="302"/>
            <ac:spMk id="6" creationId="{299C5B22-BE51-96AB-9803-B9AB771B4C1C}"/>
          </ac:spMkLst>
        </pc:spChg>
        <pc:spChg chg="add">
          <ac:chgData name="Anthony Sebastian Xerri Hawley" userId="79b7d0b5-0742-4a77-b818-949165fafb9c" providerId="ADAL" clId="{0564B858-5026-4537-9AFD-34C08ED5C8C2}" dt="2026-09-09T08:11:07.879" v="2307" actId="22"/>
          <ac:spMkLst>
            <pc:docMk/>
            <pc:sldMk cId="3709059809" sldId="302"/>
            <ac:spMk id="8" creationId="{EEB7DDF6-9426-406A-703C-84CB65AA5B7D}"/>
          </ac:spMkLst>
        </pc:spChg>
        <pc:spChg chg="add">
          <ac:chgData name="Anthony Sebastian Xerri Hawley" userId="79b7d0b5-0742-4a77-b818-949165fafb9c" providerId="ADAL" clId="{0564B858-5026-4537-9AFD-34C08ED5C8C2}" dt="2026-09-09T08:11:07.879" v="2307" actId="22"/>
          <ac:spMkLst>
            <pc:docMk/>
            <pc:sldMk cId="3709059809" sldId="302"/>
            <ac:spMk id="10" creationId="{B70122BF-CCAB-7BCA-D902-45C118EB0FBB}"/>
          </ac:spMkLst>
        </pc:spChg>
        <pc:spChg chg="mod">
          <ac:chgData name="Anthony Sebastian Xerri Hawley" userId="79b7d0b5-0742-4a77-b818-949165fafb9c" providerId="ADAL" clId="{0564B858-5026-4537-9AFD-34C08ED5C8C2}" dt="2026-09-09T08:13:43.482" v="2327" actId="20577"/>
          <ac:spMkLst>
            <pc:docMk/>
            <pc:sldMk cId="3709059809" sldId="302"/>
            <ac:spMk id="11" creationId="{A6592914-5DD5-A85A-48DA-F30889BE42D9}"/>
          </ac:spMkLst>
        </pc:spChg>
        <pc:spChg chg="add">
          <ac:chgData name="Anthony Sebastian Xerri Hawley" userId="79b7d0b5-0742-4a77-b818-949165fafb9c" providerId="ADAL" clId="{0564B858-5026-4537-9AFD-34C08ED5C8C2}" dt="2026-09-09T08:11:07.879" v="2307" actId="22"/>
          <ac:spMkLst>
            <pc:docMk/>
            <pc:sldMk cId="3709059809" sldId="302"/>
            <ac:spMk id="14" creationId="{109A6BDC-BECA-C153-DE81-6BD73A7BEE44}"/>
          </ac:spMkLst>
        </pc:spChg>
        <pc:spChg chg="add mod">
          <ac:chgData name="Anthony Sebastian Xerri Hawley" userId="79b7d0b5-0742-4a77-b818-949165fafb9c" providerId="ADAL" clId="{0564B858-5026-4537-9AFD-34C08ED5C8C2}" dt="2026-09-09T08:11:20.104" v="2310" actId="14100"/>
          <ac:spMkLst>
            <pc:docMk/>
            <pc:sldMk cId="3709059809" sldId="302"/>
            <ac:spMk id="18" creationId="{6E4A15F3-BB92-811F-131B-6F81DAA6123E}"/>
          </ac:spMkLst>
        </pc:spChg>
        <pc:picChg chg="add mod">
          <ac:chgData name="Anthony Sebastian Xerri Hawley" userId="79b7d0b5-0742-4a77-b818-949165fafb9c" providerId="ADAL" clId="{0564B858-5026-4537-9AFD-34C08ED5C8C2}" dt="2026-09-09T08:14:29.290" v="2334" actId="1076"/>
          <ac:picMkLst>
            <pc:docMk/>
            <pc:sldMk cId="3709059809" sldId="302"/>
            <ac:picMk id="26" creationId="{613B4B2A-ECF1-7A32-8EFB-D7B296501DFE}"/>
          </ac:picMkLst>
        </pc:picChg>
      </pc:sldChg>
      <pc:sldChg chg="addSp delSp modSp new mod">
        <pc:chgData name="Anthony Sebastian Xerri Hawley" userId="79b7d0b5-0742-4a77-b818-949165fafb9c" providerId="ADAL" clId="{0564B858-5026-4537-9AFD-34C08ED5C8C2}" dt="2026-09-09T08:34:49.280" v="2441" actId="1582"/>
        <pc:sldMkLst>
          <pc:docMk/>
          <pc:sldMk cId="3892678284" sldId="304"/>
        </pc:sldMkLst>
        <pc:spChg chg="mo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4" creationId="{60C03BD8-8BAC-316C-3EA8-EC4BF04A5B1A}"/>
          </ac:spMkLst>
        </pc:spChg>
        <pc:spChg chg="mo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5" creationId="{EF7033A5-D142-1557-A9C7-315D1FBCD4C3}"/>
          </ac:spMkLst>
        </pc:spChg>
        <pc:spChg chg="add mod or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9" creationId="{D646F984-D675-5DE0-F6A8-584A87386AA5}"/>
          </ac:spMkLst>
        </pc:spChg>
        <pc:spChg chg="add mod or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11" creationId="{E411A089-A730-FB9C-AC0E-FA19213AE741}"/>
          </ac:spMkLst>
        </pc:spChg>
        <pc:spChg chg="add mod ord">
          <ac:chgData name="Anthony Sebastian Xerri Hawley" userId="79b7d0b5-0742-4a77-b818-949165fafb9c" providerId="ADAL" clId="{0564B858-5026-4537-9AFD-34C08ED5C8C2}" dt="2026-09-08T09:58:58.164" v="568" actId="113"/>
          <ac:spMkLst>
            <pc:docMk/>
            <pc:sldMk cId="3892678284" sldId="304"/>
            <ac:spMk id="20" creationId="{26D8D892-5FDA-AEA6-BDD5-8C3EFB451C76}"/>
          </ac:spMkLst>
        </pc:spChg>
        <pc:spChg chg="add mod or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22" creationId="{2061A03C-566E-E8BD-A1FC-967DD94AEEB0}"/>
          </ac:spMkLst>
        </pc:spChg>
        <pc:spChg chg="add mod or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24" creationId="{CB8C7EA7-A4D2-7B6B-3576-5D4E9233385B}"/>
          </ac:spMkLst>
        </pc:spChg>
        <pc:spChg chg="add mod ord">
          <ac:chgData name="Anthony Sebastian Xerri Hawley" userId="79b7d0b5-0742-4a77-b818-949165fafb9c" providerId="ADAL" clId="{0564B858-5026-4537-9AFD-34C08ED5C8C2}" dt="2026-09-08T09:52:13.263" v="431" actId="166"/>
          <ac:spMkLst>
            <pc:docMk/>
            <pc:sldMk cId="3892678284" sldId="304"/>
            <ac:spMk id="43" creationId="{88EFC0D9-F68E-5796-F561-493E0A6165D9}"/>
          </ac:spMkLst>
        </pc:spChg>
        <pc:spChg chg="add mod or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45" creationId="{B6C116FB-55E4-734A-9382-C471C543743D}"/>
          </ac:spMkLst>
        </pc:spChg>
        <pc:spChg chg="add mod ord">
          <ac:chgData name="Anthony Sebastian Xerri Hawley" userId="79b7d0b5-0742-4a77-b818-949165fafb9c" providerId="ADAL" clId="{0564B858-5026-4537-9AFD-34C08ED5C8C2}" dt="2026-09-08T09:59:02.755" v="570" actId="20577"/>
          <ac:spMkLst>
            <pc:docMk/>
            <pc:sldMk cId="3892678284" sldId="304"/>
            <ac:spMk id="53" creationId="{0D73C9D6-9241-EA0D-910F-15911B55EDE5}"/>
          </ac:spMkLst>
        </pc:spChg>
        <pc:spChg chg="add mod ord">
          <ac:chgData name="Anthony Sebastian Xerri Hawley" userId="79b7d0b5-0742-4a77-b818-949165fafb9c" providerId="ADAL" clId="{0564B858-5026-4537-9AFD-34C08ED5C8C2}" dt="2026-09-08T09:58:45.099" v="566" actId="2711"/>
          <ac:spMkLst>
            <pc:docMk/>
            <pc:sldMk cId="3892678284" sldId="304"/>
            <ac:spMk id="55" creationId="{F5D0FB4A-50FC-EA68-F0CE-F76BDEBEECF6}"/>
          </ac:spMkLst>
        </pc:spChg>
        <pc:spChg chg="add mod ord">
          <ac:chgData name="Anthony Sebastian Xerri Hawley" userId="79b7d0b5-0742-4a77-b818-949165fafb9c" providerId="ADAL" clId="{0564B858-5026-4537-9AFD-34C08ED5C8C2}" dt="2026-09-09T08:34:49.280" v="2441" actId="1582"/>
          <ac:spMkLst>
            <pc:docMk/>
            <pc:sldMk cId="3892678284" sldId="304"/>
            <ac:spMk id="60" creationId="{D3A95E31-CC1E-3F4D-128A-40B7C7CA039B}"/>
          </ac:spMkLst>
        </pc:spChg>
        <pc:grpChg chg="add mod">
          <ac:chgData name="Anthony Sebastian Xerri Hawley" userId="79b7d0b5-0742-4a77-b818-949165fafb9c" providerId="ADAL" clId="{0564B858-5026-4537-9AFD-34C08ED5C8C2}" dt="2026-09-08T09:51:06.442" v="424" actId="14100"/>
          <ac:grpSpMkLst>
            <pc:docMk/>
            <pc:sldMk cId="3892678284" sldId="304"/>
            <ac:grpSpMk id="39" creationId="{7B391556-AE0E-9594-A761-B3597D576117}"/>
          </ac:grpSpMkLst>
        </pc:grpChg>
        <pc:picChg chg="add mod ord">
          <ac:chgData name="Anthony Sebastian Xerri Hawley" userId="79b7d0b5-0742-4a77-b818-949165fafb9c" providerId="ADAL" clId="{0564B858-5026-4537-9AFD-34C08ED5C8C2}" dt="2026-09-08T09:52:13.263" v="431" actId="166"/>
          <ac:picMkLst>
            <pc:docMk/>
            <pc:sldMk cId="3892678284" sldId="304"/>
            <ac:picMk id="15" creationId="{096D11AB-3119-ABDD-3207-645045BCCBD2}"/>
          </ac:picMkLst>
        </pc:picChg>
        <pc:picChg chg="add mod">
          <ac:chgData name="Anthony Sebastian Xerri Hawley" userId="79b7d0b5-0742-4a77-b818-949165fafb9c" providerId="ADAL" clId="{0564B858-5026-4537-9AFD-34C08ED5C8C2}" dt="2026-09-08T09:42:39.918" v="351" actId="164"/>
          <ac:picMkLst>
            <pc:docMk/>
            <pc:sldMk cId="3892678284" sldId="304"/>
            <ac:picMk id="19" creationId="{EAA86780-FEC9-3399-0227-FFF55E087C45}"/>
          </ac:picMkLst>
        </pc:picChg>
        <pc:picChg chg="add mod">
          <ac:chgData name="Anthony Sebastian Xerri Hawley" userId="79b7d0b5-0742-4a77-b818-949165fafb9c" providerId="ADAL" clId="{0564B858-5026-4537-9AFD-34C08ED5C8C2}" dt="2026-09-08T09:42:39.918" v="351" actId="164"/>
          <ac:picMkLst>
            <pc:docMk/>
            <pc:sldMk cId="3892678284" sldId="304"/>
            <ac:picMk id="26" creationId="{CC2A9B61-A707-6A94-D231-11944F374244}"/>
          </ac:picMkLst>
        </pc:picChg>
        <pc:picChg chg="add mod">
          <ac:chgData name="Anthony Sebastian Xerri Hawley" userId="79b7d0b5-0742-4a77-b818-949165fafb9c" providerId="ADAL" clId="{0564B858-5026-4537-9AFD-34C08ED5C8C2}" dt="2026-09-08T09:42:39.918" v="351" actId="164"/>
          <ac:picMkLst>
            <pc:docMk/>
            <pc:sldMk cId="3892678284" sldId="304"/>
            <ac:picMk id="28" creationId="{9BEB4BE5-C3A6-7AD5-FFE0-B88A4AA764C8}"/>
          </ac:picMkLst>
        </pc:picChg>
        <pc:picChg chg="add mod">
          <ac:chgData name="Anthony Sebastian Xerri Hawley" userId="79b7d0b5-0742-4a77-b818-949165fafb9c" providerId="ADAL" clId="{0564B858-5026-4537-9AFD-34C08ED5C8C2}" dt="2026-09-08T09:42:39.918" v="351" actId="164"/>
          <ac:picMkLst>
            <pc:docMk/>
            <pc:sldMk cId="3892678284" sldId="304"/>
            <ac:picMk id="34" creationId="{F69F3EB2-BA04-27C2-0038-D0DE4BE66648}"/>
          </ac:picMkLst>
        </pc:picChg>
        <pc:picChg chg="add mod">
          <ac:chgData name="Anthony Sebastian Xerri Hawley" userId="79b7d0b5-0742-4a77-b818-949165fafb9c" providerId="ADAL" clId="{0564B858-5026-4537-9AFD-34C08ED5C8C2}" dt="2026-09-08T09:42:39.918" v="351" actId="164"/>
          <ac:picMkLst>
            <pc:docMk/>
            <pc:sldMk cId="3892678284" sldId="304"/>
            <ac:picMk id="36" creationId="{D13ADCB0-908F-3EF4-B498-2A8CDF788EE4}"/>
          </ac:picMkLst>
        </pc:picChg>
        <pc:picChg chg="add mod">
          <ac:chgData name="Anthony Sebastian Xerri Hawley" userId="79b7d0b5-0742-4a77-b818-949165fafb9c" providerId="ADAL" clId="{0564B858-5026-4537-9AFD-34C08ED5C8C2}" dt="2026-09-08T09:42:39.918" v="351" actId="164"/>
          <ac:picMkLst>
            <pc:docMk/>
            <pc:sldMk cId="3892678284" sldId="304"/>
            <ac:picMk id="38" creationId="{497C0E27-585A-591F-0F94-0EB62EFE0A0B}"/>
          </ac:picMkLst>
        </pc:picChg>
        <pc:picChg chg="add mod ord">
          <ac:chgData name="Anthony Sebastian Xerri Hawley" userId="79b7d0b5-0742-4a77-b818-949165fafb9c" providerId="ADAL" clId="{0564B858-5026-4537-9AFD-34C08ED5C8C2}" dt="2026-09-08T09:52:13.263" v="431" actId="166"/>
          <ac:picMkLst>
            <pc:docMk/>
            <pc:sldMk cId="3892678284" sldId="304"/>
            <ac:picMk id="51" creationId="{72558E40-E079-1BB8-AF64-110813254D10}"/>
          </ac:picMkLst>
        </pc:picChg>
        <pc:picChg chg="add mod">
          <ac:chgData name="Anthony Sebastian Xerri Hawley" userId="79b7d0b5-0742-4a77-b818-949165fafb9c" providerId="ADAL" clId="{0564B858-5026-4537-9AFD-34C08ED5C8C2}" dt="2026-09-09T06:45:53.741" v="1822" actId="14100"/>
          <ac:picMkLst>
            <pc:docMk/>
            <pc:sldMk cId="3892678284" sldId="304"/>
            <ac:picMk id="59" creationId="{06A14D7F-67CF-CE9A-9C97-488E67028EA0}"/>
          </ac:picMkLst>
        </pc:picChg>
      </pc:sldChg>
      <pc:sldChg chg="addSp delSp modSp add mod ord">
        <pc:chgData name="Anthony Sebastian Xerri Hawley" userId="79b7d0b5-0742-4a77-b818-949165fafb9c" providerId="ADAL" clId="{0564B858-5026-4537-9AFD-34C08ED5C8C2}" dt="2026-09-09T09:01:49.181" v="2499" actId="1076"/>
        <pc:sldMkLst>
          <pc:docMk/>
          <pc:sldMk cId="4158668941" sldId="305"/>
        </pc:sldMkLst>
        <pc:spChg chg="add del">
          <ac:chgData name="Anthony Sebastian Xerri Hawley" userId="79b7d0b5-0742-4a77-b818-949165fafb9c" providerId="ADAL" clId="{0564B858-5026-4537-9AFD-34C08ED5C8C2}" dt="2026-09-09T09:01:13.367" v="2487" actId="478"/>
          <ac:spMkLst>
            <pc:docMk/>
            <pc:sldMk cId="4158668941" sldId="305"/>
            <ac:spMk id="4" creationId="{444BA5E3-6386-93B8-267C-A9394D6CE7C7}"/>
          </ac:spMkLst>
        </pc:spChg>
        <pc:spChg chg="mod">
          <ac:chgData name="Anthony Sebastian Xerri Hawley" userId="79b7d0b5-0742-4a77-b818-949165fafb9c" providerId="ADAL" clId="{0564B858-5026-4537-9AFD-34C08ED5C8C2}" dt="2026-09-09T06:47:19.754" v="1831" actId="1076"/>
          <ac:spMkLst>
            <pc:docMk/>
            <pc:sldMk cId="4158668941" sldId="305"/>
            <ac:spMk id="14" creationId="{7180E49A-AAF5-141B-E174-BD96C3E4C623}"/>
          </ac:spMkLst>
        </pc:spChg>
        <pc:spChg chg="mod">
          <ac:chgData name="Anthony Sebastian Xerri Hawley" userId="79b7d0b5-0742-4a77-b818-949165fafb9c" providerId="ADAL" clId="{0564B858-5026-4537-9AFD-34C08ED5C8C2}" dt="2026-09-09T08:59:45.273" v="2466"/>
          <ac:spMkLst>
            <pc:docMk/>
            <pc:sldMk cId="4158668941" sldId="305"/>
            <ac:spMk id="29" creationId="{85DAD679-F9EB-DF51-2AB1-FE8F878C95FD}"/>
          </ac:spMkLst>
        </pc:spChg>
        <pc:spChg chg="mod">
          <ac:chgData name="Anthony Sebastian Xerri Hawley" userId="79b7d0b5-0742-4a77-b818-949165fafb9c" providerId="ADAL" clId="{0564B858-5026-4537-9AFD-34C08ED5C8C2}" dt="2026-09-09T09:00:58.647" v="2482" actId="20577"/>
          <ac:spMkLst>
            <pc:docMk/>
            <pc:sldMk cId="4158668941" sldId="305"/>
            <ac:spMk id="30" creationId="{5EF459E2-DF7C-26EA-CCAA-FD071A7092E2}"/>
          </ac:spMkLst>
        </pc:spChg>
        <pc:grpChg chg="add mod">
          <ac:chgData name="Anthony Sebastian Xerri Hawley" userId="79b7d0b5-0742-4a77-b818-949165fafb9c" providerId="ADAL" clId="{0564B858-5026-4537-9AFD-34C08ED5C8C2}" dt="2026-09-09T09:00:40.394" v="2480" actId="1076"/>
          <ac:grpSpMkLst>
            <pc:docMk/>
            <pc:sldMk cId="4158668941" sldId="305"/>
            <ac:grpSpMk id="28" creationId="{CB1867AD-4A4B-1994-9F6F-C676488E157F}"/>
          </ac:grpSpMkLst>
        </pc:grpChg>
        <pc:picChg chg="mod">
          <ac:chgData name="Anthony Sebastian Xerri Hawley" userId="79b7d0b5-0742-4a77-b818-949165fafb9c" providerId="ADAL" clId="{0564B858-5026-4537-9AFD-34C08ED5C8C2}" dt="2026-09-09T06:47:17.236" v="1830" actId="1076"/>
          <ac:picMkLst>
            <pc:docMk/>
            <pc:sldMk cId="4158668941" sldId="305"/>
            <ac:picMk id="12" creationId="{B64BDC59-DCA0-2E7D-640F-2DD16DDA6B4F}"/>
          </ac:picMkLst>
        </pc:picChg>
        <pc:picChg chg="add del mod">
          <ac:chgData name="Anthony Sebastian Xerri Hawley" userId="79b7d0b5-0742-4a77-b818-949165fafb9c" providerId="ADAL" clId="{0564B858-5026-4537-9AFD-34C08ED5C8C2}" dt="2026-09-09T09:01:24.932" v="2491" actId="1076"/>
          <ac:picMkLst>
            <pc:docMk/>
            <pc:sldMk cId="4158668941" sldId="305"/>
            <ac:picMk id="13" creationId="{EFC9F02E-029F-9AE6-B44E-318B70A40960}"/>
          </ac:picMkLst>
        </pc:picChg>
        <pc:picChg chg="add del mod">
          <ac:chgData name="Anthony Sebastian Xerri Hawley" userId="79b7d0b5-0742-4a77-b818-949165fafb9c" providerId="ADAL" clId="{0564B858-5026-4537-9AFD-34C08ED5C8C2}" dt="2026-09-09T09:01:45.390" v="2497" actId="1076"/>
          <ac:picMkLst>
            <pc:docMk/>
            <pc:sldMk cId="4158668941" sldId="305"/>
            <ac:picMk id="17" creationId="{C02435C0-A1DB-273C-5132-93C821163AA6}"/>
          </ac:picMkLst>
        </pc:picChg>
        <pc:picChg chg="add del mod">
          <ac:chgData name="Anthony Sebastian Xerri Hawley" userId="79b7d0b5-0742-4a77-b818-949165fafb9c" providerId="ADAL" clId="{0564B858-5026-4537-9AFD-34C08ED5C8C2}" dt="2026-09-09T09:01:43.588" v="2496" actId="1076"/>
          <ac:picMkLst>
            <pc:docMk/>
            <pc:sldMk cId="4158668941" sldId="305"/>
            <ac:picMk id="19" creationId="{F1D71C07-A9B8-14C4-F2CB-54631A91C98B}"/>
          </ac:picMkLst>
        </pc:picChg>
        <pc:picChg chg="add mod">
          <ac:chgData name="Anthony Sebastian Xerri Hawley" userId="79b7d0b5-0742-4a77-b818-949165fafb9c" providerId="ADAL" clId="{0564B858-5026-4537-9AFD-34C08ED5C8C2}" dt="2026-09-09T09:01:40.919" v="2495" actId="1076"/>
          <ac:picMkLst>
            <pc:docMk/>
            <pc:sldMk cId="4158668941" sldId="305"/>
            <ac:picMk id="21" creationId="{A87BDE27-5855-69A1-DCBF-3D3E4F0E7488}"/>
          </ac:picMkLst>
        </pc:picChg>
        <pc:picChg chg="add del mod">
          <ac:chgData name="Anthony Sebastian Xerri Hawley" userId="79b7d0b5-0742-4a77-b818-949165fafb9c" providerId="ADAL" clId="{0564B858-5026-4537-9AFD-34C08ED5C8C2}" dt="2026-09-09T09:01:47.530" v="2498" actId="1076"/>
          <ac:picMkLst>
            <pc:docMk/>
            <pc:sldMk cId="4158668941" sldId="305"/>
            <ac:picMk id="25" creationId="{FDFD9EE2-304A-D636-1185-F8A49783D710}"/>
          </ac:picMkLst>
        </pc:picChg>
        <pc:picChg chg="add del mod">
          <ac:chgData name="Anthony Sebastian Xerri Hawley" userId="79b7d0b5-0742-4a77-b818-949165fafb9c" providerId="ADAL" clId="{0564B858-5026-4537-9AFD-34C08ED5C8C2}" dt="2026-09-09T09:01:49.181" v="2499" actId="1076"/>
          <ac:picMkLst>
            <pc:docMk/>
            <pc:sldMk cId="4158668941" sldId="305"/>
            <ac:picMk id="27" creationId="{5BB03544-477F-4367-3013-540B5118B718}"/>
          </ac:picMkLst>
        </pc:picChg>
      </pc:sldChg>
      <pc:sldChg chg="addSp delSp modSp add mod ord modShow">
        <pc:chgData name="Anthony Sebastian Xerri Hawley" userId="79b7d0b5-0742-4a77-b818-949165fafb9c" providerId="ADAL" clId="{0564B858-5026-4537-9AFD-34C08ED5C8C2}" dt="2026-09-09T08:35:11.270" v="2444"/>
        <pc:sldMkLst>
          <pc:docMk/>
          <pc:sldMk cId="417884237" sldId="306"/>
        </pc:sldMkLst>
        <pc:spChg chg="mod">
          <ac:chgData name="Anthony Sebastian Xerri Hawley" userId="79b7d0b5-0742-4a77-b818-949165fafb9c" providerId="ADAL" clId="{0564B858-5026-4537-9AFD-34C08ED5C8C2}" dt="2026-09-08T10:21:42.227" v="762" actId="14100"/>
          <ac:spMkLst>
            <pc:docMk/>
            <pc:sldMk cId="417884237" sldId="306"/>
            <ac:spMk id="14" creationId="{CE92BAF9-6B77-292F-92A9-245EDCB97F6C}"/>
          </ac:spMkLst>
        </pc:spChg>
        <pc:picChg chg="add mod">
          <ac:chgData name="Anthony Sebastian Xerri Hawley" userId="79b7d0b5-0742-4a77-b818-949165fafb9c" providerId="ADAL" clId="{0564B858-5026-4537-9AFD-34C08ED5C8C2}" dt="2026-09-08T10:21:32.161" v="731" actId="1076"/>
          <ac:picMkLst>
            <pc:docMk/>
            <pc:sldMk cId="417884237" sldId="306"/>
            <ac:picMk id="7" creationId="{2746B262-9C42-D056-21BE-CAEF33299624}"/>
          </ac:picMkLst>
        </pc:picChg>
        <pc:picChg chg="add mod">
          <ac:chgData name="Anthony Sebastian Xerri Hawley" userId="79b7d0b5-0742-4a77-b818-949165fafb9c" providerId="ADAL" clId="{0564B858-5026-4537-9AFD-34C08ED5C8C2}" dt="2026-09-08T10:21:32.161" v="731" actId="1076"/>
          <ac:picMkLst>
            <pc:docMk/>
            <pc:sldMk cId="417884237" sldId="306"/>
            <ac:picMk id="10" creationId="{3DC00454-8D0F-EF40-6F17-B77CB37CE587}"/>
          </ac:picMkLst>
        </pc:picChg>
        <pc:picChg chg="add mod">
          <ac:chgData name="Anthony Sebastian Xerri Hawley" userId="79b7d0b5-0742-4a77-b818-949165fafb9c" providerId="ADAL" clId="{0564B858-5026-4537-9AFD-34C08ED5C8C2}" dt="2026-09-08T10:21:32.161" v="731" actId="1076"/>
          <ac:picMkLst>
            <pc:docMk/>
            <pc:sldMk cId="417884237" sldId="306"/>
            <ac:picMk id="15" creationId="{378505E6-F852-6B15-ABCA-10C557962335}"/>
          </ac:picMkLst>
        </pc:picChg>
      </pc:sldChg>
      <pc:sldChg chg="addSp delSp modSp add mod ord modShow">
        <pc:chgData name="Anthony Sebastian Xerri Hawley" userId="79b7d0b5-0742-4a77-b818-949165fafb9c" providerId="ADAL" clId="{0564B858-5026-4537-9AFD-34C08ED5C8C2}" dt="2026-09-09T08:35:11.270" v="2444"/>
        <pc:sldMkLst>
          <pc:docMk/>
          <pc:sldMk cId="3091654158" sldId="307"/>
        </pc:sldMkLst>
        <pc:spChg chg="mod">
          <ac:chgData name="Anthony Sebastian Xerri Hawley" userId="79b7d0b5-0742-4a77-b818-949165fafb9c" providerId="ADAL" clId="{0564B858-5026-4537-9AFD-34C08ED5C8C2}" dt="2026-09-08T10:22:08.849" v="794" actId="20577"/>
          <ac:spMkLst>
            <pc:docMk/>
            <pc:sldMk cId="3091654158" sldId="307"/>
            <ac:spMk id="14" creationId="{B10F7EA9-951C-E721-FEB3-EB6D8A6E33F7}"/>
          </ac:spMkLst>
        </pc:spChg>
        <pc:picChg chg="add mod">
          <ac:chgData name="Anthony Sebastian Xerri Hawley" userId="79b7d0b5-0742-4a77-b818-949165fafb9c" providerId="ADAL" clId="{0564B858-5026-4537-9AFD-34C08ED5C8C2}" dt="2026-09-08T10:22:57.803" v="808" actId="1076"/>
          <ac:picMkLst>
            <pc:docMk/>
            <pc:sldMk cId="3091654158" sldId="307"/>
            <ac:picMk id="9" creationId="{B42C5C01-ECCC-D58E-3EB5-BE569A406BC2}"/>
          </ac:picMkLst>
        </pc:picChg>
      </pc:sldChg>
      <pc:sldChg chg="addSp delSp modSp add mod ord modShow">
        <pc:chgData name="Anthony Sebastian Xerri Hawley" userId="79b7d0b5-0742-4a77-b818-949165fafb9c" providerId="ADAL" clId="{0564B858-5026-4537-9AFD-34C08ED5C8C2}" dt="2026-09-09T08:35:11.270" v="2444"/>
        <pc:sldMkLst>
          <pc:docMk/>
          <pc:sldMk cId="2840158973" sldId="308"/>
        </pc:sldMkLst>
        <pc:spChg chg="mod">
          <ac:chgData name="Anthony Sebastian Xerri Hawley" userId="79b7d0b5-0742-4a77-b818-949165fafb9c" providerId="ADAL" clId="{0564B858-5026-4537-9AFD-34C08ED5C8C2}" dt="2026-09-08T10:23:37.588" v="825" actId="20577"/>
          <ac:spMkLst>
            <pc:docMk/>
            <pc:sldMk cId="2840158973" sldId="308"/>
            <ac:spMk id="14" creationId="{A07A1633-AE75-95FF-378C-F9F85CF5BBE2}"/>
          </ac:spMkLst>
        </pc:spChg>
        <pc:picChg chg="add mod">
          <ac:chgData name="Anthony Sebastian Xerri Hawley" userId="79b7d0b5-0742-4a77-b818-949165fafb9c" providerId="ADAL" clId="{0564B858-5026-4537-9AFD-34C08ED5C8C2}" dt="2026-09-08T10:23:54.383" v="832" actId="1076"/>
          <ac:picMkLst>
            <pc:docMk/>
            <pc:sldMk cId="2840158973" sldId="308"/>
            <ac:picMk id="6" creationId="{7A82D350-6205-6084-D5C2-0FB23DFF01D0}"/>
          </ac:picMkLst>
        </pc:picChg>
      </pc:sldChg>
      <pc:sldChg chg="addSp delSp modSp add mod ord modShow">
        <pc:chgData name="Anthony Sebastian Xerri Hawley" userId="79b7d0b5-0742-4a77-b818-949165fafb9c" providerId="ADAL" clId="{0564B858-5026-4537-9AFD-34C08ED5C8C2}" dt="2026-09-09T08:35:11.270" v="2444"/>
        <pc:sldMkLst>
          <pc:docMk/>
          <pc:sldMk cId="2642524802" sldId="309"/>
        </pc:sldMkLst>
        <pc:spChg chg="mod">
          <ac:chgData name="Anthony Sebastian Xerri Hawley" userId="79b7d0b5-0742-4a77-b818-949165fafb9c" providerId="ADAL" clId="{0564B858-5026-4537-9AFD-34C08ED5C8C2}" dt="2026-09-08T10:24:37.974" v="858" actId="20577"/>
          <ac:spMkLst>
            <pc:docMk/>
            <pc:sldMk cId="2642524802" sldId="309"/>
            <ac:spMk id="14" creationId="{5CFFEE6F-AE4C-6F2F-4135-49B6F73B678E}"/>
          </ac:spMkLst>
        </pc:spChg>
        <pc:picChg chg="add mod">
          <ac:chgData name="Anthony Sebastian Xerri Hawley" userId="79b7d0b5-0742-4a77-b818-949165fafb9c" providerId="ADAL" clId="{0564B858-5026-4537-9AFD-34C08ED5C8C2}" dt="2026-09-08T10:25:16.187" v="868" actId="1076"/>
          <ac:picMkLst>
            <pc:docMk/>
            <pc:sldMk cId="2642524802" sldId="309"/>
            <ac:picMk id="9" creationId="{32EE3686-427D-0880-B765-22C174DB5B00}"/>
          </ac:picMkLst>
        </pc:picChg>
      </pc:sldChg>
      <pc:sldChg chg="addSp delSp modSp add mod ord">
        <pc:chgData name="Anthony Sebastian Xerri Hawley" userId="79b7d0b5-0742-4a77-b818-949165fafb9c" providerId="ADAL" clId="{0564B858-5026-4537-9AFD-34C08ED5C8C2}" dt="2026-09-09T09:02:05.654" v="2501"/>
        <pc:sldMkLst>
          <pc:docMk/>
          <pc:sldMk cId="2405761715" sldId="310"/>
        </pc:sldMkLst>
        <pc:spChg chg="mod">
          <ac:chgData name="Anthony Sebastian Xerri Hawley" userId="79b7d0b5-0742-4a77-b818-949165fafb9c" providerId="ADAL" clId="{0564B858-5026-4537-9AFD-34C08ED5C8C2}" dt="2026-09-08T10:53:52.296" v="1007" actId="14100"/>
          <ac:spMkLst>
            <pc:docMk/>
            <pc:sldMk cId="2405761715" sldId="310"/>
            <ac:spMk id="2" creationId="{6E81744E-AD25-B495-F717-A1E1DB9BAF7A}"/>
          </ac:spMkLst>
        </pc:spChg>
        <pc:spChg chg="add mod">
          <ac:chgData name="Anthony Sebastian Xerri Hawley" userId="79b7d0b5-0742-4a77-b818-949165fafb9c" providerId="ADAL" clId="{0564B858-5026-4537-9AFD-34C08ED5C8C2}" dt="2026-09-08T10:50:12.547" v="958" actId="1076"/>
          <ac:spMkLst>
            <pc:docMk/>
            <pc:sldMk cId="2405761715" sldId="310"/>
            <ac:spMk id="10" creationId="{47BC5FCF-8ACB-EDA4-D14E-2CF7CAB0FDAB}"/>
          </ac:spMkLst>
        </pc:spChg>
        <pc:spChg chg="add mod">
          <ac:chgData name="Anthony Sebastian Xerri Hawley" userId="79b7d0b5-0742-4a77-b818-949165fafb9c" providerId="ADAL" clId="{0564B858-5026-4537-9AFD-34C08ED5C8C2}" dt="2026-09-08T10:50:40.075" v="962" actId="1076"/>
          <ac:spMkLst>
            <pc:docMk/>
            <pc:sldMk cId="2405761715" sldId="310"/>
            <ac:spMk id="12" creationId="{DA19BFA5-A241-4E6A-A186-277B5AE9A540}"/>
          </ac:spMkLst>
        </pc:spChg>
        <pc:spChg chg="add mod">
          <ac:chgData name="Anthony Sebastian Xerri Hawley" userId="79b7d0b5-0742-4a77-b818-949165fafb9c" providerId="ADAL" clId="{0564B858-5026-4537-9AFD-34C08ED5C8C2}" dt="2026-09-08T10:51:54.244" v="967"/>
          <ac:spMkLst>
            <pc:docMk/>
            <pc:sldMk cId="2405761715" sldId="310"/>
            <ac:spMk id="16" creationId="{9A06DBA5-EC02-EF5C-4427-DD7328E497D8}"/>
          </ac:spMkLst>
        </pc:spChg>
        <pc:spChg chg="add mod">
          <ac:chgData name="Anthony Sebastian Xerri Hawley" userId="79b7d0b5-0742-4a77-b818-949165fafb9c" providerId="ADAL" clId="{0564B858-5026-4537-9AFD-34C08ED5C8C2}" dt="2026-09-08T11:13:43.292" v="1248" actId="404"/>
          <ac:spMkLst>
            <pc:docMk/>
            <pc:sldMk cId="2405761715" sldId="310"/>
            <ac:spMk id="18" creationId="{8B73A8A7-D7F8-4417-F99A-A22ACBF07B98}"/>
          </ac:spMkLst>
        </pc:spChg>
        <pc:spChg chg="add mod">
          <ac:chgData name="Anthony Sebastian Xerri Hawley" userId="79b7d0b5-0742-4a77-b818-949165fafb9c" providerId="ADAL" clId="{0564B858-5026-4537-9AFD-34C08ED5C8C2}" dt="2026-09-08T11:13:43.292" v="1248" actId="404"/>
          <ac:spMkLst>
            <pc:docMk/>
            <pc:sldMk cId="2405761715" sldId="310"/>
            <ac:spMk id="21" creationId="{46FF965E-AF90-70EC-A475-0BE9FB76984E}"/>
          </ac:spMkLst>
        </pc:spChg>
        <pc:spChg chg="add mod">
          <ac:chgData name="Anthony Sebastian Xerri Hawley" userId="79b7d0b5-0742-4a77-b818-949165fafb9c" providerId="ADAL" clId="{0564B858-5026-4537-9AFD-34C08ED5C8C2}" dt="2026-09-08T11:13:43.292" v="1248" actId="404"/>
          <ac:spMkLst>
            <pc:docMk/>
            <pc:sldMk cId="2405761715" sldId="310"/>
            <ac:spMk id="23" creationId="{4B99E1AC-C851-BC28-FBF7-659B35AED6C6}"/>
          </ac:spMkLst>
        </pc:spChg>
        <pc:spChg chg="add mod">
          <ac:chgData name="Anthony Sebastian Xerri Hawley" userId="79b7d0b5-0742-4a77-b818-949165fafb9c" providerId="ADAL" clId="{0564B858-5026-4537-9AFD-34C08ED5C8C2}" dt="2026-09-08T11:13:43.292" v="1248" actId="404"/>
          <ac:spMkLst>
            <pc:docMk/>
            <pc:sldMk cId="2405761715" sldId="310"/>
            <ac:spMk id="25" creationId="{C5960AF4-5A46-59C9-5C1E-B6914821F214}"/>
          </ac:spMkLst>
        </pc:spChg>
        <pc:spChg chg="add mod ord">
          <ac:chgData name="Anthony Sebastian Xerri Hawley" userId="79b7d0b5-0742-4a77-b818-949165fafb9c" providerId="ADAL" clId="{0564B858-5026-4537-9AFD-34C08ED5C8C2}" dt="2026-09-08T11:13:43.292" v="1248" actId="404"/>
          <ac:spMkLst>
            <pc:docMk/>
            <pc:sldMk cId="2405761715" sldId="310"/>
            <ac:spMk id="26" creationId="{58C60E1E-346C-2E0A-D270-4F949BCA8D5C}"/>
          </ac:spMkLst>
        </pc:spChg>
        <pc:grpChg chg="add mod">
          <ac:chgData name="Anthony Sebastian Xerri Hawley" userId="79b7d0b5-0742-4a77-b818-949165fafb9c" providerId="ADAL" clId="{0564B858-5026-4537-9AFD-34C08ED5C8C2}" dt="2026-09-08T11:13:53.531" v="1252" actId="1076"/>
          <ac:grpSpMkLst>
            <pc:docMk/>
            <pc:sldMk cId="2405761715" sldId="310"/>
            <ac:grpSpMk id="27" creationId="{68757510-89D3-45BA-B232-8FCF19AAA1FD}"/>
          </ac:grpSpMkLst>
        </pc:grpChg>
        <pc:picChg chg="add mod">
          <ac:chgData name="Anthony Sebastian Xerri Hawley" userId="79b7d0b5-0742-4a77-b818-949165fafb9c" providerId="ADAL" clId="{0564B858-5026-4537-9AFD-34C08ED5C8C2}" dt="2026-09-08T10:37:23.865" v="946" actId="1076"/>
          <ac:picMkLst>
            <pc:docMk/>
            <pc:sldMk cId="2405761715" sldId="310"/>
            <ac:picMk id="7" creationId="{A7E1026D-4C43-ADA8-28D8-0FCB629F688C}"/>
          </ac:picMkLst>
        </pc:picChg>
        <pc:picChg chg="add mod">
          <ac:chgData name="Anthony Sebastian Xerri Hawley" userId="79b7d0b5-0742-4a77-b818-949165fafb9c" providerId="ADAL" clId="{0564B858-5026-4537-9AFD-34C08ED5C8C2}" dt="2026-09-08T10:38:35.589" v="951" actId="1076"/>
          <ac:picMkLst>
            <pc:docMk/>
            <pc:sldMk cId="2405761715" sldId="310"/>
            <ac:picMk id="9" creationId="{D8D452F5-5D7F-F9D9-FC95-0FD56CEC2ADB}"/>
          </ac:picMkLst>
        </pc:picChg>
      </pc:sldChg>
      <pc:sldChg chg="addSp delSp modSp new mod ord">
        <pc:chgData name="Anthony Sebastian Xerri Hawley" userId="79b7d0b5-0742-4a77-b818-949165fafb9c" providerId="ADAL" clId="{0564B858-5026-4537-9AFD-34C08ED5C8C2}" dt="2026-09-09T09:02:05.654" v="2501"/>
        <pc:sldMkLst>
          <pc:docMk/>
          <pc:sldMk cId="111407958" sldId="311"/>
        </pc:sldMkLst>
        <pc:spChg chg="add mod">
          <ac:chgData name="Anthony Sebastian Xerri Hawley" userId="79b7d0b5-0742-4a77-b818-949165fafb9c" providerId="ADAL" clId="{0564B858-5026-4537-9AFD-34C08ED5C8C2}" dt="2026-09-08T10:54:56.131" v="1019"/>
          <ac:spMkLst>
            <pc:docMk/>
            <pc:sldMk cId="111407958" sldId="311"/>
            <ac:spMk id="8" creationId="{E5EAED6D-8462-B275-4712-F8F0C53380B4}"/>
          </ac:spMkLst>
        </pc:spChg>
        <pc:spChg chg="add mod">
          <ac:chgData name="Anthony Sebastian Xerri Hawley" userId="79b7d0b5-0742-4a77-b818-949165fafb9c" providerId="ADAL" clId="{0564B858-5026-4537-9AFD-34C08ED5C8C2}" dt="2026-09-08T10:54:56.131" v="1019"/>
          <ac:spMkLst>
            <pc:docMk/>
            <pc:sldMk cId="111407958" sldId="311"/>
            <ac:spMk id="9" creationId="{C7B4A7B9-9341-2CCA-5975-E9EE97A23332}"/>
          </ac:spMkLst>
        </pc:spChg>
        <pc:spChg chg="add mod">
          <ac:chgData name="Anthony Sebastian Xerri Hawley" userId="79b7d0b5-0742-4a77-b818-949165fafb9c" providerId="ADAL" clId="{0564B858-5026-4537-9AFD-34C08ED5C8C2}" dt="2026-09-08T11:13:24.237" v="1244" actId="404"/>
          <ac:spMkLst>
            <pc:docMk/>
            <pc:sldMk cId="111407958" sldId="311"/>
            <ac:spMk id="13" creationId="{EEFC631F-3876-21D4-94FC-CE6160AA30E2}"/>
          </ac:spMkLst>
        </pc:spChg>
        <pc:spChg chg="add mod">
          <ac:chgData name="Anthony Sebastian Xerri Hawley" userId="79b7d0b5-0742-4a77-b818-949165fafb9c" providerId="ADAL" clId="{0564B858-5026-4537-9AFD-34C08ED5C8C2}" dt="2026-09-08T11:10:31.666" v="1214" actId="1076"/>
          <ac:spMkLst>
            <pc:docMk/>
            <pc:sldMk cId="111407958" sldId="311"/>
            <ac:spMk id="15" creationId="{B445DCF0-1258-FAAC-F47C-AE976B153D25}"/>
          </ac:spMkLst>
        </pc:spChg>
        <pc:spChg chg="add mod">
          <ac:chgData name="Anthony Sebastian Xerri Hawley" userId="79b7d0b5-0742-4a77-b818-949165fafb9c" providerId="ADAL" clId="{0564B858-5026-4537-9AFD-34C08ED5C8C2}" dt="2026-09-08T11:10:33.977" v="1215" actId="1076"/>
          <ac:spMkLst>
            <pc:docMk/>
            <pc:sldMk cId="111407958" sldId="311"/>
            <ac:spMk id="17" creationId="{58039385-C609-FF43-22A1-453EE8997C76}"/>
          </ac:spMkLst>
        </pc:spChg>
        <pc:spChg chg="add mod">
          <ac:chgData name="Anthony Sebastian Xerri Hawley" userId="79b7d0b5-0742-4a77-b818-949165fafb9c" providerId="ADAL" clId="{0564B858-5026-4537-9AFD-34C08ED5C8C2}" dt="2026-09-08T11:10:38.505" v="1217" actId="1076"/>
          <ac:spMkLst>
            <pc:docMk/>
            <pc:sldMk cId="111407958" sldId="311"/>
            <ac:spMk id="19" creationId="{65C66892-FB7F-1A35-FDAB-5D9D693921C8}"/>
          </ac:spMkLst>
        </pc:spChg>
        <pc:spChg chg="add mod">
          <ac:chgData name="Anthony Sebastian Xerri Hawley" userId="79b7d0b5-0742-4a77-b818-949165fafb9c" providerId="ADAL" clId="{0564B858-5026-4537-9AFD-34C08ED5C8C2}" dt="2026-09-08T11:10:35.492" v="1216" actId="1076"/>
          <ac:spMkLst>
            <pc:docMk/>
            <pc:sldMk cId="111407958" sldId="311"/>
            <ac:spMk id="21" creationId="{DF0A1825-7557-3EC4-C2D1-B636CCA92EE3}"/>
          </ac:spMkLst>
        </pc:spChg>
        <pc:spChg chg="add mod">
          <ac:chgData name="Anthony Sebastian Xerri Hawley" userId="79b7d0b5-0742-4a77-b818-949165fafb9c" providerId="ADAL" clId="{0564B858-5026-4537-9AFD-34C08ED5C8C2}" dt="2026-09-08T11:13:24.237" v="1244" actId="404"/>
          <ac:spMkLst>
            <pc:docMk/>
            <pc:sldMk cId="111407958" sldId="311"/>
            <ac:spMk id="23" creationId="{E04AAD19-D74F-F152-1226-FC61E10F3A5B}"/>
          </ac:spMkLst>
        </pc:spChg>
        <pc:spChg chg="add mod">
          <ac:chgData name="Anthony Sebastian Xerri Hawley" userId="79b7d0b5-0742-4a77-b818-949165fafb9c" providerId="ADAL" clId="{0564B858-5026-4537-9AFD-34C08ED5C8C2}" dt="2026-09-08T11:13:24.237" v="1244" actId="404"/>
          <ac:spMkLst>
            <pc:docMk/>
            <pc:sldMk cId="111407958" sldId="311"/>
            <ac:spMk id="27" creationId="{5A71D8EE-2479-67BE-0229-51FA34442BA8}"/>
          </ac:spMkLst>
        </pc:spChg>
        <pc:spChg chg="add mod">
          <ac:chgData name="Anthony Sebastian Xerri Hawley" userId="79b7d0b5-0742-4a77-b818-949165fafb9c" providerId="ADAL" clId="{0564B858-5026-4537-9AFD-34C08ED5C8C2}" dt="2026-09-08T11:13:24.237" v="1244" actId="404"/>
          <ac:spMkLst>
            <pc:docMk/>
            <pc:sldMk cId="111407958" sldId="311"/>
            <ac:spMk id="29" creationId="{A26CC789-561F-539B-B234-A256B254B85C}"/>
          </ac:spMkLst>
        </pc:spChg>
        <pc:spChg chg="add mod">
          <ac:chgData name="Anthony Sebastian Xerri Hawley" userId="79b7d0b5-0742-4a77-b818-949165fafb9c" providerId="ADAL" clId="{0564B858-5026-4537-9AFD-34C08ED5C8C2}" dt="2026-09-08T11:13:24.237" v="1244" actId="404"/>
          <ac:spMkLst>
            <pc:docMk/>
            <pc:sldMk cId="111407958" sldId="311"/>
            <ac:spMk id="31" creationId="{49D54E5F-9711-8F3A-6DD7-B64F042B539F}"/>
          </ac:spMkLst>
        </pc:spChg>
        <pc:spChg chg="add mod ord">
          <ac:chgData name="Anthony Sebastian Xerri Hawley" userId="79b7d0b5-0742-4a77-b818-949165fafb9c" providerId="ADAL" clId="{0564B858-5026-4537-9AFD-34C08ED5C8C2}" dt="2026-09-08T11:13:24.237" v="1244" actId="404"/>
          <ac:spMkLst>
            <pc:docMk/>
            <pc:sldMk cId="111407958" sldId="311"/>
            <ac:spMk id="33" creationId="{660A3806-53B4-D57E-153C-900411C93836}"/>
          </ac:spMkLst>
        </pc:spChg>
        <pc:grpChg chg="add mod">
          <ac:chgData name="Anthony Sebastian Xerri Hawley" userId="79b7d0b5-0742-4a77-b818-949165fafb9c" providerId="ADAL" clId="{0564B858-5026-4537-9AFD-34C08ED5C8C2}" dt="2026-09-08T11:13:32.912" v="1246" actId="1076"/>
          <ac:grpSpMkLst>
            <pc:docMk/>
            <pc:sldMk cId="111407958" sldId="311"/>
            <ac:grpSpMk id="34" creationId="{BE13FD33-20A7-91D7-EEFE-3A3DEFDDF82C}"/>
          </ac:grpSpMkLst>
        </pc:grpChg>
        <pc:picChg chg="add mod">
          <ac:chgData name="Anthony Sebastian Xerri Hawley" userId="79b7d0b5-0742-4a77-b818-949165fafb9c" providerId="ADAL" clId="{0564B858-5026-4537-9AFD-34C08ED5C8C2}" dt="2026-09-08T11:10:24.840" v="1213" actId="14100"/>
          <ac:picMkLst>
            <pc:docMk/>
            <pc:sldMk cId="111407958" sldId="311"/>
            <ac:picMk id="7" creationId="{046B6DBB-8EB9-5798-C4A5-CFA929049406}"/>
          </ac:picMkLst>
        </pc:picChg>
        <pc:picChg chg="add mod">
          <ac:chgData name="Anthony Sebastian Xerri Hawley" userId="79b7d0b5-0742-4a77-b818-949165fafb9c" providerId="ADAL" clId="{0564B858-5026-4537-9AFD-34C08ED5C8C2}" dt="2026-09-08T10:55:33.269" v="1030" actId="1076"/>
          <ac:picMkLst>
            <pc:docMk/>
            <pc:sldMk cId="111407958" sldId="311"/>
            <ac:picMk id="11" creationId="{D4736AAD-5995-49D4-C4DB-CA4D197BF7A1}"/>
          </ac:picMkLst>
        </pc:picChg>
      </pc:sldChg>
      <pc:sldChg chg="addSp delSp modSp new mod ord">
        <pc:chgData name="Anthony Sebastian Xerri Hawley" userId="79b7d0b5-0742-4a77-b818-949165fafb9c" providerId="ADAL" clId="{0564B858-5026-4537-9AFD-34C08ED5C8C2}" dt="2026-09-09T09:02:05.654" v="2501"/>
        <pc:sldMkLst>
          <pc:docMk/>
          <pc:sldMk cId="3559155483" sldId="312"/>
        </pc:sldMkLst>
        <pc:spChg chg="add mod">
          <ac:chgData name="Anthony Sebastian Xerri Hawley" userId="79b7d0b5-0742-4a77-b818-949165fafb9c" providerId="ADAL" clId="{0564B858-5026-4537-9AFD-34C08ED5C8C2}" dt="2026-09-08T11:00:50.385" v="1105"/>
          <ac:spMkLst>
            <pc:docMk/>
            <pc:sldMk cId="3559155483" sldId="312"/>
            <ac:spMk id="8" creationId="{7EEC8019-7AB1-8228-53CA-25CD33ED5342}"/>
          </ac:spMkLst>
        </pc:spChg>
        <pc:spChg chg="add mod">
          <ac:chgData name="Anthony Sebastian Xerri Hawley" userId="79b7d0b5-0742-4a77-b818-949165fafb9c" providerId="ADAL" clId="{0564B858-5026-4537-9AFD-34C08ED5C8C2}" dt="2026-09-08T11:00:50.385" v="1105"/>
          <ac:spMkLst>
            <pc:docMk/>
            <pc:sldMk cId="3559155483" sldId="312"/>
            <ac:spMk id="9" creationId="{FF573416-D7DA-4183-C1AE-FC19139679DE}"/>
          </ac:spMkLst>
        </pc:spChg>
        <pc:spChg chg="add mod">
          <ac:chgData name="Anthony Sebastian Xerri Hawley" userId="79b7d0b5-0742-4a77-b818-949165fafb9c" providerId="ADAL" clId="{0564B858-5026-4537-9AFD-34C08ED5C8C2}" dt="2026-09-08T11:05:52.881" v="1126" actId="1076"/>
          <ac:spMkLst>
            <pc:docMk/>
            <pc:sldMk cId="3559155483" sldId="312"/>
            <ac:spMk id="13" creationId="{3D802023-9189-B63D-233F-09BCAB44D1AB}"/>
          </ac:spMkLst>
        </pc:spChg>
        <pc:spChg chg="add mod">
          <ac:chgData name="Anthony Sebastian Xerri Hawley" userId="79b7d0b5-0742-4a77-b818-949165fafb9c" providerId="ADAL" clId="{0564B858-5026-4537-9AFD-34C08ED5C8C2}" dt="2026-09-08T11:06:14.812" v="1131" actId="1076"/>
          <ac:spMkLst>
            <pc:docMk/>
            <pc:sldMk cId="3559155483" sldId="312"/>
            <ac:spMk id="15" creationId="{0792DCAC-8D59-9794-F8B0-BD36207D25D7}"/>
          </ac:spMkLst>
        </pc:spChg>
        <pc:spChg chg="add mod">
          <ac:chgData name="Anthony Sebastian Xerri Hawley" userId="79b7d0b5-0742-4a77-b818-949165fafb9c" providerId="ADAL" clId="{0564B858-5026-4537-9AFD-34C08ED5C8C2}" dt="2026-09-08T11:06:23.041" v="1132" actId="1076"/>
          <ac:spMkLst>
            <pc:docMk/>
            <pc:sldMk cId="3559155483" sldId="312"/>
            <ac:spMk id="17" creationId="{63DEE3B8-2B66-B84A-FAD1-7D683931550D}"/>
          </ac:spMkLst>
        </pc:spChg>
        <pc:spChg chg="add mod">
          <ac:chgData name="Anthony Sebastian Xerri Hawley" userId="79b7d0b5-0742-4a77-b818-949165fafb9c" providerId="ADAL" clId="{0564B858-5026-4537-9AFD-34C08ED5C8C2}" dt="2026-09-08T11:06:42.066" v="1133" actId="1076"/>
          <ac:spMkLst>
            <pc:docMk/>
            <pc:sldMk cId="3559155483" sldId="312"/>
            <ac:spMk id="19" creationId="{B8556667-5DAC-4F5D-282E-F36BCD9F5D5A}"/>
          </ac:spMkLst>
        </pc:spChg>
        <pc:spChg chg="add mod">
          <ac:chgData name="Anthony Sebastian Xerri Hawley" userId="79b7d0b5-0742-4a77-b818-949165fafb9c" providerId="ADAL" clId="{0564B858-5026-4537-9AFD-34C08ED5C8C2}" dt="2026-09-08T11:08:13.878" v="1183" actId="20577"/>
          <ac:spMkLst>
            <pc:docMk/>
            <pc:sldMk cId="3559155483" sldId="312"/>
            <ac:spMk id="21" creationId="{36B758A6-E0D2-9D40-42A8-4DB2354CF6D5}"/>
          </ac:spMkLst>
        </pc:spChg>
        <pc:spChg chg="add mo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33" creationId="{9EADCEBF-737B-5040-FAA2-6482D1E16E84}"/>
          </ac:spMkLst>
        </pc:spChg>
        <pc:spChg chg="add mo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35" creationId="{76641E3E-0773-8B75-BBEA-3947DE21FD04}"/>
          </ac:spMkLst>
        </pc:spChg>
        <pc:spChg chg="add mo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37" creationId="{931E30EE-A175-089F-3D85-CA4D9C5429FF}"/>
          </ac:spMkLst>
        </pc:spChg>
        <pc:spChg chg="add mo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39" creationId="{8A41043B-A47D-B895-F0F6-48EF6F512C9B}"/>
          </ac:spMkLst>
        </pc:spChg>
        <pc:spChg chg="add mo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41" creationId="{2CBE3A37-A7EB-2B68-708A-912962F5C024}"/>
          </ac:spMkLst>
        </pc:spChg>
        <pc:spChg chg="add mo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43" creationId="{E8319473-7345-E0B3-1DAD-6211F9C6A3E5}"/>
          </ac:spMkLst>
        </pc:spChg>
        <pc:spChg chg="add mod ord">
          <ac:chgData name="Anthony Sebastian Xerri Hawley" userId="79b7d0b5-0742-4a77-b818-949165fafb9c" providerId="ADAL" clId="{0564B858-5026-4537-9AFD-34C08ED5C8C2}" dt="2026-09-08T11:13:04.968" v="1240" actId="404"/>
          <ac:spMkLst>
            <pc:docMk/>
            <pc:sldMk cId="3559155483" sldId="312"/>
            <ac:spMk id="45" creationId="{35942DCA-42BD-8951-59B2-681E33DEDF11}"/>
          </ac:spMkLst>
        </pc:spChg>
        <pc:grpChg chg="add mod">
          <ac:chgData name="Anthony Sebastian Xerri Hawley" userId="79b7d0b5-0742-4a77-b818-949165fafb9c" providerId="ADAL" clId="{0564B858-5026-4537-9AFD-34C08ED5C8C2}" dt="2026-09-08T11:13:11.094" v="1242" actId="1076"/>
          <ac:grpSpMkLst>
            <pc:docMk/>
            <pc:sldMk cId="3559155483" sldId="312"/>
            <ac:grpSpMk id="46" creationId="{A190DB20-E9F1-1717-13F1-8BF3AA355A05}"/>
          </ac:grpSpMkLst>
        </pc:grpChg>
        <pc:picChg chg="add mod">
          <ac:chgData name="Anthony Sebastian Xerri Hawley" userId="79b7d0b5-0742-4a77-b818-949165fafb9c" providerId="ADAL" clId="{0564B858-5026-4537-9AFD-34C08ED5C8C2}" dt="2026-09-08T11:00:43.190" v="1104" actId="1076"/>
          <ac:picMkLst>
            <pc:docMk/>
            <pc:sldMk cId="3559155483" sldId="312"/>
            <ac:picMk id="7" creationId="{2DD8023B-9833-268D-69E7-A278720F5C66}"/>
          </ac:picMkLst>
        </pc:picChg>
        <pc:picChg chg="add mod">
          <ac:chgData name="Anthony Sebastian Xerri Hawley" userId="79b7d0b5-0742-4a77-b818-949165fafb9c" providerId="ADAL" clId="{0564B858-5026-4537-9AFD-34C08ED5C8C2}" dt="2026-09-08T11:01:16.137" v="1109" actId="1076"/>
          <ac:picMkLst>
            <pc:docMk/>
            <pc:sldMk cId="3559155483" sldId="312"/>
            <ac:picMk id="11" creationId="{68AFB0B0-2B04-0138-DD59-E4964643749F}"/>
          </ac:picMkLst>
        </pc:picChg>
        <pc:cxnChg chg="add mod">
          <ac:chgData name="Anthony Sebastian Xerri Hawley" userId="79b7d0b5-0742-4a77-b818-949165fafb9c" providerId="ADAL" clId="{0564B858-5026-4537-9AFD-34C08ED5C8C2}" dt="2026-09-08T11:06:07.236" v="1129" actId="14100"/>
          <ac:cxnSpMkLst>
            <pc:docMk/>
            <pc:sldMk cId="3559155483" sldId="312"/>
            <ac:cxnSpMk id="23" creationId="{0257D6A2-5B27-2F25-EA50-0EECDC6E96BC}"/>
          </ac:cxnSpMkLst>
        </pc:cxnChg>
        <pc:cxnChg chg="add mod">
          <ac:chgData name="Anthony Sebastian Xerri Hawley" userId="79b7d0b5-0742-4a77-b818-949165fafb9c" providerId="ADAL" clId="{0564B858-5026-4537-9AFD-34C08ED5C8C2}" dt="2026-09-08T11:06:10.289" v="1130" actId="14100"/>
          <ac:cxnSpMkLst>
            <pc:docMk/>
            <pc:sldMk cId="3559155483" sldId="312"/>
            <ac:cxnSpMk id="25" creationId="{E1B68CD6-0441-F788-A625-DC8C60051D41}"/>
          </ac:cxnSpMkLst>
        </pc:cxnChg>
      </pc:sldChg>
      <pc:sldChg chg="addSp delSp modSp add mod">
        <pc:chgData name="Anthony Sebastian Xerri Hawley" userId="79b7d0b5-0742-4a77-b818-949165fafb9c" providerId="ADAL" clId="{0564B858-5026-4537-9AFD-34C08ED5C8C2}" dt="2026-09-08T12:00:08.771" v="1414" actId="14100"/>
        <pc:sldMkLst>
          <pc:docMk/>
          <pc:sldMk cId="2485581388" sldId="313"/>
        </pc:sldMkLst>
        <pc:spChg chg="mod">
          <ac:chgData name="Anthony Sebastian Xerri Hawley" userId="79b7d0b5-0742-4a77-b818-949165fafb9c" providerId="ADAL" clId="{0564B858-5026-4537-9AFD-34C08ED5C8C2}" dt="2026-09-08T11:56:15.027" v="1362" actId="1076"/>
          <ac:spMkLst>
            <pc:docMk/>
            <pc:sldMk cId="2485581388" sldId="313"/>
            <ac:spMk id="6" creationId="{88217BFC-7238-8EAA-C462-255305F02834}"/>
          </ac:spMkLst>
        </pc:spChg>
        <pc:spChg chg="add mod">
          <ac:chgData name="Anthony Sebastian Xerri Hawley" userId="79b7d0b5-0742-4a77-b818-949165fafb9c" providerId="ADAL" clId="{0564B858-5026-4537-9AFD-34C08ED5C8C2}" dt="2026-09-08T11:56:32.374" v="1366" actId="1076"/>
          <ac:spMkLst>
            <pc:docMk/>
            <pc:sldMk cId="2485581388" sldId="313"/>
            <ac:spMk id="7" creationId="{1E5DE8C0-3D3E-C43C-362F-51D9FB4DEB66}"/>
          </ac:spMkLst>
        </pc:spChg>
        <pc:spChg chg="mod">
          <ac:chgData name="Anthony Sebastian Xerri Hawley" userId="79b7d0b5-0742-4a77-b818-949165fafb9c" providerId="ADAL" clId="{0564B858-5026-4537-9AFD-34C08ED5C8C2}" dt="2026-09-08T11:56:32.374" v="1366" actId="1076"/>
          <ac:spMkLst>
            <pc:docMk/>
            <pc:sldMk cId="2485581388" sldId="313"/>
            <ac:spMk id="9" creationId="{539D8336-DBCF-3FEF-4F26-AC1AE2A83641}"/>
          </ac:spMkLst>
        </pc:spChg>
        <pc:spChg chg="mod">
          <ac:chgData name="Anthony Sebastian Xerri Hawley" userId="79b7d0b5-0742-4a77-b818-949165fafb9c" providerId="ADAL" clId="{0564B858-5026-4537-9AFD-34C08ED5C8C2}" dt="2026-09-08T11:53:20.924" v="1333" actId="20577"/>
          <ac:spMkLst>
            <pc:docMk/>
            <pc:sldMk cId="2485581388" sldId="313"/>
            <ac:spMk id="13" creationId="{4609CBF2-33B7-BF87-BD30-9378926582D2}"/>
          </ac:spMkLst>
        </pc:spChg>
        <pc:spChg chg="add mod">
          <ac:chgData name="Anthony Sebastian Xerri Hawley" userId="79b7d0b5-0742-4a77-b818-949165fafb9c" providerId="ADAL" clId="{0564B858-5026-4537-9AFD-34C08ED5C8C2}" dt="2026-09-08T11:57:42.329" v="1373" actId="1076"/>
          <ac:spMkLst>
            <pc:docMk/>
            <pc:sldMk cId="2485581388" sldId="313"/>
            <ac:spMk id="14" creationId="{EA51B856-48F6-81C5-09D0-116CC94BAF3F}"/>
          </ac:spMkLst>
        </pc:spChg>
        <pc:spChg chg="add mod">
          <ac:chgData name="Anthony Sebastian Xerri Hawley" userId="79b7d0b5-0742-4a77-b818-949165fafb9c" providerId="ADAL" clId="{0564B858-5026-4537-9AFD-34C08ED5C8C2}" dt="2026-09-08T11:59:32.846" v="1405" actId="554"/>
          <ac:spMkLst>
            <pc:docMk/>
            <pc:sldMk cId="2485581388" sldId="313"/>
            <ac:spMk id="18" creationId="{B8B06800-6AFD-97C7-B8BF-49987AD59DB6}"/>
          </ac:spMkLst>
        </pc:spChg>
        <pc:spChg chg="add mod">
          <ac:chgData name="Anthony Sebastian Xerri Hawley" userId="79b7d0b5-0742-4a77-b818-949165fafb9c" providerId="ADAL" clId="{0564B858-5026-4537-9AFD-34C08ED5C8C2}" dt="2026-09-08T11:59:32.846" v="1405" actId="554"/>
          <ac:spMkLst>
            <pc:docMk/>
            <pc:sldMk cId="2485581388" sldId="313"/>
            <ac:spMk id="22" creationId="{1AB66373-ACF5-B184-AD85-AB3B1F453924}"/>
          </ac:spMkLst>
        </pc:spChg>
        <pc:spChg chg="add mod">
          <ac:chgData name="Anthony Sebastian Xerri Hawley" userId="79b7d0b5-0742-4a77-b818-949165fafb9c" providerId="ADAL" clId="{0564B858-5026-4537-9AFD-34C08ED5C8C2}" dt="2026-09-08T11:58:39.037" v="1392" actId="1076"/>
          <ac:spMkLst>
            <pc:docMk/>
            <pc:sldMk cId="2485581388" sldId="313"/>
            <ac:spMk id="27" creationId="{813533D3-77E2-8308-3524-DE3A2591AB93}"/>
          </ac:spMkLst>
        </pc:spChg>
        <pc:spChg chg="add mod">
          <ac:chgData name="Anthony Sebastian Xerri Hawley" userId="79b7d0b5-0742-4a77-b818-949165fafb9c" providerId="ADAL" clId="{0564B858-5026-4537-9AFD-34C08ED5C8C2}" dt="2026-09-08T11:59:32.846" v="1405" actId="554"/>
          <ac:spMkLst>
            <pc:docMk/>
            <pc:sldMk cId="2485581388" sldId="313"/>
            <ac:spMk id="29" creationId="{B8369232-7C00-2AAA-5051-AD2E005B838E}"/>
          </ac:spMkLst>
        </pc:spChg>
        <pc:spChg chg="add mod">
          <ac:chgData name="Anthony Sebastian Xerri Hawley" userId="79b7d0b5-0742-4a77-b818-949165fafb9c" providerId="ADAL" clId="{0564B858-5026-4537-9AFD-34C08ED5C8C2}" dt="2026-09-08T11:59:32.846" v="1405" actId="554"/>
          <ac:spMkLst>
            <pc:docMk/>
            <pc:sldMk cId="2485581388" sldId="313"/>
            <ac:spMk id="31" creationId="{D9F5E1B8-55A9-F99D-D6E8-BC925B8E29DC}"/>
          </ac:spMkLst>
        </pc:spChg>
        <pc:spChg chg="mod">
          <ac:chgData name="Anthony Sebastian Xerri Hawley" userId="79b7d0b5-0742-4a77-b818-949165fafb9c" providerId="ADAL" clId="{0564B858-5026-4537-9AFD-34C08ED5C8C2}" dt="2026-09-08T11:59:50.497" v="1410" actId="1076"/>
          <ac:spMkLst>
            <pc:docMk/>
            <pc:sldMk cId="2485581388" sldId="313"/>
            <ac:spMk id="35" creationId="{8AEB8750-B15E-B222-B8C3-9E56953BA342}"/>
          </ac:spMkLst>
        </pc:spChg>
        <pc:spChg chg="add mod">
          <ac:chgData name="Anthony Sebastian Xerri Hawley" userId="79b7d0b5-0742-4a77-b818-949165fafb9c" providerId="ADAL" clId="{0564B858-5026-4537-9AFD-34C08ED5C8C2}" dt="2026-09-08T12:00:08.771" v="1414" actId="14100"/>
          <ac:spMkLst>
            <pc:docMk/>
            <pc:sldMk cId="2485581388" sldId="313"/>
            <ac:spMk id="37" creationId="{A8CC4F48-0561-AABB-996C-09C21E0D7955}"/>
          </ac:spMkLst>
        </pc:spChg>
        <pc:picChg chg="add mod">
          <ac:chgData name="Anthony Sebastian Xerri Hawley" userId="79b7d0b5-0742-4a77-b818-949165fafb9c" providerId="ADAL" clId="{0564B858-5026-4537-9AFD-34C08ED5C8C2}" dt="2026-09-08T11:57:46.371" v="1375" actId="1076"/>
          <ac:picMkLst>
            <pc:docMk/>
            <pc:sldMk cId="2485581388" sldId="313"/>
            <ac:picMk id="39" creationId="{BFF8153E-DAD0-BE41-EF4E-AFD0A07641DE}"/>
          </ac:picMkLst>
        </pc:picChg>
        <pc:picChg chg="add mod">
          <ac:chgData name="Anthony Sebastian Xerri Hawley" userId="79b7d0b5-0742-4a77-b818-949165fafb9c" providerId="ADAL" clId="{0564B858-5026-4537-9AFD-34C08ED5C8C2}" dt="2026-09-08T11:58:52.036" v="1396" actId="1076"/>
          <ac:picMkLst>
            <pc:docMk/>
            <pc:sldMk cId="2485581388" sldId="313"/>
            <ac:picMk id="41" creationId="{99FB1ED5-0535-EE25-2A97-95B7940419CA}"/>
          </ac:picMkLst>
        </pc:picChg>
        <pc:picChg chg="add mod">
          <ac:chgData name="Anthony Sebastian Xerri Hawley" userId="79b7d0b5-0742-4a77-b818-949165fafb9c" providerId="ADAL" clId="{0564B858-5026-4537-9AFD-34C08ED5C8C2}" dt="2026-09-08T11:59:58.377" v="1412" actId="1076"/>
          <ac:picMkLst>
            <pc:docMk/>
            <pc:sldMk cId="2485581388" sldId="313"/>
            <ac:picMk id="43" creationId="{B8AFE380-AB64-70DD-72EB-F9DA20EE96A4}"/>
          </ac:picMkLst>
        </pc:picChg>
      </pc:sldChg>
      <pc:sldChg chg="addSp delSp modSp add mod">
        <pc:chgData name="Anthony Sebastian Xerri Hawley" userId="79b7d0b5-0742-4a77-b818-949165fafb9c" providerId="ADAL" clId="{0564B858-5026-4537-9AFD-34C08ED5C8C2}" dt="2026-09-08T12:03:21.790" v="1441" actId="20577"/>
        <pc:sldMkLst>
          <pc:docMk/>
          <pc:sldMk cId="1645072409" sldId="314"/>
        </pc:sldMkLst>
        <pc:spChg chg="mod">
          <ac:chgData name="Anthony Sebastian Xerri Hawley" userId="79b7d0b5-0742-4a77-b818-949165fafb9c" providerId="ADAL" clId="{0564B858-5026-4537-9AFD-34C08ED5C8C2}" dt="2026-09-08T12:03:10.530" v="1437" actId="1076"/>
          <ac:spMkLst>
            <pc:docMk/>
            <pc:sldMk cId="1645072409" sldId="314"/>
            <ac:spMk id="6" creationId="{88E34F45-7828-9934-D775-2B4D4339DC5C}"/>
          </ac:spMkLst>
        </pc:spChg>
        <pc:spChg chg="add mod">
          <ac:chgData name="Anthony Sebastian Xerri Hawley" userId="79b7d0b5-0742-4a77-b818-949165fafb9c" providerId="ADAL" clId="{0564B858-5026-4537-9AFD-34C08ED5C8C2}" dt="2026-09-08T12:03:15.605" v="1438" actId="1076"/>
          <ac:spMkLst>
            <pc:docMk/>
            <pc:sldMk cId="1645072409" sldId="314"/>
            <ac:spMk id="7" creationId="{B9B22905-B250-22C3-204C-3D9BF830551C}"/>
          </ac:spMkLst>
        </pc:spChg>
        <pc:spChg chg="add mod">
          <ac:chgData name="Anthony Sebastian Xerri Hawley" userId="79b7d0b5-0742-4a77-b818-949165fafb9c" providerId="ADAL" clId="{0564B858-5026-4537-9AFD-34C08ED5C8C2}" dt="2026-09-08T12:03:15.605" v="1438" actId="1076"/>
          <ac:spMkLst>
            <pc:docMk/>
            <pc:sldMk cId="1645072409" sldId="314"/>
            <ac:spMk id="9" creationId="{AEFE3806-E2F4-4B2B-9474-0A3D09DBC308}"/>
          </ac:spMkLst>
        </pc:spChg>
        <pc:spChg chg="add mod">
          <ac:chgData name="Anthony Sebastian Xerri Hawley" userId="79b7d0b5-0742-4a77-b818-949165fafb9c" providerId="ADAL" clId="{0564B858-5026-4537-9AFD-34C08ED5C8C2}" dt="2026-09-08T12:03:15.605" v="1438" actId="1076"/>
          <ac:spMkLst>
            <pc:docMk/>
            <pc:sldMk cId="1645072409" sldId="314"/>
            <ac:spMk id="11" creationId="{D1F792AB-6743-C6BD-C9B2-5810EDC60652}"/>
          </ac:spMkLst>
        </pc:spChg>
        <pc:spChg chg="mod">
          <ac:chgData name="Anthony Sebastian Xerri Hawley" userId="79b7d0b5-0742-4a77-b818-949165fafb9c" providerId="ADAL" clId="{0564B858-5026-4537-9AFD-34C08ED5C8C2}" dt="2026-09-08T12:00:35.596" v="1415"/>
          <ac:spMkLst>
            <pc:docMk/>
            <pc:sldMk cId="1645072409" sldId="314"/>
            <ac:spMk id="13" creationId="{C7ABFA35-27B1-7191-5DA0-DA35EDFEF717}"/>
          </ac:spMkLst>
        </pc:spChg>
        <pc:spChg chg="add mod">
          <ac:chgData name="Anthony Sebastian Xerri Hawley" userId="79b7d0b5-0742-4a77-b818-949165fafb9c" providerId="ADAL" clId="{0564B858-5026-4537-9AFD-34C08ED5C8C2}" dt="2026-09-08T12:03:15.605" v="1438" actId="1076"/>
          <ac:spMkLst>
            <pc:docMk/>
            <pc:sldMk cId="1645072409" sldId="314"/>
            <ac:spMk id="14" creationId="{D2BBBAD6-BF34-6A4B-C551-793B7B12EBEC}"/>
          </ac:spMkLst>
        </pc:spChg>
        <pc:spChg chg="add mod">
          <ac:chgData name="Anthony Sebastian Xerri Hawley" userId="79b7d0b5-0742-4a77-b818-949165fafb9c" providerId="ADAL" clId="{0564B858-5026-4537-9AFD-34C08ED5C8C2}" dt="2026-09-08T12:03:15.605" v="1438" actId="1076"/>
          <ac:spMkLst>
            <pc:docMk/>
            <pc:sldMk cId="1645072409" sldId="314"/>
            <ac:spMk id="18" creationId="{0ADE1540-E78F-DFD5-51CB-8A33C164B1CA}"/>
          </ac:spMkLst>
        </pc:spChg>
        <pc:spChg chg="add mod">
          <ac:chgData name="Anthony Sebastian Xerri Hawley" userId="79b7d0b5-0742-4a77-b818-949165fafb9c" providerId="ADAL" clId="{0564B858-5026-4537-9AFD-34C08ED5C8C2}" dt="2026-09-08T12:03:15.605" v="1438" actId="1076"/>
          <ac:spMkLst>
            <pc:docMk/>
            <pc:sldMk cId="1645072409" sldId="314"/>
            <ac:spMk id="22" creationId="{F15A56CB-8B63-9FB2-2CB6-7A72996A769F}"/>
          </ac:spMkLst>
        </pc:spChg>
        <pc:spChg chg="add mod">
          <ac:chgData name="Anthony Sebastian Xerri Hawley" userId="79b7d0b5-0742-4a77-b818-949165fafb9c" providerId="ADAL" clId="{0564B858-5026-4537-9AFD-34C08ED5C8C2}" dt="2026-09-08T12:03:21.790" v="1441" actId="20577"/>
          <ac:spMkLst>
            <pc:docMk/>
            <pc:sldMk cId="1645072409" sldId="314"/>
            <ac:spMk id="25" creationId="{C0EF10F2-61B4-59B4-C85D-C960D7DE3339}"/>
          </ac:spMkLst>
        </pc:spChg>
        <pc:picChg chg="add mod">
          <ac:chgData name="Anthony Sebastian Xerri Hawley" userId="79b7d0b5-0742-4a77-b818-949165fafb9c" providerId="ADAL" clId="{0564B858-5026-4537-9AFD-34C08ED5C8C2}" dt="2026-09-08T12:02:48.266" v="1435" actId="1076"/>
          <ac:picMkLst>
            <pc:docMk/>
            <pc:sldMk cId="1645072409" sldId="314"/>
            <ac:picMk id="27" creationId="{995C7075-D2C3-C495-2825-4954E43AE5BC}"/>
          </ac:picMkLst>
        </pc:picChg>
      </pc:sldChg>
      <pc:sldChg chg="addSp delSp modSp add mod">
        <pc:chgData name="Anthony Sebastian Xerri Hawley" userId="79b7d0b5-0742-4a77-b818-949165fafb9c" providerId="ADAL" clId="{0564B858-5026-4537-9AFD-34C08ED5C8C2}" dt="2026-09-08T12:08:54.700" v="1523" actId="14100"/>
        <pc:sldMkLst>
          <pc:docMk/>
          <pc:sldMk cId="2235030955" sldId="315"/>
        </pc:sldMkLst>
        <pc:spChg chg="mod">
          <ac:chgData name="Anthony Sebastian Xerri Hawley" userId="79b7d0b5-0742-4a77-b818-949165fafb9c" providerId="ADAL" clId="{0564B858-5026-4537-9AFD-34C08ED5C8C2}" dt="2026-09-08T12:04:24.046" v="1489" actId="1076"/>
          <ac:spMkLst>
            <pc:docMk/>
            <pc:sldMk cId="2235030955" sldId="315"/>
            <ac:spMk id="6" creationId="{5F99A978-DDBA-DC4B-0C4A-D1B0B4F1306A}"/>
          </ac:spMkLst>
        </pc:spChg>
        <pc:spChg chg="add mod">
          <ac:chgData name="Anthony Sebastian Xerri Hawley" userId="79b7d0b5-0742-4a77-b818-949165fafb9c" providerId="ADAL" clId="{0564B858-5026-4537-9AFD-34C08ED5C8C2}" dt="2026-09-08T12:08:47.382" v="1521" actId="1076"/>
          <ac:spMkLst>
            <pc:docMk/>
            <pc:sldMk cId="2235030955" sldId="315"/>
            <ac:spMk id="9" creationId="{41D4C7F2-BC28-48E8-5BC8-7DEBD59DDD40}"/>
          </ac:spMkLst>
        </pc:spChg>
        <pc:spChg chg="add">
          <ac:chgData name="Anthony Sebastian Xerri Hawley" userId="79b7d0b5-0742-4a77-b818-949165fafb9c" providerId="ADAL" clId="{0564B858-5026-4537-9AFD-34C08ED5C8C2}" dt="2026-09-08T12:04:31.256" v="1490" actId="22"/>
          <ac:spMkLst>
            <pc:docMk/>
            <pc:sldMk cId="2235030955" sldId="315"/>
            <ac:spMk id="11" creationId="{C8E3514C-994B-F1FA-8D38-D0113DCC39DF}"/>
          </ac:spMkLst>
        </pc:spChg>
        <pc:spChg chg="mod">
          <ac:chgData name="Anthony Sebastian Xerri Hawley" userId="79b7d0b5-0742-4a77-b818-949165fafb9c" providerId="ADAL" clId="{0564B858-5026-4537-9AFD-34C08ED5C8C2}" dt="2026-09-08T12:04:16.399" v="1487" actId="20577"/>
          <ac:spMkLst>
            <pc:docMk/>
            <pc:sldMk cId="2235030955" sldId="315"/>
            <ac:spMk id="13" creationId="{2A473F45-4DF7-28E1-4A6A-04DE58496BD2}"/>
          </ac:spMkLst>
        </pc:spChg>
        <pc:spChg chg="add">
          <ac:chgData name="Anthony Sebastian Xerri Hawley" userId="79b7d0b5-0742-4a77-b818-949165fafb9c" providerId="ADAL" clId="{0564B858-5026-4537-9AFD-34C08ED5C8C2}" dt="2026-09-08T12:04:31.256" v="1490" actId="22"/>
          <ac:spMkLst>
            <pc:docMk/>
            <pc:sldMk cId="2235030955" sldId="315"/>
            <ac:spMk id="14" creationId="{9EF31EB8-30C3-E8BD-78B5-1ED22E0192F8}"/>
          </ac:spMkLst>
        </pc:spChg>
        <pc:spChg chg="add mod">
          <ac:chgData name="Anthony Sebastian Xerri Hawley" userId="79b7d0b5-0742-4a77-b818-949165fafb9c" providerId="ADAL" clId="{0564B858-5026-4537-9AFD-34C08ED5C8C2}" dt="2026-09-08T12:08:43.331" v="1520" actId="1076"/>
          <ac:spMkLst>
            <pc:docMk/>
            <pc:sldMk cId="2235030955" sldId="315"/>
            <ac:spMk id="22" creationId="{5B148F2E-30FC-51F6-44A3-C2520B70E3D5}"/>
          </ac:spMkLst>
        </pc:spChg>
        <pc:spChg chg="add mod">
          <ac:chgData name="Anthony Sebastian Xerri Hawley" userId="79b7d0b5-0742-4a77-b818-949165fafb9c" providerId="ADAL" clId="{0564B858-5026-4537-9AFD-34C08ED5C8C2}" dt="2026-09-08T12:07:47.932" v="1508" actId="1076"/>
          <ac:spMkLst>
            <pc:docMk/>
            <pc:sldMk cId="2235030955" sldId="315"/>
            <ac:spMk id="25" creationId="{8FA2F735-9046-C5E7-BD95-61D941F92313}"/>
          </ac:spMkLst>
        </pc:spChg>
        <pc:spChg chg="add mod">
          <ac:chgData name="Anthony Sebastian Xerri Hawley" userId="79b7d0b5-0742-4a77-b818-949165fafb9c" providerId="ADAL" clId="{0564B858-5026-4537-9AFD-34C08ED5C8C2}" dt="2026-09-08T12:07:47.932" v="1508" actId="1076"/>
          <ac:spMkLst>
            <pc:docMk/>
            <pc:sldMk cId="2235030955" sldId="315"/>
            <ac:spMk id="27" creationId="{34DC79DD-0574-787B-5805-AA24C72FA883}"/>
          </ac:spMkLst>
        </pc:spChg>
        <pc:spChg chg="add mod">
          <ac:chgData name="Anthony Sebastian Xerri Hawley" userId="79b7d0b5-0742-4a77-b818-949165fafb9c" providerId="ADAL" clId="{0564B858-5026-4537-9AFD-34C08ED5C8C2}" dt="2026-09-08T12:07:51.213" v="1509" actId="1076"/>
          <ac:spMkLst>
            <pc:docMk/>
            <pc:sldMk cId="2235030955" sldId="315"/>
            <ac:spMk id="31" creationId="{3E981F6F-A684-DD60-8F54-456E2D5B1DF3}"/>
          </ac:spMkLst>
        </pc:spChg>
        <pc:spChg chg="add mod">
          <ac:chgData name="Anthony Sebastian Xerri Hawley" userId="79b7d0b5-0742-4a77-b818-949165fafb9c" providerId="ADAL" clId="{0564B858-5026-4537-9AFD-34C08ED5C8C2}" dt="2026-09-08T12:08:30.181" v="1519" actId="20577"/>
          <ac:spMkLst>
            <pc:docMk/>
            <pc:sldMk cId="2235030955" sldId="315"/>
            <ac:spMk id="33" creationId="{EDFD1E89-08B0-8768-73FC-4F7C583461A5}"/>
          </ac:spMkLst>
        </pc:spChg>
        <pc:picChg chg="add mod">
          <ac:chgData name="Anthony Sebastian Xerri Hawley" userId="79b7d0b5-0742-4a77-b818-949165fafb9c" providerId="ADAL" clId="{0564B858-5026-4537-9AFD-34C08ED5C8C2}" dt="2026-09-08T12:08:51.127" v="1522" actId="14100"/>
          <ac:picMkLst>
            <pc:docMk/>
            <pc:sldMk cId="2235030955" sldId="315"/>
            <ac:picMk id="35" creationId="{2D783731-1FDB-3354-C3A1-ECB8BF35F7C6}"/>
          </ac:picMkLst>
        </pc:picChg>
        <pc:picChg chg="add mod">
          <ac:chgData name="Anthony Sebastian Xerri Hawley" userId="79b7d0b5-0742-4a77-b818-949165fafb9c" providerId="ADAL" clId="{0564B858-5026-4537-9AFD-34C08ED5C8C2}" dt="2026-09-08T12:08:54.700" v="1523" actId="14100"/>
          <ac:picMkLst>
            <pc:docMk/>
            <pc:sldMk cId="2235030955" sldId="315"/>
            <ac:picMk id="37" creationId="{CAE00816-85F2-D8E2-9F8F-9B414BB59794}"/>
          </ac:picMkLst>
        </pc:picChg>
        <pc:picChg chg="add mod">
          <ac:chgData name="Anthony Sebastian Xerri Hawley" userId="79b7d0b5-0742-4a77-b818-949165fafb9c" providerId="ADAL" clId="{0564B858-5026-4537-9AFD-34C08ED5C8C2}" dt="2026-09-08T12:07:53.953" v="1511" actId="1076"/>
          <ac:picMkLst>
            <pc:docMk/>
            <pc:sldMk cId="2235030955" sldId="315"/>
            <ac:picMk id="39" creationId="{4DB90183-3510-9143-86FB-250E4921A8BD}"/>
          </ac:picMkLst>
        </pc:picChg>
      </pc:sldChg>
      <pc:sldChg chg="addSp delSp modSp add mod">
        <pc:chgData name="Anthony Sebastian Xerri Hawley" userId="79b7d0b5-0742-4a77-b818-949165fafb9c" providerId="ADAL" clId="{0564B858-5026-4537-9AFD-34C08ED5C8C2}" dt="2026-09-09T07:02:57.007" v="1967" actId="14100"/>
        <pc:sldMkLst>
          <pc:docMk/>
          <pc:sldMk cId="3677952884" sldId="316"/>
        </pc:sldMkLst>
        <pc:spChg chg="mod">
          <ac:chgData name="Anthony Sebastian Xerri Hawley" userId="79b7d0b5-0742-4a77-b818-949165fafb9c" providerId="ADAL" clId="{0564B858-5026-4537-9AFD-34C08ED5C8C2}" dt="2026-09-08T12:09:37.710" v="1527" actId="1076"/>
          <ac:spMkLst>
            <pc:docMk/>
            <pc:sldMk cId="3677952884" sldId="316"/>
            <ac:spMk id="6" creationId="{7303839B-B518-A872-66E5-179E9DC0960B}"/>
          </ac:spMkLst>
        </pc:spChg>
        <pc:spChg chg="add mod">
          <ac:chgData name="Anthony Sebastian Xerri Hawley" userId="79b7d0b5-0742-4a77-b818-949165fafb9c" providerId="ADAL" clId="{0564B858-5026-4537-9AFD-34C08ED5C8C2}" dt="2026-09-08T12:12:39.531" v="1542" actId="1076"/>
          <ac:spMkLst>
            <pc:docMk/>
            <pc:sldMk cId="3677952884" sldId="316"/>
            <ac:spMk id="9" creationId="{CA19FFCC-3A7C-759E-7844-078331853ACE}"/>
          </ac:spMkLst>
        </pc:spChg>
        <pc:spChg chg="add mod">
          <ac:chgData name="Anthony Sebastian Xerri Hawley" userId="79b7d0b5-0742-4a77-b818-949165fafb9c" providerId="ADAL" clId="{0564B858-5026-4537-9AFD-34C08ED5C8C2}" dt="2026-09-09T07:02:05.808" v="1963" actId="20577"/>
          <ac:spMkLst>
            <pc:docMk/>
            <pc:sldMk cId="3677952884" sldId="316"/>
            <ac:spMk id="11" creationId="{0D70743D-7249-C410-91A6-68824B7AF7EF}"/>
          </ac:spMkLst>
        </pc:spChg>
        <pc:spChg chg="mod">
          <ac:chgData name="Anthony Sebastian Xerri Hawley" userId="79b7d0b5-0742-4a77-b818-949165fafb9c" providerId="ADAL" clId="{0564B858-5026-4537-9AFD-34C08ED5C8C2}" dt="2026-09-08T12:09:31.223" v="1525"/>
          <ac:spMkLst>
            <pc:docMk/>
            <pc:sldMk cId="3677952884" sldId="316"/>
            <ac:spMk id="13" creationId="{605D449F-E0BE-42E5-0C97-3814AD394EE6}"/>
          </ac:spMkLst>
        </pc:spChg>
        <pc:spChg chg="add mod">
          <ac:chgData name="Anthony Sebastian Xerri Hawley" userId="79b7d0b5-0742-4a77-b818-949165fafb9c" providerId="ADAL" clId="{0564B858-5026-4537-9AFD-34C08ED5C8C2}" dt="2026-09-08T12:12:52.525" v="1546" actId="1076"/>
          <ac:spMkLst>
            <pc:docMk/>
            <pc:sldMk cId="3677952884" sldId="316"/>
            <ac:spMk id="14" creationId="{D8C49AE0-31F4-D458-C3ED-11E1AEE80460}"/>
          </ac:spMkLst>
        </pc:spChg>
        <pc:spChg chg="add mod">
          <ac:chgData name="Anthony Sebastian Xerri Hawley" userId="79b7d0b5-0742-4a77-b818-949165fafb9c" providerId="ADAL" clId="{0564B858-5026-4537-9AFD-34C08ED5C8C2}" dt="2026-09-08T12:12:52.525" v="1546" actId="1076"/>
          <ac:spMkLst>
            <pc:docMk/>
            <pc:sldMk cId="3677952884" sldId="316"/>
            <ac:spMk id="18" creationId="{CCB3E1A9-D8CD-2078-65B7-789BB46D2792}"/>
          </ac:spMkLst>
        </pc:spChg>
        <pc:spChg chg="add mod">
          <ac:chgData name="Anthony Sebastian Xerri Hawley" userId="79b7d0b5-0742-4a77-b818-949165fafb9c" providerId="ADAL" clId="{0564B858-5026-4537-9AFD-34C08ED5C8C2}" dt="2026-09-08T12:13:35.214" v="1554" actId="1076"/>
          <ac:spMkLst>
            <pc:docMk/>
            <pc:sldMk cId="3677952884" sldId="316"/>
            <ac:spMk id="22" creationId="{14E30822-35F5-88A1-AAFC-CA885AF5381A}"/>
          </ac:spMkLst>
        </pc:spChg>
        <pc:spChg chg="add mod">
          <ac:chgData name="Anthony Sebastian Xerri Hawley" userId="79b7d0b5-0742-4a77-b818-949165fafb9c" providerId="ADAL" clId="{0564B858-5026-4537-9AFD-34C08ED5C8C2}" dt="2026-09-08T12:16:28.091" v="1670" actId="113"/>
          <ac:spMkLst>
            <pc:docMk/>
            <pc:sldMk cId="3677952884" sldId="316"/>
            <ac:spMk id="25" creationId="{B133B778-CA4E-A91F-0119-E77C58BDB2F6}"/>
          </ac:spMkLst>
        </pc:spChg>
        <pc:spChg chg="add mod">
          <ac:chgData name="Anthony Sebastian Xerri Hawley" userId="79b7d0b5-0742-4a77-b818-949165fafb9c" providerId="ADAL" clId="{0564B858-5026-4537-9AFD-34C08ED5C8C2}" dt="2026-09-08T12:13:57.200" v="1564" actId="14100"/>
          <ac:spMkLst>
            <pc:docMk/>
            <pc:sldMk cId="3677952884" sldId="316"/>
            <ac:spMk id="27" creationId="{992AB71A-7EC8-BE9C-14AE-17B6273D52A8}"/>
          </ac:spMkLst>
        </pc:spChg>
        <pc:spChg chg="add mod">
          <ac:chgData name="Anthony Sebastian Xerri Hawley" userId="79b7d0b5-0742-4a77-b818-949165fafb9c" providerId="ADAL" clId="{0564B858-5026-4537-9AFD-34C08ED5C8C2}" dt="2026-09-09T07:02:57.007" v="1967" actId="14100"/>
          <ac:spMkLst>
            <pc:docMk/>
            <pc:sldMk cId="3677952884" sldId="316"/>
            <ac:spMk id="36" creationId="{A1E7BB52-34BE-26C5-A8B9-D638C4904566}"/>
          </ac:spMkLst>
        </pc:spChg>
        <pc:picChg chg="add mod">
          <ac:chgData name="Anthony Sebastian Xerri Hawley" userId="79b7d0b5-0742-4a77-b818-949165fafb9c" providerId="ADAL" clId="{0564B858-5026-4537-9AFD-34C08ED5C8C2}" dt="2026-09-08T12:10:43.048" v="1540" actId="1076"/>
          <ac:picMkLst>
            <pc:docMk/>
            <pc:sldMk cId="3677952884" sldId="316"/>
            <ac:picMk id="29" creationId="{83C635CE-98F0-8F9E-F621-145A02620A1E}"/>
          </ac:picMkLst>
        </pc:picChg>
        <pc:picChg chg="add mod">
          <ac:chgData name="Anthony Sebastian Xerri Hawley" userId="79b7d0b5-0742-4a77-b818-949165fafb9c" providerId="ADAL" clId="{0564B858-5026-4537-9AFD-34C08ED5C8C2}" dt="2026-09-08T12:12:44.402" v="1545" actId="1076"/>
          <ac:picMkLst>
            <pc:docMk/>
            <pc:sldMk cId="3677952884" sldId="316"/>
            <ac:picMk id="31" creationId="{3FC1876C-9A17-BE6D-1219-D08782849CC8}"/>
          </ac:picMkLst>
        </pc:picChg>
        <pc:picChg chg="add mod">
          <ac:chgData name="Anthony Sebastian Xerri Hawley" userId="79b7d0b5-0742-4a77-b818-949165fafb9c" providerId="ADAL" clId="{0564B858-5026-4537-9AFD-34C08ED5C8C2}" dt="2026-09-08T12:14:51.767" v="1572" actId="1076"/>
          <ac:picMkLst>
            <pc:docMk/>
            <pc:sldMk cId="3677952884" sldId="316"/>
            <ac:picMk id="33" creationId="{95C3E008-680D-9A1C-CB11-5045FC40CDE7}"/>
          </ac:picMkLst>
        </pc:picChg>
        <pc:picChg chg="add mod">
          <ac:chgData name="Anthony Sebastian Xerri Hawley" userId="79b7d0b5-0742-4a77-b818-949165fafb9c" providerId="ADAL" clId="{0564B858-5026-4537-9AFD-34C08ED5C8C2}" dt="2026-09-08T12:14:54.684" v="1574" actId="1076"/>
          <ac:picMkLst>
            <pc:docMk/>
            <pc:sldMk cId="3677952884" sldId="316"/>
            <ac:picMk id="35" creationId="{562F3605-54CF-B463-A9B1-4ACBACB69019}"/>
          </ac:picMkLst>
        </pc:picChg>
      </pc:sldChg>
      <pc:sldChg chg="addSp delSp modSp add mod">
        <pc:chgData name="Anthony Sebastian Xerri Hawley" userId="79b7d0b5-0742-4a77-b818-949165fafb9c" providerId="ADAL" clId="{0564B858-5026-4537-9AFD-34C08ED5C8C2}" dt="2026-09-08T12:16:52.868" v="1675" actId="22"/>
        <pc:sldMkLst>
          <pc:docMk/>
          <pc:sldMk cId="1032937931" sldId="317"/>
        </pc:sldMkLst>
        <pc:spChg chg="mod">
          <ac:chgData name="Anthony Sebastian Xerri Hawley" userId="79b7d0b5-0742-4a77-b818-949165fafb9c" providerId="ADAL" clId="{0564B858-5026-4537-9AFD-34C08ED5C8C2}" dt="2026-09-08T12:16:47.022" v="1673" actId="1076"/>
          <ac:spMkLst>
            <pc:docMk/>
            <pc:sldMk cId="1032937931" sldId="317"/>
            <ac:spMk id="6" creationId="{E0890540-B8E3-B7A4-01CF-F11C4E7C3E6A}"/>
          </ac:spMkLst>
        </pc:spChg>
        <pc:spChg chg="mod">
          <ac:chgData name="Anthony Sebastian Xerri Hawley" userId="79b7d0b5-0742-4a77-b818-949165fafb9c" providerId="ADAL" clId="{0564B858-5026-4537-9AFD-34C08ED5C8C2}" dt="2026-09-08T12:16:41.547" v="1671"/>
          <ac:spMkLst>
            <pc:docMk/>
            <pc:sldMk cId="1032937931" sldId="317"/>
            <ac:spMk id="13" creationId="{759B9C6D-76AB-CD3C-0C83-83721B5B9672}"/>
          </ac:spMkLst>
        </pc:spChg>
        <pc:graphicFrameChg chg="add">
          <ac:chgData name="Anthony Sebastian Xerri Hawley" userId="79b7d0b5-0742-4a77-b818-949165fafb9c" providerId="ADAL" clId="{0564B858-5026-4537-9AFD-34C08ED5C8C2}" dt="2026-09-08T12:16:52.868" v="1675" actId="22"/>
          <ac:graphicFrameMkLst>
            <pc:docMk/>
            <pc:sldMk cId="1032937931" sldId="317"/>
            <ac:graphicFrameMk id="7" creationId="{0F6B3369-F72D-0466-36F7-56F69399902A}"/>
          </ac:graphicFrameMkLst>
        </pc:graphicFrameChg>
      </pc:sldChg>
      <pc:sldChg chg="addSp delSp modSp add del mod">
        <pc:chgData name="Anthony Sebastian Xerri Hawley" userId="79b7d0b5-0742-4a77-b818-949165fafb9c" providerId="ADAL" clId="{0564B858-5026-4537-9AFD-34C08ED5C8C2}" dt="2026-09-09T09:02:56.747" v="2525" actId="403"/>
        <pc:sldMkLst>
          <pc:docMk/>
          <pc:sldMk cId="166816702" sldId="318"/>
        </pc:sldMkLst>
        <pc:spChg chg="mod">
          <ac:chgData name="Anthony Sebastian Xerri Hawley" userId="79b7d0b5-0742-4a77-b818-949165fafb9c" providerId="ADAL" clId="{0564B858-5026-4537-9AFD-34C08ED5C8C2}" dt="2026-09-09T09:02:56.747" v="2525" actId="403"/>
          <ac:spMkLst>
            <pc:docMk/>
            <pc:sldMk cId="166816702" sldId="318"/>
            <ac:spMk id="2" creationId="{E3DE95F0-3C28-2418-1DCA-C07F88338E72}"/>
          </ac:spMkLst>
        </pc:spChg>
        <pc:spChg chg="add del">
          <ac:chgData name="Anthony Sebastian Xerri Hawley" userId="79b7d0b5-0742-4a77-b818-949165fafb9c" providerId="ADAL" clId="{0564B858-5026-4537-9AFD-34C08ED5C8C2}" dt="2026-09-09T09:02:29.916" v="2508" actId="478"/>
          <ac:spMkLst>
            <pc:docMk/>
            <pc:sldMk cId="166816702" sldId="318"/>
            <ac:spMk id="4" creationId="{D0AA4C09-FCB7-0C8B-27A0-7BA3B676C8B1}"/>
          </ac:spMkLst>
        </pc:spChg>
      </pc:sldChg>
    </pc:docChg>
  </pc:docChgLst>
  <pc:docChgLst>
    <pc:chgData name="Anthony Sebastian Xerri Hawley" userId="79b7d0b5-0742-4a77-b818-949165fafb9c" providerId="ADAL" clId="{033B6EBA-8B75-4E94-91D2-59A2A06864CC}"/>
    <pc:docChg chg="modSld">
      <pc:chgData name="Anthony Sebastian Xerri Hawley" userId="79b7d0b5-0742-4a77-b818-949165fafb9c" providerId="ADAL" clId="{033B6EBA-8B75-4E94-91D2-59A2A06864CC}" dt="2026-09-14T09:03:37.800" v="38" actId="20577"/>
      <pc:docMkLst>
        <pc:docMk/>
      </pc:docMkLst>
      <pc:sldChg chg="modSp mod">
        <pc:chgData name="Anthony Sebastian Xerri Hawley" userId="79b7d0b5-0742-4a77-b818-949165fafb9c" providerId="ADAL" clId="{033B6EBA-8B75-4E94-91D2-59A2A06864CC}" dt="2026-09-14T09:02:35.420" v="25" actId="20577"/>
        <pc:sldMkLst>
          <pc:docMk/>
          <pc:sldMk cId="0" sldId="267"/>
        </pc:sldMkLst>
        <pc:spChg chg="mod">
          <ac:chgData name="Anthony Sebastian Xerri Hawley" userId="79b7d0b5-0742-4a77-b818-949165fafb9c" providerId="ADAL" clId="{033B6EBA-8B75-4E94-91D2-59A2A06864CC}" dt="2026-09-14T09:02:35.420" v="25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Anthony Sebastian Xerri Hawley" userId="79b7d0b5-0742-4a77-b818-949165fafb9c" providerId="ADAL" clId="{033B6EBA-8B75-4E94-91D2-59A2A06864CC}" dt="2026-09-14T09:03:37.800" v="38" actId="20577"/>
        <pc:sldMkLst>
          <pc:docMk/>
          <pc:sldMk cId="2235030955" sldId="315"/>
        </pc:sldMkLst>
        <pc:spChg chg="mod">
          <ac:chgData name="Anthony Sebastian Xerri Hawley" userId="79b7d0b5-0742-4a77-b818-949165fafb9c" providerId="ADAL" clId="{033B6EBA-8B75-4E94-91D2-59A2A06864CC}" dt="2026-09-14T09:03:37.800" v="38" actId="20577"/>
          <ac:spMkLst>
            <pc:docMk/>
            <pc:sldMk cId="2235030955" sldId="315"/>
            <ac:spMk id="2" creationId="{57F13314-C9D1-039F-381F-B32C1AAF7987}"/>
          </ac:spMkLst>
        </pc:spChg>
      </pc:sldChg>
      <pc:sldChg chg="modSp mod">
        <pc:chgData name="Anthony Sebastian Xerri Hawley" userId="79b7d0b5-0742-4a77-b818-949165fafb9c" providerId="ADAL" clId="{033B6EBA-8B75-4E94-91D2-59A2A06864CC}" dt="2026-09-14T08:57:07.282" v="22" actId="20577"/>
        <pc:sldMkLst>
          <pc:docMk/>
          <pc:sldMk cId="3677952884" sldId="316"/>
        </pc:sldMkLst>
        <pc:spChg chg="mod">
          <ac:chgData name="Anthony Sebastian Xerri Hawley" userId="79b7d0b5-0742-4a77-b818-949165fafb9c" providerId="ADAL" clId="{033B6EBA-8B75-4E94-91D2-59A2A06864CC}" dt="2026-09-14T08:57:07.282" v="22" actId="20577"/>
          <ac:spMkLst>
            <pc:docMk/>
            <pc:sldMk cId="3677952884" sldId="316"/>
            <ac:spMk id="2" creationId="{B9751111-593A-0E16-5CF1-5E72FB9C7C5B}"/>
          </ac:spMkLst>
        </pc:spChg>
      </pc:sldChg>
      <pc:sldChg chg="modSp mod">
        <pc:chgData name="Anthony Sebastian Xerri Hawley" userId="79b7d0b5-0742-4a77-b818-949165fafb9c" providerId="ADAL" clId="{033B6EBA-8B75-4E94-91D2-59A2A06864CC}" dt="2026-09-14T09:02:54.424" v="29" actId="20577"/>
        <pc:sldMkLst>
          <pc:docMk/>
          <pc:sldMk cId="1032937931" sldId="317"/>
        </pc:sldMkLst>
        <pc:spChg chg="mod">
          <ac:chgData name="Anthony Sebastian Xerri Hawley" userId="79b7d0b5-0742-4a77-b818-949165fafb9c" providerId="ADAL" clId="{033B6EBA-8B75-4E94-91D2-59A2A06864CC}" dt="2026-09-14T09:02:54.424" v="29" actId="20577"/>
          <ac:spMkLst>
            <pc:docMk/>
            <pc:sldMk cId="1032937931" sldId="317"/>
            <ac:spMk id="2" creationId="{312A2B14-2440-E209-302E-AE11B090971C}"/>
          </ac:spMkLst>
        </pc:spChg>
      </pc:sldChg>
    </pc:docChg>
  </pc:docChgLst>
  <pc:docChgLst>
    <pc:chgData name="Javier Sanchez Diaz" userId="04e5ad7b-bcef-4875-a965-17a800c473d7" providerId="ADAL" clId="{3F1AE386-ABAA-421C-A829-F5FE90317310}"/>
    <pc:docChg chg="custSel addSld modSld sldOrd">
      <pc:chgData name="Javier Sanchez Diaz" userId="04e5ad7b-bcef-4875-a965-17a800c473d7" providerId="ADAL" clId="{3F1AE386-ABAA-421C-A829-F5FE90317310}" dt="2026-09-14T09:26:05.422" v="80"/>
      <pc:docMkLst>
        <pc:docMk/>
      </pc:docMkLst>
      <pc:sldChg chg="modSp mod">
        <pc:chgData name="Javier Sanchez Diaz" userId="04e5ad7b-bcef-4875-a965-17a800c473d7" providerId="ADAL" clId="{3F1AE386-ABAA-421C-A829-F5FE90317310}" dt="2026-09-07T10:24:00.462" v="24" actId="20577"/>
        <pc:sldMkLst>
          <pc:docMk/>
          <pc:sldMk cId="0" sldId="259"/>
        </pc:sldMkLst>
      </pc:sldChg>
      <pc:sldChg chg="ord">
        <pc:chgData name="Javier Sanchez Diaz" userId="04e5ad7b-bcef-4875-a965-17a800c473d7" providerId="ADAL" clId="{3F1AE386-ABAA-421C-A829-F5FE90317310}" dt="2026-09-14T09:23:39.276" v="70"/>
        <pc:sldMkLst>
          <pc:docMk/>
          <pc:sldMk cId="0" sldId="264"/>
        </pc:sldMkLst>
      </pc:sldChg>
      <pc:sldChg chg="delSp mod">
        <pc:chgData name="Javier Sanchez Diaz" userId="04e5ad7b-bcef-4875-a965-17a800c473d7" providerId="ADAL" clId="{3F1AE386-ABAA-421C-A829-F5FE90317310}" dt="2026-09-14T09:00:01.356" v="57" actId="478"/>
        <pc:sldMkLst>
          <pc:docMk/>
          <pc:sldMk cId="4080553754" sldId="271"/>
        </pc:sldMkLst>
        <pc:spChg chg="del">
          <ac:chgData name="Javier Sanchez Diaz" userId="04e5ad7b-bcef-4875-a965-17a800c473d7" providerId="ADAL" clId="{3F1AE386-ABAA-421C-A829-F5FE90317310}" dt="2026-09-14T09:00:01.356" v="57" actId="478"/>
          <ac:spMkLst>
            <pc:docMk/>
            <pc:sldMk cId="4080553754" sldId="271"/>
            <ac:spMk id="4" creationId="{402E0DF4-559C-E1C3-CCFF-E9BB92E3DE2B}"/>
          </ac:spMkLst>
        </pc:spChg>
      </pc:sldChg>
      <pc:sldChg chg="ord">
        <pc:chgData name="Javier Sanchez Diaz" userId="04e5ad7b-bcef-4875-a965-17a800c473d7" providerId="ADAL" clId="{3F1AE386-ABAA-421C-A829-F5FE90317310}" dt="2026-09-14T09:22:55.165" v="66"/>
        <pc:sldMkLst>
          <pc:docMk/>
          <pc:sldMk cId="4158668941" sldId="305"/>
        </pc:sldMkLst>
      </pc:sldChg>
      <pc:sldChg chg="add mod ord modShow">
        <pc:chgData name="Javier Sanchez Diaz" userId="04e5ad7b-bcef-4875-a965-17a800c473d7" providerId="ADAL" clId="{3F1AE386-ABAA-421C-A829-F5FE90317310}" dt="2026-09-14T09:25:36.497" v="76"/>
        <pc:sldMkLst>
          <pc:docMk/>
          <pc:sldMk cId="1683136462" sldId="319"/>
        </pc:sldMkLst>
      </pc:sldChg>
      <pc:sldChg chg="add ord">
        <pc:chgData name="Javier Sanchez Diaz" userId="04e5ad7b-bcef-4875-a965-17a800c473d7" providerId="ADAL" clId="{3F1AE386-ABAA-421C-A829-F5FE90317310}" dt="2026-09-14T09:26:05.422" v="80"/>
        <pc:sldMkLst>
          <pc:docMk/>
          <pc:sldMk cId="799339580" sldId="32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1630D9-D4A2-47D9-9C91-A51BFC2A18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/>
            </a:lvl1pPr>
          </a:lstStyle>
          <a:p>
            <a:fld id="{007D791F-5EA2-4CB9-93AA-66BF8D657B5A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92B4C7-5B14-4AA8-BD46-4E6B6057769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B90842-BCF5-4CCD-AC70-2D889C004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/>
            </a:lvl1pPr>
          </a:lstStyle>
          <a:p>
            <a:fld id="{57366F0C-E843-4F99-A3E4-8F3A7CD51A0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84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/>
            </a:lvl1pPr>
          </a:lstStyle>
          <a:p>
            <a:fld id="{463DBE5D-DB77-4B22-88AF-BBA292C0200F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58" tIns="47779" rIns="95558" bIns="4777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/>
            </a:lvl1pPr>
          </a:lstStyle>
          <a:p>
            <a:fld id="{4E212FDD-03E5-4857-A2DA-53A8CD10B62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958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6.gif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0.w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1.w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0.w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1.wmf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73AC2B-7C4F-783D-D6F2-BCE969F48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8" y="1412875"/>
            <a:ext cx="5400000" cy="324000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8" y="4806362"/>
            <a:ext cx="5400000" cy="163878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210C7A-D035-027A-2CEC-10224ADB78F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7070724" y="1736724"/>
            <a:ext cx="5121276" cy="512127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CD280DA-A22E-9C19-470F-00094798CB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9489440" y="530502"/>
            <a:ext cx="2079325" cy="3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9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hangeb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9447CB1-7F3B-4D2E-DB9B-AB49797F1D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8" y="1412875"/>
            <a:ext cx="5400000" cy="324000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8" y="4806362"/>
            <a:ext cx="5400000" cy="163878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773BE0-1C10-C4CD-D927-1ECC410F1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89441" y="530502"/>
            <a:ext cx="2079325" cy="338400"/>
          </a:xfrm>
          <a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06C9C6-E1B3-FD91-D717-B871DAC96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5373742" y="1911903"/>
            <a:ext cx="4886924" cy="79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7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S Smart Navy with Outline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0B08F8-4CDB-F604-BF19-34D207BB1043}"/>
              </a:ext>
            </a:extLst>
          </p:cNvPr>
          <p:cNvSpPr/>
          <p:nvPr/>
        </p:nvSpPr>
        <p:spPr bwMode="gray">
          <a:xfrm>
            <a:off x="0" y="0"/>
            <a:ext cx="12192000" cy="2708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7" y="3492000"/>
            <a:ext cx="9072000" cy="1728000"/>
          </a:xfrm>
        </p:spPr>
        <p:txBody>
          <a:bodyPr anchor="t"/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7" y="5580000"/>
            <a:ext cx="9072000" cy="87318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Imagen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63FC3FAE-F02A-8228-177D-509F529E7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9484801" y="0"/>
            <a:ext cx="2707199" cy="27072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FC14E1-100C-EDB5-AD68-415AFF0446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7" y="2997200"/>
            <a:ext cx="9072000" cy="34131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  <a:lvl2pPr marL="0" indent="0">
              <a:buNone/>
              <a:defRPr sz="2000" b="1"/>
            </a:lvl2pPr>
          </a:lstStyle>
          <a:p>
            <a:pPr lvl="0"/>
            <a:r>
              <a:rPr lang="en-US"/>
              <a:t>Client Name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A129EBA-BE64-A449-6AE0-1DA589932E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0276747" y="3000693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9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88">
          <p15:clr>
            <a:srgbClr val="FBAE40"/>
          </p15:clr>
        </p15:guide>
        <p15:guide id="3" orient="horz" pos="170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S Human Blue with Outline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0B08F8-4CDB-F604-BF19-34D207BB1043}"/>
              </a:ext>
            </a:extLst>
          </p:cNvPr>
          <p:cNvSpPr/>
          <p:nvPr/>
        </p:nvSpPr>
        <p:spPr bwMode="gray">
          <a:xfrm>
            <a:off x="0" y="0"/>
            <a:ext cx="12192000" cy="270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7" y="3492000"/>
            <a:ext cx="9072000" cy="1728000"/>
          </a:xfrm>
        </p:spPr>
        <p:txBody>
          <a:bodyPr anchor="t"/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7" y="5580000"/>
            <a:ext cx="9072000" cy="87318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Imagen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63FC3FAE-F02A-8228-177D-509F529E7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9484801" y="0"/>
            <a:ext cx="2707199" cy="27072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FC14E1-100C-EDB5-AD68-415AFF0446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7" y="2997200"/>
            <a:ext cx="9072000" cy="34131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  <a:lvl2pPr marL="0" indent="0">
              <a:buNone/>
              <a:defRPr sz="2000" b="1"/>
            </a:lvl2pPr>
          </a:lstStyle>
          <a:p>
            <a:pPr lvl="0"/>
            <a:r>
              <a:rPr lang="en-US"/>
              <a:t>Client Name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BB09D0C-F49A-D5CC-785E-F21AE9784F4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0276747" y="3000693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3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88">
          <p15:clr>
            <a:srgbClr val="FBAE40"/>
          </p15:clr>
        </p15:guide>
        <p15:guide id="3" orient="horz" pos="170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S Landscape with Outline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2" descr="Vista de una montaña&#10;&#10;Descripción generada automáticamente">
            <a:extLst>
              <a:ext uri="{FF2B5EF4-FFF2-40B4-BE49-F238E27FC236}">
                <a16:creationId xmlns:a16="http://schemas.microsoft.com/office/drawing/2014/main" id="{560DC052-260D-FC82-AE12-7DE4A71A9C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 bwMode="gray">
          <a:xfrm>
            <a:off x="1" y="0"/>
            <a:ext cx="12191999" cy="271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7" y="3492000"/>
            <a:ext cx="9072000" cy="1728000"/>
          </a:xfrm>
        </p:spPr>
        <p:txBody>
          <a:bodyPr anchor="t"/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7" y="5580000"/>
            <a:ext cx="9072000" cy="87318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Imagen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63FC3FAE-F02A-8228-177D-509F529E7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9484801" y="0"/>
            <a:ext cx="2707199" cy="27072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FC14E1-100C-EDB5-AD68-415AFF0446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7" y="2997200"/>
            <a:ext cx="9072000" cy="34131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  <a:lvl2pPr marL="0" indent="0">
              <a:buNone/>
              <a:defRPr sz="2000" b="1"/>
            </a:lvl2pPr>
          </a:lstStyle>
          <a:p>
            <a:pPr lvl="0"/>
            <a:r>
              <a:rPr lang="en-US"/>
              <a:t>Client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073C5E-341A-73CD-4CEA-D06FCF6EAC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0276747" y="3000693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48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88">
          <p15:clr>
            <a:srgbClr val="FBAE40"/>
          </p15:clr>
        </p15:guide>
        <p15:guide id="3" orient="horz" pos="170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S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DC2259-81C9-56B0-DDA5-DD8817045B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270668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7" y="3492000"/>
            <a:ext cx="9072000" cy="1728000"/>
          </a:xfrm>
        </p:spPr>
        <p:txBody>
          <a:bodyPr anchor="t"/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7" y="5580000"/>
            <a:ext cx="9072000" cy="87318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FC14E1-100C-EDB5-AD68-415AFF0446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7" y="2997200"/>
            <a:ext cx="9072000" cy="34131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  <a:lvl2pPr marL="0" indent="0">
              <a:buNone/>
              <a:defRPr sz="2000" b="1"/>
            </a:lvl2pPr>
          </a:lstStyle>
          <a:p>
            <a:pPr lvl="0"/>
            <a:r>
              <a:rPr lang="en-US"/>
              <a:t>Client Name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8A2E206-0155-F0AA-E09A-69D38A8DA5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0276747" y="3000693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21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88">
          <p15:clr>
            <a:srgbClr val="FBAE40"/>
          </p15:clr>
        </p15:guide>
        <p15:guide id="3" orient="horz" pos="170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S Smart Navy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F6E6FE-EFF5-00EB-4BA1-4AABF527C0A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DC2259-81C9-56B0-DDA5-DD8817045B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270668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272B-B864-D450-1C24-ED25197B686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07987" y="3492000"/>
            <a:ext cx="9072000" cy="1728000"/>
          </a:xfrm>
        </p:spPr>
        <p:txBody>
          <a:bodyPr anchor="t"/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C4D1A-35DF-A5A0-AAD5-804374E5F4B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407987" y="5580000"/>
            <a:ext cx="9072000" cy="87318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FC14E1-100C-EDB5-AD68-415AFF0446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987" y="2997200"/>
            <a:ext cx="9072000" cy="34131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 sz="2000" b="1"/>
            </a:lvl2pPr>
          </a:lstStyle>
          <a:p>
            <a:pPr lvl="0"/>
            <a:r>
              <a:rPr lang="en-US"/>
              <a:t>Client Name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5FCC2D-C899-8400-7EB2-EA05A1C5391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0276747" y="3000693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55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888">
          <p15:clr>
            <a:srgbClr val="FBAE40"/>
          </p15:clr>
        </p15:guide>
        <p15:guide id="3" orient="horz" pos="170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Smart Navy with Outline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C31E-1753-737C-D7CF-6B6752E99A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6" y="404814"/>
            <a:ext cx="9144000" cy="72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EE32BC-B8F9-D63A-BE03-91A39A41DE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07988" y="1412875"/>
            <a:ext cx="9144000" cy="5040313"/>
          </a:xfrm>
        </p:spPr>
        <p:txBody>
          <a:bodyPr/>
          <a:lstStyle>
            <a:lvl1pPr marL="432000" indent="-432000">
              <a:spcBef>
                <a:spcPts val="1200"/>
              </a:spcBef>
              <a:buFont typeface="+mj-lt"/>
              <a:buAutoNum type="arabicPeriod"/>
              <a:defRPr sz="2000"/>
            </a:lvl1pPr>
            <a:lvl2pPr marL="648000">
              <a:defRPr/>
            </a:lvl2pPr>
            <a:lvl3pPr marL="864000">
              <a:defRPr/>
            </a:lvl3pPr>
            <a:lvl4pPr marL="1080000">
              <a:defRPr/>
            </a:lvl4pPr>
            <a:lvl5pPr marL="1296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B524D9-E67B-63BB-4121-11BD9A07474A}"/>
              </a:ext>
            </a:extLst>
          </p:cNvPr>
          <p:cNvSpPr/>
          <p:nvPr/>
        </p:nvSpPr>
        <p:spPr bwMode="gray">
          <a:xfrm>
            <a:off x="9842500" y="0"/>
            <a:ext cx="23495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7FAB5CB1-4781-C3EA-F62F-E5D2AE86F2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842500" y="4508499"/>
            <a:ext cx="2349500" cy="2349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416C37F-7119-7C3C-C9D0-110B22A6523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0255792" y="397194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94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Human Blue with Outline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C31E-1753-737C-D7CF-6B6752E99A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6" y="404814"/>
            <a:ext cx="9144000" cy="72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B524D9-E67B-63BB-4121-11BD9A07474A}"/>
              </a:ext>
            </a:extLst>
          </p:cNvPr>
          <p:cNvSpPr/>
          <p:nvPr/>
        </p:nvSpPr>
        <p:spPr bwMode="gray">
          <a:xfrm>
            <a:off x="9842500" y="0"/>
            <a:ext cx="2349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7FAB5CB1-4781-C3EA-F62F-E5D2AE86F2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842500" y="4508499"/>
            <a:ext cx="2349500" cy="2349501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8B079A5-E8C9-ED20-0BE6-5DB7F308C2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07988" y="1412875"/>
            <a:ext cx="9144000" cy="5040313"/>
          </a:xfrm>
        </p:spPr>
        <p:txBody>
          <a:bodyPr/>
          <a:lstStyle>
            <a:lvl1pPr marL="432000" indent="-432000">
              <a:spcBef>
                <a:spcPts val="1200"/>
              </a:spcBef>
              <a:buFont typeface="+mj-lt"/>
              <a:buAutoNum type="arabicPeriod"/>
              <a:defRPr sz="2000"/>
            </a:lvl1pPr>
            <a:lvl2pPr marL="648000">
              <a:defRPr/>
            </a:lvl2pPr>
            <a:lvl3pPr marL="864000">
              <a:defRPr/>
            </a:lvl3pPr>
            <a:lvl4pPr marL="1080000">
              <a:defRPr/>
            </a:lvl4pPr>
            <a:lvl5pPr marL="1296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A95973D-5A4D-5B5E-750B-3312B84C7C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0255792" y="397194"/>
            <a:ext cx="1522800" cy="2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2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9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Sky with Outline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outdoor, nature, night sky&#10;&#10;Description automatically generated">
            <a:extLst>
              <a:ext uri="{FF2B5EF4-FFF2-40B4-BE49-F238E27FC236}">
                <a16:creationId xmlns:a16="http://schemas.microsoft.com/office/drawing/2014/main" id="{0AE8E777-9E25-8B52-6CEA-719F4370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9838944" y="0"/>
            <a:ext cx="23530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14C31E-1753-737C-D7CF-6B6752E99A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6" y="404814"/>
            <a:ext cx="9144000" cy="72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Imagen 8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7FAB5CB1-4781-C3EA-F62F-E5D2AE86F2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842500" y="4508499"/>
            <a:ext cx="2349500" cy="2349501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E7251ED-DAAC-0CA2-72E3-3297BEF0F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07988" y="1412875"/>
            <a:ext cx="9144000" cy="5040313"/>
          </a:xfrm>
        </p:spPr>
        <p:txBody>
          <a:bodyPr/>
          <a:lstStyle>
            <a:lvl1pPr marL="432000" indent="-432000">
              <a:spcBef>
                <a:spcPts val="1200"/>
              </a:spcBef>
              <a:buFont typeface="+mj-lt"/>
              <a:buAutoNum type="arabicPeriod"/>
              <a:defRPr sz="2000"/>
            </a:lvl1pPr>
            <a:lvl2pPr marL="648000">
              <a:defRPr/>
            </a:lvl2pPr>
            <a:lvl3pPr marL="864000">
              <a:defRPr/>
            </a:lvl3pPr>
            <a:lvl4pPr marL="1080000">
              <a:defRPr/>
            </a:lvl4pPr>
            <a:lvl5pPr marL="1296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4067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9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0CAD39B-281B-7F15-9B4B-29A5FA12E5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9842500" y="0"/>
            <a:ext cx="23495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4C31E-1753-737C-D7CF-6B6752E99A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6" y="404814"/>
            <a:ext cx="9144000" cy="72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87D8E86-A298-166A-863D-E5D2C56051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07988" y="1412875"/>
            <a:ext cx="9144000" cy="5040313"/>
          </a:xfrm>
        </p:spPr>
        <p:txBody>
          <a:bodyPr/>
          <a:lstStyle>
            <a:lvl1pPr marL="432000" indent="-432000">
              <a:spcBef>
                <a:spcPts val="1200"/>
              </a:spcBef>
              <a:buFont typeface="+mj-lt"/>
              <a:buAutoNum type="arabicPeriod"/>
              <a:defRPr sz="2000"/>
            </a:lvl1pPr>
            <a:lvl2pPr marL="648000">
              <a:defRPr/>
            </a:lvl2pPr>
            <a:lvl3pPr marL="864000">
              <a:defRPr/>
            </a:lvl3pPr>
            <a:lvl4pPr marL="1080000">
              <a:defRPr/>
            </a:lvl4pPr>
            <a:lvl5pPr marL="1296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8688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Smart Navy with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88801A-13DC-5699-A1D9-14E57FEA2365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0A8C6E2-6E0E-2B09-93DA-84362FE450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9840913" y="0"/>
            <a:ext cx="2351087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4C31E-1753-737C-D7CF-6B6752E99A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6" y="404814"/>
            <a:ext cx="9144000" cy="7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3417EE9-6B84-F1E4-7343-6678175B2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07988" y="1412875"/>
            <a:ext cx="9144000" cy="5040313"/>
          </a:xfrm>
        </p:spPr>
        <p:txBody>
          <a:bodyPr/>
          <a:lstStyle>
            <a:lvl1pPr marL="432000" indent="-4320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648000">
              <a:defRPr>
                <a:solidFill>
                  <a:schemeClr val="bg1"/>
                </a:solidFill>
              </a:defRPr>
            </a:lvl2pPr>
            <a:lvl3pPr marL="864000">
              <a:defRPr>
                <a:solidFill>
                  <a:schemeClr val="bg1"/>
                </a:solidFill>
              </a:defRPr>
            </a:lvl3pPr>
            <a:lvl4pPr marL="1080000">
              <a:defRPr>
                <a:solidFill>
                  <a:schemeClr val="bg1"/>
                </a:solidFill>
              </a:defRPr>
            </a:lvl4pPr>
            <a:lvl5pPr marL="1296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405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mart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506629-4E46-D20E-C727-50ECE2618E8B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3D8D1-BD71-F0BB-19FB-C7CC691559B6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" r="16908" b="16859"/>
          <a:stretch/>
        </p:blipFill>
        <p:spPr bwMode="gray">
          <a:xfrm>
            <a:off x="5344159" y="0"/>
            <a:ext cx="684784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5A6E6-153E-4CE5-FB4B-B91DEEEFD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1930400"/>
            <a:ext cx="5472000" cy="10080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634D-08B3-A238-2B8A-EDF379D1430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988" y="3168000"/>
            <a:ext cx="9879012" cy="720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E3AAA33-9319-767A-7929-C96E478495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07988" y="3919538"/>
            <a:ext cx="9879012" cy="2533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5956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Huma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506629-4E46-D20E-C727-50ECE2618E8B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4A561DFB-59AF-F26E-6CE4-3A2F70F69D98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" r="16908" b="16859"/>
          <a:stretch/>
        </p:blipFill>
        <p:spPr bwMode="gray">
          <a:xfrm>
            <a:off x="5344159" y="0"/>
            <a:ext cx="684784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5A6E6-153E-4CE5-FB4B-B91DEEEFD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1930400"/>
            <a:ext cx="5472000" cy="10080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634D-08B3-A238-2B8A-EDF379D1430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988" y="3168000"/>
            <a:ext cx="9879012" cy="720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ClrTx/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C164A49B-F412-EC1B-BD82-CAD87B0993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07988" y="3919538"/>
            <a:ext cx="9879012" cy="2533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0062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m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506629-4E46-D20E-C727-50ECE2618E8B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6CFDD47-A01A-C5B1-08A5-D415BC04E57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" r="16908" b="16859"/>
          <a:stretch/>
        </p:blipFill>
        <p:spPr bwMode="gray">
          <a:xfrm>
            <a:off x="5344159" y="0"/>
            <a:ext cx="684784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5A6E6-153E-4CE5-FB4B-B91DEEEFD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1930400"/>
            <a:ext cx="5472000" cy="10080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634D-08B3-A238-2B8A-EDF379D1430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988" y="3168000"/>
            <a:ext cx="9879012" cy="720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6AA54D12-13C9-2B7D-B5C8-462219639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07988" y="3919538"/>
            <a:ext cx="9879012" cy="2533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422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Delightful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506629-4E46-D20E-C727-50ECE2618E8B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4BC963D-6412-4CF0-0F13-544B9E12B879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" r="16908" b="16859"/>
          <a:stretch/>
        </p:blipFill>
        <p:spPr bwMode="gray">
          <a:xfrm>
            <a:off x="5344159" y="0"/>
            <a:ext cx="684784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5A6E6-153E-4CE5-FB4B-B91DEEEFD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1930400"/>
            <a:ext cx="5472000" cy="10080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634D-08B3-A238-2B8A-EDF379D1430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988" y="3168000"/>
            <a:ext cx="9879012" cy="720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75464680-0DEF-B9DF-D458-CA5A717518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07988" y="3919538"/>
            <a:ext cx="9879012" cy="25336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3768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Dynamic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506629-4E46-D20E-C727-50ECE2618E8B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CF5148B-820E-0D45-4D77-AEB5F06063F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4" r="16908" b="16859"/>
          <a:stretch/>
        </p:blipFill>
        <p:spPr bwMode="gray">
          <a:xfrm>
            <a:off x="5344159" y="0"/>
            <a:ext cx="684784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5A6E6-153E-4CE5-FB4B-B91DEEEFD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1930400"/>
            <a:ext cx="5472000" cy="10080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634D-08B3-A238-2B8A-EDF379D1430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988" y="3168000"/>
            <a:ext cx="9879012" cy="720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A8333A67-E105-461F-F66E-91BC4D483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07988" y="3919538"/>
            <a:ext cx="9879012" cy="2533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05910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8D5F-6342-CCAE-C184-DF50B599147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1C7F5-9EE0-5ABB-81D4-B7A56B1C8F62}"/>
              </a:ext>
            </a:extLst>
          </p:cNvPr>
          <p:cNvSpPr/>
          <p:nvPr userDrawn="1"/>
        </p:nvSpPr>
        <p:spPr>
          <a:xfrm>
            <a:off x="12341823" y="1412875"/>
            <a:ext cx="272561" cy="316677"/>
          </a:xfrm>
          <a:prstGeom prst="rect">
            <a:avLst/>
          </a:prstGeom>
          <a:solidFill>
            <a:srgbClr val="070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649B5A-2BC0-8450-73C3-09E9FBE8A7A3}"/>
              </a:ext>
            </a:extLst>
          </p:cNvPr>
          <p:cNvSpPr/>
          <p:nvPr userDrawn="1"/>
        </p:nvSpPr>
        <p:spPr>
          <a:xfrm>
            <a:off x="12341823" y="1799489"/>
            <a:ext cx="272561" cy="316677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08C251-885C-B337-3387-3B2FF7F2864B}"/>
              </a:ext>
            </a:extLst>
          </p:cNvPr>
          <p:cNvSpPr/>
          <p:nvPr userDrawn="1"/>
        </p:nvSpPr>
        <p:spPr>
          <a:xfrm>
            <a:off x="12341823" y="2186103"/>
            <a:ext cx="272561" cy="316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F056D-9237-06B0-9FC3-857901B8C156}"/>
              </a:ext>
            </a:extLst>
          </p:cNvPr>
          <p:cNvSpPr/>
          <p:nvPr userDrawn="1"/>
        </p:nvSpPr>
        <p:spPr>
          <a:xfrm>
            <a:off x="12341823" y="2716977"/>
            <a:ext cx="272561" cy="316677"/>
          </a:xfrm>
          <a:prstGeom prst="rect">
            <a:avLst/>
          </a:prstGeom>
          <a:solidFill>
            <a:srgbClr val="2E4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223A20-8557-C7EE-3DF4-125115B4B800}"/>
              </a:ext>
            </a:extLst>
          </p:cNvPr>
          <p:cNvSpPr/>
          <p:nvPr userDrawn="1"/>
        </p:nvSpPr>
        <p:spPr>
          <a:xfrm>
            <a:off x="12341823" y="3103591"/>
            <a:ext cx="272561" cy="316677"/>
          </a:xfrm>
          <a:prstGeom prst="rect">
            <a:avLst/>
          </a:prstGeom>
          <a:solidFill>
            <a:srgbClr val="19A3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F8F5E-7367-D98A-0E65-DCCA928F4349}"/>
              </a:ext>
            </a:extLst>
          </p:cNvPr>
          <p:cNvSpPr/>
          <p:nvPr userDrawn="1"/>
        </p:nvSpPr>
        <p:spPr>
          <a:xfrm>
            <a:off x="12341823" y="3490205"/>
            <a:ext cx="272561" cy="316677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C3126A-9EC1-B531-8FB1-B6CC20F4878B}"/>
              </a:ext>
            </a:extLst>
          </p:cNvPr>
          <p:cNvSpPr/>
          <p:nvPr userDrawn="1"/>
        </p:nvSpPr>
        <p:spPr>
          <a:xfrm>
            <a:off x="12341823" y="3876819"/>
            <a:ext cx="272561" cy="316677"/>
          </a:xfrm>
          <a:prstGeom prst="rect">
            <a:avLst/>
          </a:prstGeom>
          <a:solidFill>
            <a:srgbClr val="00D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8686D-1F34-5C9F-2DEF-F714E57769AF}"/>
              </a:ext>
            </a:extLst>
          </p:cNvPr>
          <p:cNvSpPr/>
          <p:nvPr userDrawn="1"/>
        </p:nvSpPr>
        <p:spPr>
          <a:xfrm>
            <a:off x="12341823" y="4263433"/>
            <a:ext cx="272561" cy="316677"/>
          </a:xfrm>
          <a:prstGeom prst="rect">
            <a:avLst/>
          </a:prstGeom>
          <a:solidFill>
            <a:srgbClr val="00C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E6FBF9-8013-8337-0681-64B9F41D970C}"/>
              </a:ext>
            </a:extLst>
          </p:cNvPr>
          <p:cNvSpPr/>
          <p:nvPr userDrawn="1"/>
        </p:nvSpPr>
        <p:spPr>
          <a:xfrm>
            <a:off x="12341823" y="4790347"/>
            <a:ext cx="272561" cy="316677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7352B-D9DB-5FCB-3D30-C036F1576D5B}"/>
              </a:ext>
            </a:extLst>
          </p:cNvPr>
          <p:cNvSpPr/>
          <p:nvPr userDrawn="1"/>
        </p:nvSpPr>
        <p:spPr>
          <a:xfrm>
            <a:off x="12341823" y="5176961"/>
            <a:ext cx="272561" cy="316677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292A42-E8DB-B820-7CAB-F16B9FCC64D5}"/>
              </a:ext>
            </a:extLst>
          </p:cNvPr>
          <p:cNvSpPr/>
          <p:nvPr userDrawn="1"/>
        </p:nvSpPr>
        <p:spPr>
          <a:xfrm>
            <a:off x="12667762" y="2716977"/>
            <a:ext cx="272561" cy="144000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D2B8E2-B690-F292-AC69-614CA1E90244}"/>
              </a:ext>
            </a:extLst>
          </p:cNvPr>
          <p:cNvSpPr/>
          <p:nvPr userDrawn="1"/>
        </p:nvSpPr>
        <p:spPr>
          <a:xfrm>
            <a:off x="12667762" y="2889654"/>
            <a:ext cx="272561" cy="14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251D0F-30C0-56DD-567D-69EE67A6EC6C}"/>
              </a:ext>
            </a:extLst>
          </p:cNvPr>
          <p:cNvSpPr/>
          <p:nvPr userDrawn="1"/>
        </p:nvSpPr>
        <p:spPr>
          <a:xfrm>
            <a:off x="12667762" y="3876819"/>
            <a:ext cx="272561" cy="144000"/>
          </a:xfrm>
          <a:prstGeom prst="rect">
            <a:avLst/>
          </a:prstGeom>
          <a:solidFill>
            <a:srgbClr val="009A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C15699-C475-2DAB-7D1F-CDAEB1CA04A8}"/>
              </a:ext>
            </a:extLst>
          </p:cNvPr>
          <p:cNvSpPr/>
          <p:nvPr userDrawn="1"/>
        </p:nvSpPr>
        <p:spPr>
          <a:xfrm>
            <a:off x="12667762" y="4049496"/>
            <a:ext cx="272561" cy="144000"/>
          </a:xfrm>
          <a:prstGeom prst="rect">
            <a:avLst/>
          </a:prstGeom>
          <a:solidFill>
            <a:srgbClr val="7B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D9A193-16E4-B7C8-2A8F-6351EAC4CC07}"/>
              </a:ext>
            </a:extLst>
          </p:cNvPr>
          <p:cNvSpPr/>
          <p:nvPr userDrawn="1"/>
        </p:nvSpPr>
        <p:spPr>
          <a:xfrm>
            <a:off x="12667762" y="4261895"/>
            <a:ext cx="272561" cy="144000"/>
          </a:xfrm>
          <a:prstGeom prst="rect">
            <a:avLst/>
          </a:prstGeom>
          <a:solidFill>
            <a:srgbClr val="0689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63B972-F496-09A3-6A8E-38D57399B88D}"/>
              </a:ext>
            </a:extLst>
          </p:cNvPr>
          <p:cNvSpPr/>
          <p:nvPr userDrawn="1"/>
        </p:nvSpPr>
        <p:spPr>
          <a:xfrm>
            <a:off x="12667762" y="4434572"/>
            <a:ext cx="272561" cy="144000"/>
          </a:xfrm>
          <a:prstGeom prst="rect">
            <a:avLst/>
          </a:prstGeom>
          <a:solidFill>
            <a:srgbClr val="38F9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B54745-8D16-F7A6-53EE-465BF06F59F4}"/>
              </a:ext>
            </a:extLst>
          </p:cNvPr>
          <p:cNvSpPr/>
          <p:nvPr userDrawn="1"/>
        </p:nvSpPr>
        <p:spPr>
          <a:xfrm>
            <a:off x="12667762" y="4790347"/>
            <a:ext cx="272561" cy="144000"/>
          </a:xfrm>
          <a:prstGeom prst="rect">
            <a:avLst/>
          </a:prstGeom>
          <a:solidFill>
            <a:srgbClr val="FFDB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C2EF31-92DF-3852-F575-54F8BD7C2A9A}"/>
              </a:ext>
            </a:extLst>
          </p:cNvPr>
          <p:cNvSpPr/>
          <p:nvPr userDrawn="1"/>
        </p:nvSpPr>
        <p:spPr>
          <a:xfrm>
            <a:off x="12667762" y="4963024"/>
            <a:ext cx="272561" cy="144000"/>
          </a:xfrm>
          <a:prstGeom prst="rect">
            <a:avLst/>
          </a:prstGeom>
          <a:solidFill>
            <a:srgbClr val="FFED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A03E87-7CD8-5747-764F-A6F6ADA29B29}"/>
              </a:ext>
            </a:extLst>
          </p:cNvPr>
          <p:cNvSpPr/>
          <p:nvPr userDrawn="1"/>
        </p:nvSpPr>
        <p:spPr>
          <a:xfrm>
            <a:off x="12667762" y="5180587"/>
            <a:ext cx="272561" cy="144000"/>
          </a:xfrm>
          <a:prstGeom prst="rect">
            <a:avLst/>
          </a:prstGeom>
          <a:solidFill>
            <a:srgbClr val="B32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0FEB6C-3DF5-7CB1-A9A8-96A11EDA503E}"/>
              </a:ext>
            </a:extLst>
          </p:cNvPr>
          <p:cNvSpPr/>
          <p:nvPr userDrawn="1"/>
        </p:nvSpPr>
        <p:spPr>
          <a:xfrm>
            <a:off x="12667762" y="5353264"/>
            <a:ext cx="272561" cy="144000"/>
          </a:xfrm>
          <a:prstGeom prst="rect">
            <a:avLst/>
          </a:prstGeom>
          <a:solidFill>
            <a:srgbClr val="E42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GB" sz="2000" err="1"/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D63C73A6-CBC3-ED8F-C236-3541D5B84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46253"/>
            <a:ext cx="4852035" cy="1231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sp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</a:t>
            </a: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48222C4D-B079-2DA4-AB2A-2E8F733F9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8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mart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755A00-D7B1-A7BE-5515-C66D314112D0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62756-7F61-DD56-70EF-1BC62353E59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7D3EA-1C29-E130-6E56-7E90E6CA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07988" y="6632547"/>
            <a:ext cx="792160" cy="1073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1E58D4-12C5-464E-AF29-DD80E8944A29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9C1BF-1EC5-A313-1823-F85B9337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01214" y="6632547"/>
            <a:ext cx="5427808" cy="1073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NTT DATA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1B2B6-5FF7-D4FC-5982-94DB32E7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2D74FAD-8AC4-9945-F79B-919F1102E4B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0372615" y="6617523"/>
            <a:ext cx="842400" cy="13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857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00C3-C50B-0CD1-4A75-8E31C95BB2B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C4917B-B586-B847-6235-47EA40CC5D25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407987" y="1412875"/>
            <a:ext cx="11376025" cy="5040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3396FF-84AF-EABB-7454-009792A9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46253"/>
            <a:ext cx="4852035" cy="1231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sp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5C963ED-B7FE-6053-988B-4C72F64C1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99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00C3-C50B-0CD1-4A75-8E31C95BB2B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1391F-9D09-9850-B34A-BA50CFA0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07988" y="6632547"/>
            <a:ext cx="792160" cy="107315"/>
          </a:xfrm>
          <a:prstGeom prst="rect">
            <a:avLst/>
          </a:prstGeom>
        </p:spPr>
        <p:txBody>
          <a:bodyPr/>
          <a:lstStyle/>
          <a:p>
            <a:fld id="{DC894B02-91E1-4633-9CC1-669206C93484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17286-0227-1DE8-0069-6C685896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01214" y="6632547"/>
            <a:ext cx="5427808" cy="10731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4D01A-C038-19BC-DB37-210EC1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C4917B-B586-B847-6235-47EA40CC5D25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407987" y="1412875"/>
            <a:ext cx="5472013" cy="5040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3F17146-A25B-4E6E-4D8D-A0821493B2AB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6312000" y="1412875"/>
            <a:ext cx="5472013" cy="5040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22340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F829-9383-F0F7-BF93-0B44D8CD527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33A0F5-7158-99DF-F84C-CD74F7F0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07988" y="6632547"/>
            <a:ext cx="792160" cy="107315"/>
          </a:xfrm>
          <a:prstGeom prst="rect">
            <a:avLst/>
          </a:prstGeom>
        </p:spPr>
        <p:txBody>
          <a:bodyPr/>
          <a:lstStyle/>
          <a:p>
            <a:fld id="{7DCBA294-1E11-466D-9353-2F84B44CB07A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001915-19B9-56F0-33A1-8813992A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01214" y="6632547"/>
            <a:ext cx="5427808" cy="10731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2A670-B79D-BDA1-9BA6-4D3FA307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64EE55-D4BB-7D53-18CF-CAAF39B9E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07988" y="4077030"/>
            <a:ext cx="3600008" cy="2376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5F77C-14B0-1B00-F86C-EF98488C69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95996" y="4077030"/>
            <a:ext cx="3600008" cy="2376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EC31746-78E6-D122-5FF7-87067B5E57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184004" y="4077030"/>
            <a:ext cx="3600008" cy="2376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D73D45-6F02-8CB0-F40D-4E8F4C9DE6B8}"/>
              </a:ext>
            </a:extLst>
          </p:cNvPr>
          <p:cNvSpPr>
            <a:spLocks noGrp="1"/>
          </p:cNvSpPr>
          <p:nvPr>
            <p:ph sz="quarter" idx="16"/>
          </p:nvPr>
        </p:nvSpPr>
        <p:spPr bwMode="gray">
          <a:xfrm>
            <a:off x="407988" y="1412875"/>
            <a:ext cx="3600008" cy="2376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03631C9-7C61-F83D-99F4-49D6E8A76C3E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4295996" y="1412875"/>
            <a:ext cx="3600008" cy="2376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3B2BBC93-7BF0-8AFC-7524-BF627CF34700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8184004" y="1412875"/>
            <a:ext cx="3600008" cy="2376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9826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EDEB-E668-E39D-941C-4C01566E2D3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708775" y="1412875"/>
            <a:ext cx="5075238" cy="72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297001-1DE4-A69E-C57A-22ECC79F403D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6708775" y="2583542"/>
            <a:ext cx="5075238" cy="3865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62FC73-17AA-EBDC-A348-0E3DF5E67E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96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802D138-5F97-E5CE-045E-3B99D7B18B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0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22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fths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EDEB-E668-E39D-941C-4C01566E2D3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896225" y="1412875"/>
            <a:ext cx="3887788" cy="72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297001-1DE4-A69E-C57A-22ECC79F403D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7896225" y="2583542"/>
            <a:ext cx="3887788" cy="3865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62FC73-17AA-EBDC-A348-0E3DF5E67E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0"/>
            <a:ext cx="7319963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E761901-AE9B-4068-C0A0-5DADC0BADD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93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62FC73-17AA-EBDC-A348-0E3DF5E67E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5EDEB-E668-E39D-941C-4C01566E2D3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8" y="2035175"/>
            <a:ext cx="5040312" cy="72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F2508-E749-5E1C-240B-095AF2BC6A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407988" y="2895600"/>
            <a:ext cx="5040312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22DF092E-36AA-F185-4EC1-E127EAF442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9489441" y="530502"/>
            <a:ext cx="2079325" cy="338400"/>
          </a:xfrm>
          <a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931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24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278EEF9-0046-BF38-2A7C-558EBC5DC9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A3C756D4-F95D-CBD4-D73A-58F19D1C7D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9489441" y="530502"/>
            <a:ext cx="2079325" cy="338400"/>
          </a:xfrm>
          <a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3016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rrow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62FC73-17AA-EBDC-A348-0E3DF5E67E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4158000"/>
            <a:ext cx="12192000" cy="27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F2508-E749-5E1C-240B-095AF2BC6A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407988" y="1412874"/>
            <a:ext cx="11376024" cy="2320925"/>
          </a:xfrm>
        </p:spPr>
        <p:txBody>
          <a:bodyPr numCol="2" spcCol="432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0C626C-A79B-8BA5-7DAD-83B9D53AD57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6221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rrow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62FC73-17AA-EBDC-A348-0E3DF5E67E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4158000"/>
            <a:ext cx="12192000" cy="27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0C626C-A79B-8BA5-7DAD-83B9D53AD57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9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354E-9428-464E-4920-EE9FAF52318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7" y="1412874"/>
            <a:ext cx="3313113" cy="7207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0D668EA-08DE-A94D-49B6-3EC369BB5B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4064001" y="0"/>
            <a:ext cx="4064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C0B913-945F-985A-228A-B53EF32851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07988" y="2324100"/>
            <a:ext cx="3311525" cy="4129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BF2C733-3322-BF27-919E-2C944D82A47C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407988" y="6632547"/>
            <a:ext cx="792160" cy="107315"/>
          </a:xfrm>
          <a:prstGeom prst="rect">
            <a:avLst/>
          </a:prstGeom>
        </p:spPr>
        <p:txBody>
          <a:bodyPr/>
          <a:lstStyle/>
          <a:p>
            <a:fld id="{61F66AFA-BDC3-4492-9133-C8ECD7D47DAA}" type="datetime1">
              <a:rPr lang="en-US" smtClean="0"/>
              <a:t>9/14/2026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009BE63-26BA-4B3A-A523-379EA14F8F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43">
          <p15:clr>
            <a:srgbClr val="FBAE40"/>
          </p15:clr>
        </p15:guide>
        <p15:guide id="2" pos="533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84AB8-6638-E2E0-CD58-E7D36DB3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07988" y="6632547"/>
            <a:ext cx="792160" cy="107315"/>
          </a:xfrm>
          <a:prstGeom prst="rect">
            <a:avLst/>
          </a:prstGeom>
        </p:spPr>
        <p:txBody>
          <a:bodyPr/>
          <a:lstStyle/>
          <a:p>
            <a:fld id="{D31E9B31-3845-4712-BD64-59080F7FEBDA}" type="datetime1">
              <a:rPr lang="en-US" smtClean="0"/>
              <a:t>9/14/2026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0F2A61-A9D7-C574-16BA-992F8515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01214" y="6632547"/>
            <a:ext cx="5427808" cy="10731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 2022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D1C2FE-F2AC-EA52-818E-CAD8289E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C992A66A-EA94-4991-BD7F-89548FF80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287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B92E56-DE9D-F4F3-5573-47D19A0E8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9B9F3-5366-F37D-C54C-BCEC77F30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7" y="1412874"/>
            <a:ext cx="4887913" cy="240728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Thanks.</a:t>
            </a:r>
          </a:p>
        </p:txBody>
      </p:sp>
      <p:pic>
        <p:nvPicPr>
          <p:cNvPr id="10" name="Picture 14">
            <a:extLst>
              <a:ext uri="{FF2B5EF4-FFF2-40B4-BE49-F238E27FC236}">
                <a16:creationId xmlns:a16="http://schemas.microsoft.com/office/drawing/2014/main" id="{C210D41F-80B1-B21D-0FD6-64960C024CE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7070724" y="1736724"/>
            <a:ext cx="5121276" cy="512127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02EBC-FA49-44E5-8285-3127C78A9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07987" y="4022725"/>
            <a:ext cx="4887913" cy="2430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96C0D-DF16-20AF-32C6-7657A641D8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9489440" y="530502"/>
            <a:ext cx="2079325" cy="3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3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42D1-3317-1AB6-DB7C-3A200EAF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96F49-6E0B-39DA-ABE3-239842A87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4FD33-015E-57FA-2897-E39735C3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7988" y="6632547"/>
            <a:ext cx="792160" cy="107315"/>
          </a:xfrm>
          <a:prstGeom prst="rect">
            <a:avLst/>
          </a:prstGeom>
        </p:spPr>
        <p:txBody>
          <a:bodyPr/>
          <a:lstStyle/>
          <a:p>
            <a:fld id="{91545674-2DD7-4D49-8DD3-C7BF00B3F23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75758-E800-77A8-9335-0C325995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01214" y="6632547"/>
            <a:ext cx="5427808" cy="10731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A67B-8AEC-2EEE-C1DC-2DCE5A2E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012" y="6632547"/>
            <a:ext cx="252000" cy="107315"/>
          </a:xfrm>
          <a:prstGeom prst="rect">
            <a:avLst/>
          </a:prstGeom>
        </p:spPr>
        <p:txBody>
          <a:bodyPr/>
          <a:lstStyle/>
          <a:p>
            <a:fld id="{59AA25C8-E64B-45D4-9B8E-8A939A4392F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38913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CA63D7F-0CA0-CD31-A1B7-5D1A8D3BB8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787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CA63D7F-0CA0-CD31-A1B7-5D1A8D3BB8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DEA7E-221D-692D-A6B9-44F7BE41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4129" y="6356350"/>
            <a:ext cx="396000" cy="365125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entury Gothic" panose="020B0502020202020204" pitchFamily="34" charset="0"/>
              </a:defRPr>
            </a:lvl1pPr>
          </a:lstStyle>
          <a:p>
            <a:fld id="{CC1E4DDB-4475-4ED6-848D-0BD92DF039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786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bás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6" y="1590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6" y="1590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1072634"/>
            <a:endParaRPr lang="es-ES" sz="1600" b="1" err="1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Shape 91"/>
          <p:cNvSpPr/>
          <p:nvPr userDrawn="1"/>
        </p:nvSpPr>
        <p:spPr>
          <a:xfrm>
            <a:off x="-2" y="6641167"/>
            <a:ext cx="12192001" cy="216557"/>
          </a:xfrm>
          <a:prstGeom prst="roundRect">
            <a:avLst>
              <a:gd name="adj" fmla="val 1724"/>
            </a:avLst>
          </a:prstGeom>
          <a:solidFill>
            <a:schemeClr val="bg1">
              <a:lumMod val="6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endParaRPr sz="800" kern="0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 Placeholder 30"/>
          <p:cNvSpPr>
            <a:spLocks noGrp="1"/>
          </p:cNvSpPr>
          <p:nvPr>
            <p:ph type="body" sz="quarter" idx="18" hasCustomPrompt="1"/>
          </p:nvPr>
        </p:nvSpPr>
        <p:spPr>
          <a:xfrm>
            <a:off x="1" y="6639227"/>
            <a:ext cx="9556159" cy="2215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68300" indent="0">
              <a:buNone/>
              <a:defRPr sz="800"/>
            </a:lvl2pPr>
            <a:lvl3pPr marL="735013" indent="0">
              <a:buNone/>
              <a:defRPr sz="800"/>
            </a:lvl3pPr>
            <a:lvl4pPr marL="1103313" indent="0">
              <a:buNone/>
              <a:defRPr sz="800"/>
            </a:lvl4pPr>
            <a:lvl5pPr marL="1460500" indent="0">
              <a:buNone/>
              <a:defRPr sz="800"/>
            </a:lvl5pPr>
          </a:lstStyle>
          <a:p>
            <a:pPr lvl="0"/>
            <a:r>
              <a:rPr lang="en-US"/>
              <a:t> Source – Arial 8</a:t>
            </a:r>
            <a:endParaRPr lang="es-ES"/>
          </a:p>
        </p:txBody>
      </p:sp>
      <p:sp>
        <p:nvSpPr>
          <p:cNvPr id="16" name="Rectangle 6"/>
          <p:cNvSpPr>
            <a:spLocks noChangeArrowheads="1"/>
          </p:cNvSpPr>
          <p:nvPr userDrawn="1"/>
        </p:nvSpPr>
        <p:spPr bwMode="auto">
          <a:xfrm>
            <a:off x="9968722" y="6642311"/>
            <a:ext cx="1568003" cy="21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13" tIns="45705" rIns="91413" bIns="45705" anchor="ctr">
            <a:spAutoFit/>
          </a:bodyPr>
          <a:lstStyle/>
          <a:p>
            <a:pPr algn="ctr">
              <a:defRPr/>
            </a:pPr>
            <a:r>
              <a:rPr lang="es-ES_tradnl" sz="800">
                <a:solidFill>
                  <a:prstClr val="white"/>
                </a:solidFill>
                <a:cs typeface="Arial" panose="020B0604020202020204" pitchFamily="34" charset="0"/>
                <a:sym typeface="Arial" panose="020B0604020202020204" pitchFamily="34" charset="0"/>
              </a:rPr>
              <a:t>NTT DATA. </a:t>
            </a:r>
            <a:r>
              <a:rPr lang="en-GB" sz="800">
                <a:solidFill>
                  <a:prstClr val="white"/>
                </a:solidFill>
                <a:cs typeface="Arial" panose="020B0604020202020204" pitchFamily="34" charset="0"/>
                <a:sym typeface="Arial" panose="020B0604020202020204" pitchFamily="34" charset="0"/>
              </a:rPr>
              <a:t>All rights reserved</a:t>
            </a:r>
          </a:p>
        </p:txBody>
      </p:sp>
      <p:sp>
        <p:nvSpPr>
          <p:cNvPr id="22" name="Marcador de texto 4"/>
          <p:cNvSpPr>
            <a:spLocks noGrp="1"/>
          </p:cNvSpPr>
          <p:nvPr>
            <p:ph type="body" sz="quarter" idx="20" hasCustomPrompt="1"/>
          </p:nvPr>
        </p:nvSpPr>
        <p:spPr>
          <a:xfrm>
            <a:off x="244509" y="160432"/>
            <a:ext cx="10226216" cy="223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 baseline="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s-ES" noProof="0"/>
              <a:t>1. Capítulo – Subcapítulo (Arial 11)</a:t>
            </a:r>
          </a:p>
        </p:txBody>
      </p:sp>
      <p:sp>
        <p:nvSpPr>
          <p:cNvPr id="13" name="1 Título"/>
          <p:cNvSpPr>
            <a:spLocks noGrp="1"/>
          </p:cNvSpPr>
          <p:nvPr>
            <p:ph type="title" hasCustomPrompt="1"/>
          </p:nvPr>
        </p:nvSpPr>
        <p:spPr>
          <a:xfrm>
            <a:off x="227059" y="418359"/>
            <a:ext cx="11321596" cy="576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600" b="1" baseline="0">
                <a:solidFill>
                  <a:srgbClr val="6785C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ES" err="1"/>
              <a:t>Leading</a:t>
            </a:r>
            <a:r>
              <a:rPr lang="es-ES"/>
              <a:t> (Arial 16)</a:t>
            </a:r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auto">
          <a:xfrm>
            <a:off x="11746523" y="6641603"/>
            <a:ext cx="445477" cy="216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532" tIns="45764" rIns="91532" bIns="45764" anchor="ctr"/>
          <a:lstStyle/>
          <a:p>
            <a:pPr algn="ctr" defTabSz="915988">
              <a:defRPr/>
            </a:pPr>
            <a:fld id="{A7391B74-57A2-429E-9A19-8866EF4A7221}" type="slidenum">
              <a:rPr lang="ca-ES" sz="800" smtClean="0">
                <a:solidFill>
                  <a:prstClr val="white"/>
                </a:solidFill>
                <a:cs typeface="Arial" panose="020B0604020202020204" pitchFamily="34" charset="0"/>
                <a:sym typeface="Arial" panose="020B0604020202020204" pitchFamily="34" charset="0"/>
              </a:rPr>
              <a:pPr algn="ctr" defTabSz="915988">
                <a:defRPr/>
              </a:pPr>
              <a:t>‹#›</a:t>
            </a:fld>
            <a:endParaRPr lang="ca-ES" sz="900">
              <a:solidFill>
                <a:prstClr val="white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80E63614-4CA7-A069-D199-16DD8EDA3EC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8126" y="0"/>
            <a:ext cx="1932013" cy="491785"/>
          </a:xfrm>
          <a:prstGeom prst="rect">
            <a:avLst/>
          </a:prstGeom>
        </p:spPr>
      </p:pic>
      <p:sp>
        <p:nvSpPr>
          <p:cNvPr id="18" name="Título 3">
            <a:extLst>
              <a:ext uri="{FF2B5EF4-FFF2-40B4-BE49-F238E27FC236}">
                <a16:creationId xmlns:a16="http://schemas.microsoft.com/office/drawing/2014/main" id="{CDB422AA-6918-0453-5261-EAE8BAC9DFFA}"/>
              </a:ext>
            </a:extLst>
          </p:cNvPr>
          <p:cNvSpPr txBox="1">
            <a:spLocks/>
          </p:cNvSpPr>
          <p:nvPr userDrawn="1"/>
        </p:nvSpPr>
        <p:spPr>
          <a:xfrm>
            <a:off x="394854" y="1412718"/>
            <a:ext cx="7358050" cy="570405"/>
          </a:xfrm>
          <a:prstGeom prst="rect">
            <a:avLst/>
          </a:prstGeom>
        </p:spPr>
        <p:txBody>
          <a:bodyPr vert="horz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>
                <a:solidFill>
                  <a:srgbClr val="6785C1"/>
                </a:solidFill>
              </a:rPr>
              <a:t>Cronograma </a:t>
            </a:r>
          </a:p>
        </p:txBody>
      </p:sp>
    </p:spTree>
    <p:extLst>
      <p:ext uri="{BB962C8B-B14F-4D97-AF65-F5344CB8AC3E}">
        <p14:creationId xmlns:p14="http://schemas.microsoft.com/office/powerpoint/2010/main" val="3802825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Ful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noProof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9A5FE8-62E3-0D2E-834A-D1F1B8269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3" name="Innovation Curve">
            <a:extLst>
              <a:ext uri="{FF2B5EF4-FFF2-40B4-BE49-F238E27FC236}">
                <a16:creationId xmlns:a16="http://schemas.microsoft.com/office/drawing/2014/main" id="{18332D96-F8AA-AD1E-863A-6EA58DA26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5655" y="0"/>
            <a:ext cx="6835842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 Then Reorder: Send to back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CDC6CD3E-31EA-EA2F-BE3B-37D4E6526A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101235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BD22-02FF-5EAB-ABA3-3C0BB396027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566C0A6-4FFE-882A-7F2D-B9B9A23AB5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79393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FACCEEE-5469-CC54-C90B-C9C1BF3F2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79393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A6808F4F-EA69-F71A-723C-E607F81879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38296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Partia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B69904B-F3B0-9924-1277-D5E10CC8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8" name="Innovation Curve">
            <a:extLst>
              <a:ext uri="{FF2B5EF4-FFF2-40B4-BE49-F238E27FC236}">
                <a16:creationId xmlns:a16="http://schemas.microsoft.com/office/drawing/2014/main" id="{F707DE12-3594-93EB-F056-2B2C43B247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37463" y="3175"/>
            <a:ext cx="4554537" cy="68564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12179AF-A82A-2C38-AA6E-ADD8AE770B1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79799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79799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F1A70F1C-0C1D-4983-5A07-15932C342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3CEDB687-72D7-CB65-F36A-20FAF24C235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1475" y="5875374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700" kern="1200" noProof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25143564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7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7" y="3810000"/>
            <a:ext cx="11440477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F38E4A-7B13-70A1-52C6-61A780336E87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B868D7-8467-2439-DEEF-BBA9DFE9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60ABE840-6E2F-413E-A4F2-D50BE7A3C8B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1" name="NTT DATA Global Logo" descr="NTT DATA Global Logo">
            <a:extLst>
              <a:ext uri="{FF2B5EF4-FFF2-40B4-BE49-F238E27FC236}">
                <a16:creationId xmlns:a16="http://schemas.microsoft.com/office/drawing/2014/main" id="{A2A24C7A-90C2-A7EA-697B-7A559561F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84394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Dark_Image Bot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 Navy SemiTrans Overlay">
            <a:extLst>
              <a:ext uri="{FF2B5EF4-FFF2-40B4-BE49-F238E27FC236}">
                <a16:creationId xmlns:a16="http://schemas.microsoft.com/office/drawing/2014/main" id="{814008A9-48D1-A825-2133-305473A22B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96604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31855" y="3147301"/>
            <a:ext cx="78866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71690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Innovation Curve Over v02">
            <a:extLst>
              <a:ext uri="{FF2B5EF4-FFF2-40B4-BE49-F238E27FC236}">
                <a16:creationId xmlns:a16="http://schemas.microsoft.com/office/drawing/2014/main" id="{7A6AA644-177D-9E4C-8A3F-250C66632B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3733800"/>
            <a:ext cx="2752725" cy="2743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Info box">
            <a:extLst>
              <a:ext uri="{FF2B5EF4-FFF2-40B4-BE49-F238E27FC236}">
                <a16:creationId xmlns:a16="http://schemas.microsoft.com/office/drawing/2014/main" id="{56B3E0DC-CFF6-D134-CAF5-A5425EB6CB8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4" name="NTT DATA Global Logo" descr="NTT DATA Global Logo">
            <a:extLst>
              <a:ext uri="{FF2B5EF4-FFF2-40B4-BE49-F238E27FC236}">
                <a16:creationId xmlns:a16="http://schemas.microsoft.com/office/drawing/2014/main" id="{94BFDE7A-6BFD-69BD-47EF-32959BB9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069353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847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330909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583166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3187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5959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1733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Dark with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34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/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5AC7748B-57B0-6A46-ED50-8FBD40E607A6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78164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E3C760B8-DB89-2960-48EE-7551EFCFDEA7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904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6829493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586909" y="6563358"/>
            <a:ext cx="3111831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</p:spTree>
    <p:extLst>
      <p:ext uri="{BB962C8B-B14F-4D97-AF65-F5344CB8AC3E}">
        <p14:creationId xmlns:p14="http://schemas.microsoft.com/office/powerpoint/2010/main" val="11569808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3191FB2-5C06-3B67-1454-1D220DA037E1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33188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Thre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299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91928" y="3987606"/>
            <a:ext cx="5365113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377440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6616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59747" y="2140169"/>
            <a:ext cx="2460778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3840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3"/>
            <a:ext cx="4353503" cy="35661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3"/>
            <a:ext cx="2460778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377440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59747" y="4926695"/>
            <a:ext cx="2460778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610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87ED33-6A4E-4B88-9978-60E9E0EBFC9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NTT DATA Global Logo">
            <a:extLst>
              <a:ext uri="{FF2B5EF4-FFF2-40B4-BE49-F238E27FC236}">
                <a16:creationId xmlns:a16="http://schemas.microsoft.com/office/drawing/2014/main" id="{3F03F05C-59F6-715B-5A33-907AD87C66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765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Navy Dark with picture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 Navy SemiTrans Overlay">
            <a:extLst>
              <a:ext uri="{FF2B5EF4-FFF2-40B4-BE49-F238E27FC236}">
                <a16:creationId xmlns:a16="http://schemas.microsoft.com/office/drawing/2014/main" id="{6E4F8208-B33A-86C1-C4BF-6C513A841D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CE6D5FB-5128-84ED-8909-686C6A3993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0" name="NTT DATA Global Logo" descr="NTT DATA Global Logo">
            <a:extLst>
              <a:ext uri="{FF2B5EF4-FFF2-40B4-BE49-F238E27FC236}">
                <a16:creationId xmlns:a16="http://schemas.microsoft.com/office/drawing/2014/main" id="{188EBC45-4F1C-E0B0-9BB4-2942DDBDBEA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53867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3EC910-66B9-7290-6910-39097643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8FF710-A250-66BE-1682-899EBECEA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4421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</p:spTree>
    <p:extLst>
      <p:ext uri="{BB962C8B-B14F-4D97-AF65-F5344CB8AC3E}">
        <p14:creationId xmlns:p14="http://schemas.microsoft.com/office/powerpoint/2010/main" val="33850937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  <a:endParaRPr lang="pt-BR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nnovation Curve">
            <a:extLst>
              <a:ext uri="{FF2B5EF4-FFF2-40B4-BE49-F238E27FC236}">
                <a16:creationId xmlns:a16="http://schemas.microsoft.com/office/drawing/2014/main" id="{8FAD0C94-F295-1BA4-75E9-C0403855E0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970" y="2281852"/>
            <a:ext cx="3879556" cy="38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313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rid">
            <a:extLst>
              <a:ext uri="{FF2B5EF4-FFF2-40B4-BE49-F238E27FC236}">
                <a16:creationId xmlns:a16="http://schemas.microsoft.com/office/drawing/2014/main" id="{7C23E814-83D3-3A4C-E7C1-1CC5AAE30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9852" y="2403913"/>
            <a:ext cx="3755940" cy="376771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Mask">
            <a:extLst>
              <a:ext uri="{FF2B5EF4-FFF2-40B4-BE49-F238E27FC236}">
                <a16:creationId xmlns:a16="http://schemas.microsoft.com/office/drawing/2014/main" id="{6A3F8A03-35AC-7457-3761-25EFCA9E3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89852" y="2403913"/>
            <a:ext cx="3755940" cy="3767718"/>
          </a:xfrm>
          <a:custGeom>
            <a:avLst/>
            <a:gdLst>
              <a:gd name="connsiteX0" fmla="*/ 1221722 w 3755940"/>
              <a:gd name="connsiteY0" fmla="*/ 0 h 3767718"/>
              <a:gd name="connsiteX1" fmla="*/ 2020606 w 3755940"/>
              <a:gd name="connsiteY1" fmla="*/ 439029 h 3767718"/>
              <a:gd name="connsiteX2" fmla="*/ 2500058 w 3755940"/>
              <a:gd name="connsiteY2" fmla="*/ 1241044 h 3767718"/>
              <a:gd name="connsiteX3" fmla="*/ 3753449 w 3755940"/>
              <a:gd name="connsiteY3" fmla="*/ 3762701 h 3767718"/>
              <a:gd name="connsiteX4" fmla="*/ 3755940 w 3755940"/>
              <a:gd name="connsiteY4" fmla="*/ 3767718 h 3767718"/>
              <a:gd name="connsiteX5" fmla="*/ 2499239 w 3755940"/>
              <a:gd name="connsiteY5" fmla="*/ 3767718 h 3767718"/>
              <a:gd name="connsiteX6" fmla="*/ 2498278 w 3755940"/>
              <a:gd name="connsiteY6" fmla="*/ 3765796 h 3767718"/>
              <a:gd name="connsiteX7" fmla="*/ 1255918 w 3755940"/>
              <a:gd name="connsiteY7" fmla="*/ 1279154 h 3767718"/>
              <a:gd name="connsiteX8" fmla="*/ 1255918 w 3755940"/>
              <a:gd name="connsiteY8" fmla="*/ 3767718 h 3767718"/>
              <a:gd name="connsiteX9" fmla="*/ 1252431 w 3755940"/>
              <a:gd name="connsiteY9" fmla="*/ 3767718 h 3767718"/>
              <a:gd name="connsiteX10" fmla="*/ 0 w 3755940"/>
              <a:gd name="connsiteY10" fmla="*/ 3767718 h 3767718"/>
              <a:gd name="connsiteX11" fmla="*/ 0 w 3755940"/>
              <a:gd name="connsiteY11" fmla="*/ 1264422 h 3767718"/>
              <a:gd name="connsiteX12" fmla="*/ 299364 w 3755940"/>
              <a:gd name="connsiteY12" fmla="*/ 383020 h 3767718"/>
              <a:gd name="connsiteX13" fmla="*/ 1221722 w 3755940"/>
              <a:gd name="connsiteY13" fmla="*/ 0 h 376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55940" h="3767718">
                <a:moveTo>
                  <a:pt x="1221722" y="0"/>
                </a:moveTo>
                <a:cubicBezTo>
                  <a:pt x="1554534" y="0"/>
                  <a:pt x="1814293" y="189446"/>
                  <a:pt x="2020606" y="439029"/>
                </a:cubicBezTo>
                <a:cubicBezTo>
                  <a:pt x="2226883" y="688575"/>
                  <a:pt x="2380212" y="998721"/>
                  <a:pt x="2500058" y="1241044"/>
                </a:cubicBezTo>
                <a:lnTo>
                  <a:pt x="3753449" y="3762701"/>
                </a:lnTo>
                <a:lnTo>
                  <a:pt x="3755940" y="3767718"/>
                </a:lnTo>
                <a:lnTo>
                  <a:pt x="2499239" y="3767718"/>
                </a:lnTo>
                <a:lnTo>
                  <a:pt x="2498278" y="3765796"/>
                </a:lnTo>
                <a:lnTo>
                  <a:pt x="1255918" y="1279154"/>
                </a:lnTo>
                <a:lnTo>
                  <a:pt x="1255918" y="3767718"/>
                </a:lnTo>
                <a:cubicBezTo>
                  <a:pt x="1255918" y="3767718"/>
                  <a:pt x="1252431" y="3767718"/>
                  <a:pt x="1252431" y="3767718"/>
                </a:cubicBezTo>
                <a:lnTo>
                  <a:pt x="0" y="3767718"/>
                </a:lnTo>
                <a:lnTo>
                  <a:pt x="0" y="1264422"/>
                </a:lnTo>
                <a:cubicBezTo>
                  <a:pt x="0" y="932251"/>
                  <a:pt x="97677" y="616163"/>
                  <a:pt x="299364" y="383020"/>
                </a:cubicBezTo>
                <a:cubicBezTo>
                  <a:pt x="501086" y="149842"/>
                  <a:pt x="806677" y="0"/>
                  <a:pt x="1221722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sz="200">
                <a:solidFill>
                  <a:srgbClr val="070F26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964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Ful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noProof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9A5FE8-62E3-0D2E-834A-D1F1B8269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3" name="Innovation Curve">
            <a:extLst>
              <a:ext uri="{FF2B5EF4-FFF2-40B4-BE49-F238E27FC236}">
                <a16:creationId xmlns:a16="http://schemas.microsoft.com/office/drawing/2014/main" id="{18332D96-F8AA-AD1E-863A-6EA58DA26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5655" y="0"/>
            <a:ext cx="6835842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 Then Reorder: Send to back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CDC6CD3E-31EA-EA2F-BE3B-37D4E6526A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101235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BD22-02FF-5EAB-ABA3-3C0BB396027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566C0A6-4FFE-882A-7F2D-B9B9A23AB5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79393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FACCEEE-5469-CC54-C90B-C9C1BF3F2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79393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A6808F4F-EA69-F71A-723C-E607F81879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170067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Partia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B69904B-F3B0-9924-1277-D5E10CC8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8" name="Innovation Curve">
            <a:extLst>
              <a:ext uri="{FF2B5EF4-FFF2-40B4-BE49-F238E27FC236}">
                <a16:creationId xmlns:a16="http://schemas.microsoft.com/office/drawing/2014/main" id="{F707DE12-3594-93EB-F056-2B2C43B247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37463" y="3175"/>
            <a:ext cx="4554537" cy="68564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12179AF-A82A-2C38-AA6E-ADD8AE770B1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79799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79799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F1A70F1C-0C1D-4983-5A07-15932C342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3CEDB687-72D7-CB65-F36A-20FAF24C235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1475" y="5875374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700" kern="1200" noProof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4595390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7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7" y="3810000"/>
            <a:ext cx="11440477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F38E4A-7B13-70A1-52C6-61A780336E87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B868D7-8467-2439-DEEF-BBA9DFE9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60ABE840-6E2F-413E-A4F2-D50BE7A3C8B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1" name="NTT DATA Global Logo" descr="NTT DATA Global Logo">
            <a:extLst>
              <a:ext uri="{FF2B5EF4-FFF2-40B4-BE49-F238E27FC236}">
                <a16:creationId xmlns:a16="http://schemas.microsoft.com/office/drawing/2014/main" id="{A2A24C7A-90C2-A7EA-697B-7A559561F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79120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Dark_Image Bot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 Navy SemiTrans Overlay">
            <a:extLst>
              <a:ext uri="{FF2B5EF4-FFF2-40B4-BE49-F238E27FC236}">
                <a16:creationId xmlns:a16="http://schemas.microsoft.com/office/drawing/2014/main" id="{814008A9-48D1-A825-2133-305473A22B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96604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31855" y="3147301"/>
            <a:ext cx="78866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71690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Innovation Curve Over v02">
            <a:extLst>
              <a:ext uri="{FF2B5EF4-FFF2-40B4-BE49-F238E27FC236}">
                <a16:creationId xmlns:a16="http://schemas.microsoft.com/office/drawing/2014/main" id="{7A6AA644-177D-9E4C-8A3F-250C66632B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3733800"/>
            <a:ext cx="2752725" cy="2743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Info box">
            <a:extLst>
              <a:ext uri="{FF2B5EF4-FFF2-40B4-BE49-F238E27FC236}">
                <a16:creationId xmlns:a16="http://schemas.microsoft.com/office/drawing/2014/main" id="{56B3E0DC-CFF6-D134-CAF5-A5425EB6CB8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4" name="NTT DATA Global Logo" descr="NTT DATA Global Logo">
            <a:extLst>
              <a:ext uri="{FF2B5EF4-FFF2-40B4-BE49-F238E27FC236}">
                <a16:creationId xmlns:a16="http://schemas.microsoft.com/office/drawing/2014/main" id="{94BFDE7A-6BFD-69BD-47EF-32959BB9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15628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558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67391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22463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45078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1088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6513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Dark with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973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/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5AC7748B-57B0-6A46-ED50-8FBD40E607A6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540003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E3C760B8-DB89-2960-48EE-7551EFCFDEA7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7205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6829493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586909" y="6563358"/>
            <a:ext cx="3111831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</p:spTree>
    <p:extLst>
      <p:ext uri="{BB962C8B-B14F-4D97-AF65-F5344CB8AC3E}">
        <p14:creationId xmlns:p14="http://schemas.microsoft.com/office/powerpoint/2010/main" val="31158348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3191FB2-5C06-3B67-1454-1D220DA037E1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78126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Thre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7188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91928" y="3987606"/>
            <a:ext cx="5365113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377440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6616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59747" y="2140169"/>
            <a:ext cx="2460778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3840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3"/>
            <a:ext cx="4353503" cy="35661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3"/>
            <a:ext cx="2460778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377440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59747" y="4926695"/>
            <a:ext cx="2460778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895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87ED33-6A4E-4B88-9978-60E9E0EBFC9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NTT DATA Global Logo">
            <a:extLst>
              <a:ext uri="{FF2B5EF4-FFF2-40B4-BE49-F238E27FC236}">
                <a16:creationId xmlns:a16="http://schemas.microsoft.com/office/drawing/2014/main" id="{3F03F05C-59F6-715B-5A33-907AD87C66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3029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Navy Dark with picture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 Navy SemiTrans Overlay">
            <a:extLst>
              <a:ext uri="{FF2B5EF4-FFF2-40B4-BE49-F238E27FC236}">
                <a16:creationId xmlns:a16="http://schemas.microsoft.com/office/drawing/2014/main" id="{6E4F8208-B33A-86C1-C4BF-6C513A841D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CE6D5FB-5128-84ED-8909-686C6A3993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0" name="NTT DATA Global Logo" descr="NTT DATA Global Logo">
            <a:extLst>
              <a:ext uri="{FF2B5EF4-FFF2-40B4-BE49-F238E27FC236}">
                <a16:creationId xmlns:a16="http://schemas.microsoft.com/office/drawing/2014/main" id="{188EBC45-4F1C-E0B0-9BB4-2942DDBDBEA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02490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3EC910-66B9-7290-6910-39097643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8FF710-A250-66BE-1682-899EBECEA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4421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</p:spTree>
    <p:extLst>
      <p:ext uri="{BB962C8B-B14F-4D97-AF65-F5344CB8AC3E}">
        <p14:creationId xmlns:p14="http://schemas.microsoft.com/office/powerpoint/2010/main" val="249947026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  <a:endParaRPr lang="pt-BR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nnovation Curve">
            <a:extLst>
              <a:ext uri="{FF2B5EF4-FFF2-40B4-BE49-F238E27FC236}">
                <a16:creationId xmlns:a16="http://schemas.microsoft.com/office/drawing/2014/main" id="{8FAD0C94-F295-1BA4-75E9-C0403855E0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970" y="2281852"/>
            <a:ext cx="3879556" cy="38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931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rid">
            <a:extLst>
              <a:ext uri="{FF2B5EF4-FFF2-40B4-BE49-F238E27FC236}">
                <a16:creationId xmlns:a16="http://schemas.microsoft.com/office/drawing/2014/main" id="{7C23E814-83D3-3A4C-E7C1-1CC5AAE30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9852" y="2403913"/>
            <a:ext cx="3755940" cy="376771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Mask">
            <a:extLst>
              <a:ext uri="{FF2B5EF4-FFF2-40B4-BE49-F238E27FC236}">
                <a16:creationId xmlns:a16="http://schemas.microsoft.com/office/drawing/2014/main" id="{6A3F8A03-35AC-7457-3761-25EFCA9E3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89852" y="2403913"/>
            <a:ext cx="3755940" cy="3767718"/>
          </a:xfrm>
          <a:custGeom>
            <a:avLst/>
            <a:gdLst>
              <a:gd name="connsiteX0" fmla="*/ 1221722 w 3755940"/>
              <a:gd name="connsiteY0" fmla="*/ 0 h 3767718"/>
              <a:gd name="connsiteX1" fmla="*/ 2020606 w 3755940"/>
              <a:gd name="connsiteY1" fmla="*/ 439029 h 3767718"/>
              <a:gd name="connsiteX2" fmla="*/ 2500058 w 3755940"/>
              <a:gd name="connsiteY2" fmla="*/ 1241044 h 3767718"/>
              <a:gd name="connsiteX3" fmla="*/ 3753449 w 3755940"/>
              <a:gd name="connsiteY3" fmla="*/ 3762701 h 3767718"/>
              <a:gd name="connsiteX4" fmla="*/ 3755940 w 3755940"/>
              <a:gd name="connsiteY4" fmla="*/ 3767718 h 3767718"/>
              <a:gd name="connsiteX5" fmla="*/ 2499239 w 3755940"/>
              <a:gd name="connsiteY5" fmla="*/ 3767718 h 3767718"/>
              <a:gd name="connsiteX6" fmla="*/ 2498278 w 3755940"/>
              <a:gd name="connsiteY6" fmla="*/ 3765796 h 3767718"/>
              <a:gd name="connsiteX7" fmla="*/ 1255918 w 3755940"/>
              <a:gd name="connsiteY7" fmla="*/ 1279154 h 3767718"/>
              <a:gd name="connsiteX8" fmla="*/ 1255918 w 3755940"/>
              <a:gd name="connsiteY8" fmla="*/ 3767718 h 3767718"/>
              <a:gd name="connsiteX9" fmla="*/ 1252431 w 3755940"/>
              <a:gd name="connsiteY9" fmla="*/ 3767718 h 3767718"/>
              <a:gd name="connsiteX10" fmla="*/ 0 w 3755940"/>
              <a:gd name="connsiteY10" fmla="*/ 3767718 h 3767718"/>
              <a:gd name="connsiteX11" fmla="*/ 0 w 3755940"/>
              <a:gd name="connsiteY11" fmla="*/ 1264422 h 3767718"/>
              <a:gd name="connsiteX12" fmla="*/ 299364 w 3755940"/>
              <a:gd name="connsiteY12" fmla="*/ 383020 h 3767718"/>
              <a:gd name="connsiteX13" fmla="*/ 1221722 w 3755940"/>
              <a:gd name="connsiteY13" fmla="*/ 0 h 376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55940" h="3767718">
                <a:moveTo>
                  <a:pt x="1221722" y="0"/>
                </a:moveTo>
                <a:cubicBezTo>
                  <a:pt x="1554534" y="0"/>
                  <a:pt x="1814293" y="189446"/>
                  <a:pt x="2020606" y="439029"/>
                </a:cubicBezTo>
                <a:cubicBezTo>
                  <a:pt x="2226883" y="688575"/>
                  <a:pt x="2380212" y="998721"/>
                  <a:pt x="2500058" y="1241044"/>
                </a:cubicBezTo>
                <a:lnTo>
                  <a:pt x="3753449" y="3762701"/>
                </a:lnTo>
                <a:lnTo>
                  <a:pt x="3755940" y="3767718"/>
                </a:lnTo>
                <a:lnTo>
                  <a:pt x="2499239" y="3767718"/>
                </a:lnTo>
                <a:lnTo>
                  <a:pt x="2498278" y="3765796"/>
                </a:lnTo>
                <a:lnTo>
                  <a:pt x="1255918" y="1279154"/>
                </a:lnTo>
                <a:lnTo>
                  <a:pt x="1255918" y="3767718"/>
                </a:lnTo>
                <a:cubicBezTo>
                  <a:pt x="1255918" y="3767718"/>
                  <a:pt x="1252431" y="3767718"/>
                  <a:pt x="1252431" y="3767718"/>
                </a:cubicBezTo>
                <a:lnTo>
                  <a:pt x="0" y="3767718"/>
                </a:lnTo>
                <a:lnTo>
                  <a:pt x="0" y="1264422"/>
                </a:lnTo>
                <a:cubicBezTo>
                  <a:pt x="0" y="932251"/>
                  <a:pt x="97677" y="616163"/>
                  <a:pt x="299364" y="383020"/>
                </a:cubicBezTo>
                <a:cubicBezTo>
                  <a:pt x="501086" y="149842"/>
                  <a:pt x="806677" y="0"/>
                  <a:pt x="1221722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sz="200">
                <a:solidFill>
                  <a:srgbClr val="070F26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4479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oleObject" Target="../embeddings/oleObject4.bin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image" Target="../media/image1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77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tags" Target="../tags/tag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Relationship Id="rId27" Type="http://schemas.openxmlformats.org/officeDocument/2006/relationships/image" Target="../media/image1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00ECC95C-7246-F7C5-6FD0-4460A0884C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504240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73" imgH="473" progId="TCLayout.ActiveDocument.1">
                  <p:embed/>
                </p:oleObj>
              </mc:Choice>
              <mc:Fallback>
                <p:oleObj name="think-cell Slide" r:id="rId37" imgW="473" imgH="47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ECC95C-7246-F7C5-6FD0-4460A0884C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BE737-E323-235A-0021-88662CD1E6D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7" y="404814"/>
            <a:ext cx="11376025" cy="37623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D1662-0CED-9909-FD67-AC1F61182486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987" y="1412875"/>
            <a:ext cx="11376025" cy="50403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BB86D1-2CE5-AAA6-B90B-481677FAB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46253"/>
            <a:ext cx="4852035" cy="1231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sp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A473BAF-053F-84AA-C68D-278BC80E7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fik 6" descr="NTT DATA Logo">
            <a:extLst>
              <a:ext uri="{FF2B5EF4-FFF2-40B4-BE49-F238E27FC236}">
                <a16:creationId xmlns:a16="http://schemas.microsoft.com/office/drawing/2014/main" id="{5D496086-CCB0-9803-DA23-3B03539487B4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1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891" r:id="rId3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216000" indent="-216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432000" indent="-216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648000" indent="-216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864000" indent="-216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255">
          <p15:clr>
            <a:srgbClr val="F26B43"/>
          </p15:clr>
        </p15:guide>
        <p15:guide id="4" orient="horz" pos="89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4C3F098-5B7C-ABC8-DE95-2A71C4E352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787963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73" imgH="473" progId="TCLayout.ActiveDocument.1">
                  <p:embed/>
                </p:oleObj>
              </mc:Choice>
              <mc:Fallback>
                <p:oleObj name="think-cell Slide" r:id="rId25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C3F098-5B7C-ABC8-DE95-2A71C4E352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22E3CC-1B88-CF67-AD2F-D65E37E3716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NTT DATA Global Logo">
            <a:extLst>
              <a:ext uri="{FF2B5EF4-FFF2-40B4-BE49-F238E27FC236}">
                <a16:creationId xmlns:a16="http://schemas.microsoft.com/office/drawing/2014/main" id="{D3B22713-AB91-EF03-7CF0-CCF486815A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 bwMode="gray"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3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077913" indent="-2730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694C9F6-285D-D134-DF49-639C71222D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7111186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73" imgH="473" progId="TCLayout.ActiveDocument.1">
                  <p:embed/>
                </p:oleObj>
              </mc:Choice>
              <mc:Fallback>
                <p:oleObj name="think-cell Slide" r:id="rId25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4C9F6-285D-D134-DF49-639C71222D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 (Insert appropriate disclaimer if required)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22E3CC-1B88-CF67-AD2F-D65E37E3716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NTT DATA Global Logo">
            <a:extLst>
              <a:ext uri="{FF2B5EF4-FFF2-40B4-BE49-F238E27FC236}">
                <a16:creationId xmlns:a16="http://schemas.microsoft.com/office/drawing/2014/main" id="{D3B22713-AB91-EF03-7CF0-CCF486815A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 bwMode="gray"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5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867" r:id="rId20"/>
    <p:sldLayoutId id="2147483868" r:id="rId21"/>
    <p:sldLayoutId id="2147483869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077913" indent="-2730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madrid-digital.eu-1.celonis.cloud/" TargetMode="Externa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6.png"/><Relationship Id="rId4" Type="http://schemas.openxmlformats.org/officeDocument/2006/relationships/image" Target="../media/image38.png"/></Relationships>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pnc_btn_eje.png"/><Relationship Id="rId2" Type="http://schemas.openxmlformats.org/officeDocument/2006/relationships/image" Target="../media/pnc_laptop_home.png"/><Relationship Id="rId1" Type="http://schemas.openxmlformats.org/officeDocument/2006/relationships/slideLayout" Target="../slideLayouts/slideLayout20.xml"/><Relationship Id="rId10" Type="http://schemas.openxmlformats.org/officeDocument/2006/relationships/image" Target="../media/pnc_btn_ana.png"/><Relationship Id="rId9" Type="http://schemas.openxmlformats.org/officeDocument/2006/relationships/image" Target="../media/pnc_btn_ope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7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btn_eje.png"/><Relationship Id="rId201" Type="http://schemas.openxmlformats.org/officeDocument/2006/relationships/image" Target="../media/pnc_eje_full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btn_ope.png"/><Relationship Id="rId201" Type="http://schemas.openxmlformats.org/officeDocument/2006/relationships/image" Target="../media/pnc_ope_full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btn_ana.png"/><Relationship Id="rId201" Type="http://schemas.openxmlformats.org/officeDocument/2006/relationships/image" Target="../media/pnc_proc_full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eje_head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blk_tiempo.png"/><Relationship Id="rId201" Type="http://schemas.openxmlformats.org/officeDocument/2006/relationships/image" Target="../media/pnc_blk_calidad.png"/><Relationship Id="rId202" Type="http://schemas.openxmlformats.org/officeDocument/2006/relationships/image" Target="../media/pnc_blk_efic.pn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eje_charts.pn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ope_kpis.png"/><Relationship Id="rId201" Type="http://schemas.openxmlformats.org/officeDocument/2006/relationships/image" Target="../media/pnc_ope_table.pn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var_table.png"/><Relationship Id="rId201" Type="http://schemas.openxmlformats.org/officeDocument/2006/relationships/image" Target="../media/pnc_var_path.png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eje_head.png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blk_efic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var_table.png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ope_table_s.png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00" Type="http://schemas.openxmlformats.org/officeDocument/2006/relationships/image" Target="../media/pnc_var_table.png"/><Relationship Id="rId201" Type="http://schemas.openxmlformats.org/officeDocument/2006/relationships/image" Target="../media/pnc_var_path_top.png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group of tall buildings">
            <a:extLst>
              <a:ext uri="{FF2B5EF4-FFF2-40B4-BE49-F238E27FC236}">
                <a16:creationId xmlns:a16="http://schemas.microsoft.com/office/drawing/2014/main" id="{2C88AB48-B0A7-2A9F-B0E9-E5A49F3394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0" y="0"/>
            <a:ext cx="12192000" cy="6860241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04B2D83A-ADB3-402D-A3BC-D0E4923FBFA7}"/>
              </a:ext>
            </a:extLst>
          </p:cNvPr>
          <p:cNvSpPr/>
          <p:nvPr/>
        </p:nvSpPr>
        <p:spPr>
          <a:xfrm>
            <a:off x="0" y="2"/>
            <a:ext cx="12191995" cy="6857998"/>
          </a:xfrm>
          <a:prstGeom prst="rect">
            <a:avLst/>
          </a:prstGeom>
          <a:solidFill>
            <a:srgbClr val="050D24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88" y="1412875"/>
            <a:ext cx="8861140" cy="3240000"/>
          </a:xfrm>
        </p:spPr>
        <p:txBody>
          <a:bodyPr/>
          <a:lstStyle/>
          <a:p>
            <a:r>
              <a:rPr b="1" err="1">
                <a:latin typeface="Century Gothic" panose="020B0502020202020204" pitchFamily="34" charset="0"/>
              </a:rPr>
              <a:t>Minería</a:t>
            </a:r>
            <a:r>
              <a:rPr b="1">
                <a:latin typeface="Century Gothic" panose="020B0502020202020204" pitchFamily="34" charset="0"/>
              </a:rPr>
              <a:t> de </a:t>
            </a:r>
            <a:r>
              <a:rPr b="1" err="1">
                <a:latin typeface="Century Gothic" panose="020B0502020202020204" pitchFamily="34" charset="0"/>
              </a:rPr>
              <a:t>Procesos</a:t>
            </a:r>
            <a:r>
              <a:rPr b="1">
                <a:latin typeface="Century Gothic" panose="020B0502020202020204" pitchFamily="34" charset="0"/>
              </a:rPr>
              <a:t> con </a:t>
            </a:r>
            <a:r>
              <a:rPr b="1" err="1">
                <a:latin typeface="Century Gothic" panose="020B0502020202020204" pitchFamily="34" charset="0"/>
              </a:rPr>
              <a:t>Celonis</a:t>
            </a:r>
            <a:endParaRPr b="1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>
                <a:latin typeface="Century Gothic" panose="020B0502020202020204" pitchFamily="34" charset="0"/>
              </a:rPr>
              <a:t>Plan de Formación · Pensiones no Contributivas</a:t>
            </a:r>
          </a:p>
          <a:p>
            <a:pPr>
              <a:spcAft>
                <a:spcPts val="600"/>
              </a:spcAft>
            </a:pPr>
            <a:r>
              <a:rPr sz="1600">
                <a:latin typeface="Century Gothic" panose="020B0502020202020204" pitchFamily="34" charset="0"/>
              </a:rPr>
              <a:t>Comunidad de Madrid · Madrid Digital</a:t>
            </a:r>
          </a:p>
        </p:txBody>
      </p:sp>
      <p:pic>
        <p:nvPicPr>
          <p:cNvPr id="7" name="Picture 7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74D40822-218B-814C-8A85-D04B5C6C0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17" y="405108"/>
            <a:ext cx="2482163" cy="682323"/>
          </a:xfrm>
          <a:prstGeom prst="rect">
            <a:avLst/>
          </a:prstGeom>
        </p:spPr>
      </p:pic>
      <p:sp>
        <p:nvSpPr>
          <p:cNvPr id="9" name="Copyright">
            <a:extLst>
              <a:ext uri="{FF2B5EF4-FFF2-40B4-BE49-F238E27FC236}">
                <a16:creationId xmlns:a16="http://schemas.microsoft.com/office/drawing/2014/main" id="{1EC32E57-885A-35B7-FF70-497D6399DFC7}"/>
              </a:ext>
            </a:extLst>
          </p:cNvPr>
          <p:cNvSpPr txBox="1">
            <a:spLocks/>
          </p:cNvSpPr>
          <p:nvPr/>
        </p:nvSpPr>
        <p:spPr>
          <a:xfrm>
            <a:off x="371475" y="6563358"/>
            <a:ext cx="4852035" cy="88901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GB" sz="1000">
                <a:solidFill>
                  <a:srgbClr val="FFFFFF"/>
                </a:solidFill>
                <a:latin typeface="Century Gothic" panose="020B0502020202020204" pitchFamily="34" charset="0"/>
              </a:rPr>
              <a:t>© 2026 NTT DATA, Inc.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2000" b="1">
                <a:latin typeface="Century Gothic" panose="020B0502020202020204" pitchFamily="34" charset="0"/>
              </a:rPr>
              <a:t>Introducción</a:t>
            </a:r>
            <a:endParaRPr sz="2000" b="1">
              <a:latin typeface="Century Gothic" panose="020B0502020202020204" pitchFamily="34" charset="0"/>
            </a:endParaRPr>
          </a:p>
          <a:p>
            <a:pPr marL="216000" lvl="1" indent="0">
              <a:spcAft>
                <a:spcPts val="1600"/>
              </a:spcAft>
              <a:buNone/>
            </a:pP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Conceptos de minería de procesos, la plataforma Celonis y navegación por los cuadros de mando de Pensiones no Contributivas</a:t>
            </a:r>
            <a:endParaRPr sz="1200">
              <a:solidFill>
                <a:srgbClr val="6B7080"/>
              </a:solidFill>
              <a:latin typeface="Century Gothic" panose="020B0502020202020204" pitchFamily="34" charset="0"/>
            </a:endParaRPr>
          </a:p>
          <a:p>
            <a:pPr>
              <a:spcAft>
                <a:spcPts val="400"/>
              </a:spcAft>
            </a:pPr>
            <a:r>
              <a:rPr sz="2000" b="1">
                <a:latin typeface="Century Gothic" panose="020B0502020202020204" pitchFamily="34" charset="0"/>
              </a:rPr>
              <a:t>Caso práctico</a:t>
            </a:r>
            <a:endParaRPr sz="2000" b="1">
              <a:latin typeface="Century Gothic" panose="020B0502020202020204" pitchFamily="34" charset="0"/>
            </a:endParaRPr>
          </a:p>
          <a:p>
            <a:pPr marL="216000" lvl="1" indent="0">
              <a:spcAft>
                <a:spcPts val="1600"/>
              </a:spcAft>
              <a:buNone/>
            </a:pP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Ejercicios guiados sobre el proceso real</a:t>
            </a:r>
            <a:endParaRPr sz="1200">
              <a:solidFill>
                <a:srgbClr val="6B7080"/>
              </a:solidFill>
              <a:latin typeface="Century Gothic" panose="020B0502020202020204" pitchFamily="34" charset="0"/>
            </a:endParaRPr>
          </a:p>
          <a:p>
            <a:pPr>
              <a:spcAft>
                <a:spcPts val="400"/>
              </a:spcAft>
            </a:pPr>
            <a:r>
              <a:rPr sz="2000" b="1">
                <a:latin typeface="Century Gothic" panose="020B0502020202020204" pitchFamily="34" charset="0"/>
              </a:rPr>
              <a:t>Validación del cuadro de mando</a:t>
            </a:r>
            <a:endParaRPr sz="2000" b="1">
              <a:latin typeface="Century Gothic" panose="020B0502020202020204" pitchFamily="34" charset="0"/>
            </a:endParaRPr>
          </a:p>
          <a:p>
            <a:pPr marL="216000" lvl="1" indent="0">
              <a:spcAft>
                <a:spcPts val="1600"/>
              </a:spcAft>
              <a:buNone/>
            </a:pP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Repaso, indicador a indicador, de lo que muestra el cuadro y de lo que hay que confirmar</a:t>
            </a:r>
            <a:endParaRPr sz="1200">
              <a:solidFill>
                <a:srgbClr val="6B7080"/>
              </a:solidFill>
              <a:latin typeface="Century Gothic" panose="020B0502020202020204" pitchFamily="34" charset="0"/>
            </a:endParaRPr>
          </a:p>
          <a:p>
            <a:pPr>
              <a:spcAft>
                <a:spcPts val="400"/>
              </a:spcAft>
            </a:pPr>
            <a:r>
              <a:rPr sz="2000" b="1">
                <a:latin typeface="Century Gothic" panose="020B0502020202020204" pitchFamily="34" charset="0"/>
              </a:rPr>
              <a:t>Comentarios, dudas y preguntas</a:t>
            </a:r>
            <a:endParaRPr sz="2000" b="1">
              <a:latin typeface="Century Gothic" panose="020B0502020202020204" pitchFamily="34" charset="0"/>
            </a:endParaRPr>
          </a:p>
          <a:p>
            <a:pPr marL="216000" lvl="1" indent="0">
              <a:spcAft>
                <a:spcPts val="1600"/>
              </a:spcAft>
              <a:buNone/>
            </a:pP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Cierre y resolución de dudas</a:t>
            </a:r>
            <a:endParaRPr sz="1200">
              <a:solidFill>
                <a:srgbClr val="6B708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Introducción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latin typeface="Century Gothic" panose="020B0502020202020204" pitchFamily="34" charset="0"/>
              </a:rPr>
              <a:t>Minería de Procesos · Celonis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Qué veremos en este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F280171D-D5BF-9C24-3500-397AB8B9723C}"/>
              </a:ext>
            </a:extLst>
          </p:cNvPr>
          <p:cNvSpPr/>
          <p:nvPr/>
        </p:nvSpPr>
        <p:spPr>
          <a:xfrm>
            <a:off x="411480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008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4" descr="01_conceptos_blanco.png">
            <a:extLst>
              <a:ext uri="{FF2B5EF4-FFF2-40B4-BE49-F238E27FC236}">
                <a16:creationId xmlns:a16="http://schemas.microsoft.com/office/drawing/2014/main" id="{D8020098-2F3A-F704-1782-80B6FD97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72" y="2313432"/>
            <a:ext cx="768096" cy="768096"/>
          </a:xfrm>
          <a:prstGeom prst="rect">
            <a:avLst/>
          </a:prstGeom>
        </p:spPr>
      </p:pic>
      <p:sp>
        <p:nvSpPr>
          <p:cNvPr id="42" name="TextBox 5">
            <a:extLst>
              <a:ext uri="{FF2B5EF4-FFF2-40B4-BE49-F238E27FC236}">
                <a16:creationId xmlns:a16="http://schemas.microsoft.com/office/drawing/2014/main" id="{6BF930BA-80BE-1E67-C13D-88EC431A9961}"/>
              </a:ext>
            </a:extLst>
          </p:cNvPr>
          <p:cNvSpPr txBox="1"/>
          <p:nvPr/>
        </p:nvSpPr>
        <p:spPr>
          <a:xfrm>
            <a:off x="411480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07B30017-9405-5582-C3DC-D28C158E98A8}"/>
              </a:ext>
            </a:extLst>
          </p:cNvPr>
          <p:cNvSpPr txBox="1"/>
          <p:nvPr/>
        </p:nvSpPr>
        <p:spPr>
          <a:xfrm>
            <a:off x="594360" y="3593591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Conceptos básicos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de minería de procesos</a:t>
            </a:r>
          </a:p>
        </p:txBody>
      </p:sp>
      <p:sp>
        <p:nvSpPr>
          <p:cNvPr id="46" name="Rounded Rectangle 7">
            <a:extLst>
              <a:ext uri="{FF2B5EF4-FFF2-40B4-BE49-F238E27FC236}">
                <a16:creationId xmlns:a16="http://schemas.microsoft.com/office/drawing/2014/main" id="{28A021BE-8C0C-A77A-EDE3-979C77602840}"/>
              </a:ext>
            </a:extLst>
          </p:cNvPr>
          <p:cNvSpPr/>
          <p:nvPr/>
        </p:nvSpPr>
        <p:spPr>
          <a:xfrm>
            <a:off x="3355848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8" descr="02_conexion_azul.png">
            <a:extLst>
              <a:ext uri="{FF2B5EF4-FFF2-40B4-BE49-F238E27FC236}">
                <a16:creationId xmlns:a16="http://schemas.microsoft.com/office/drawing/2014/main" id="{A9BF0212-1C01-3E40-F083-B58788F91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2313432"/>
            <a:ext cx="768096" cy="768096"/>
          </a:xfrm>
          <a:prstGeom prst="rect">
            <a:avLst/>
          </a:prstGeom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id="{3CBD389C-0572-BE81-E0D5-C354DA5745F0}"/>
              </a:ext>
            </a:extLst>
          </p:cNvPr>
          <p:cNvSpPr txBox="1"/>
          <p:nvPr/>
        </p:nvSpPr>
        <p:spPr>
          <a:xfrm>
            <a:off x="3355848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52" name="TextBox 10">
            <a:extLst>
              <a:ext uri="{FF2B5EF4-FFF2-40B4-BE49-F238E27FC236}">
                <a16:creationId xmlns:a16="http://schemas.microsoft.com/office/drawing/2014/main" id="{599A1AB2-57FE-193A-D84D-A789E1E261F1}"/>
              </a:ext>
            </a:extLst>
          </p:cNvPr>
          <p:cNvSpPr txBox="1"/>
          <p:nvPr/>
        </p:nvSpPr>
        <p:spPr>
          <a:xfrm>
            <a:off x="3538728" y="3593591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Conexión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al entorno</a:t>
            </a:r>
          </a:p>
        </p:txBody>
      </p:sp>
      <p:sp>
        <p:nvSpPr>
          <p:cNvPr id="54" name="Rounded Rectangle 11">
            <a:extLst>
              <a:ext uri="{FF2B5EF4-FFF2-40B4-BE49-F238E27FC236}">
                <a16:creationId xmlns:a16="http://schemas.microsoft.com/office/drawing/2014/main" id="{AFB34C42-AB91-E755-9666-A874ABE556FB}"/>
              </a:ext>
            </a:extLst>
          </p:cNvPr>
          <p:cNvSpPr/>
          <p:nvPr/>
        </p:nvSpPr>
        <p:spPr>
          <a:xfrm>
            <a:off x="6300216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12" descr="03_navegacion_azul.png">
            <a:extLst>
              <a:ext uri="{FF2B5EF4-FFF2-40B4-BE49-F238E27FC236}">
                <a16:creationId xmlns:a16="http://schemas.microsoft.com/office/drawing/2014/main" id="{2175629F-C361-B543-71E3-D49119FBB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08" y="2313432"/>
            <a:ext cx="768096" cy="768096"/>
          </a:xfrm>
          <a:prstGeom prst="rect">
            <a:avLst/>
          </a:prstGeom>
        </p:spPr>
      </p:pic>
      <p:sp>
        <p:nvSpPr>
          <p:cNvPr id="58" name="TextBox 13">
            <a:extLst>
              <a:ext uri="{FF2B5EF4-FFF2-40B4-BE49-F238E27FC236}">
                <a16:creationId xmlns:a16="http://schemas.microsoft.com/office/drawing/2014/main" id="{A2A0A734-2A74-D47A-BD22-B057BF646FE5}"/>
              </a:ext>
            </a:extLst>
          </p:cNvPr>
          <p:cNvSpPr txBox="1"/>
          <p:nvPr/>
        </p:nvSpPr>
        <p:spPr>
          <a:xfrm>
            <a:off x="6300216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60" name="TextBox 14">
            <a:extLst>
              <a:ext uri="{FF2B5EF4-FFF2-40B4-BE49-F238E27FC236}">
                <a16:creationId xmlns:a16="http://schemas.microsoft.com/office/drawing/2014/main" id="{C689B4EB-7FDE-40FE-4449-B8598AD9B252}"/>
              </a:ext>
            </a:extLst>
          </p:cNvPr>
          <p:cNvSpPr txBox="1"/>
          <p:nvPr/>
        </p:nvSpPr>
        <p:spPr>
          <a:xfrm>
            <a:off x="6483096" y="3593591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Navegación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cuadros de mando</a:t>
            </a:r>
          </a:p>
        </p:txBody>
      </p:sp>
      <p:sp>
        <p:nvSpPr>
          <p:cNvPr id="62" name="Rounded Rectangle 15">
            <a:extLst>
              <a:ext uri="{FF2B5EF4-FFF2-40B4-BE49-F238E27FC236}">
                <a16:creationId xmlns:a16="http://schemas.microsoft.com/office/drawing/2014/main" id="{83C463B4-0AB2-63BA-DBF1-25C4A8FC39DA}"/>
              </a:ext>
            </a:extLst>
          </p:cNvPr>
          <p:cNvSpPr/>
          <p:nvPr/>
        </p:nvSpPr>
        <p:spPr>
          <a:xfrm>
            <a:off x="9244584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16" descr="04_filtros_azul.png">
            <a:extLst>
              <a:ext uri="{FF2B5EF4-FFF2-40B4-BE49-F238E27FC236}">
                <a16:creationId xmlns:a16="http://schemas.microsoft.com/office/drawing/2014/main" id="{03265CDE-6CD2-23E5-23DE-7057C55EC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276" y="2313432"/>
            <a:ext cx="768096" cy="768096"/>
          </a:xfrm>
          <a:prstGeom prst="rect">
            <a:avLst/>
          </a:prstGeom>
        </p:spPr>
      </p:pic>
      <p:sp>
        <p:nvSpPr>
          <p:cNvPr id="66" name="TextBox 17">
            <a:extLst>
              <a:ext uri="{FF2B5EF4-FFF2-40B4-BE49-F238E27FC236}">
                <a16:creationId xmlns:a16="http://schemas.microsoft.com/office/drawing/2014/main" id="{357B34B0-FD95-7B04-0BD8-44EFD356EA12}"/>
              </a:ext>
            </a:extLst>
          </p:cNvPr>
          <p:cNvSpPr txBox="1"/>
          <p:nvPr/>
        </p:nvSpPr>
        <p:spPr>
          <a:xfrm>
            <a:off x="9244584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68" name="TextBox 18">
            <a:extLst>
              <a:ext uri="{FF2B5EF4-FFF2-40B4-BE49-F238E27FC236}">
                <a16:creationId xmlns:a16="http://schemas.microsoft.com/office/drawing/2014/main" id="{7D3EC879-A946-EAD3-C123-AAC1781031F0}"/>
              </a:ext>
            </a:extLst>
          </p:cNvPr>
          <p:cNvSpPr txBox="1"/>
          <p:nvPr/>
        </p:nvSpPr>
        <p:spPr>
          <a:xfrm>
            <a:off x="9427463" y="3593591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" y="404814"/>
            <a:ext cx="11376025" cy="376236"/>
          </a:xfrm>
        </p:spPr>
        <p:txBody>
          <a:bodyPr/>
          <a:lstStyle/>
          <a:p>
            <a:r>
              <a:rPr>
                <a:latin typeface="Century Gothic" panose="020B0502020202020204" pitchFamily="34" charset="0"/>
              </a:rPr>
              <a:t>La complejidad genera ineficiencias ocultas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5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81" y="1495840"/>
            <a:ext cx="5047469" cy="46609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995" y="6156758"/>
            <a:ext cx="55778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900">
                <a:solidFill>
                  <a:srgbClr val="6B7080"/>
                </a:solidFill>
                <a:latin typeface="Century Gothic" panose="020B0502020202020204" pitchFamily="34" charset="0"/>
              </a:rPr>
              <a:t>Traza real de un proceso ejecutado sobre múltiples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285232" cy="28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>
                <a:latin typeface="Century Gothic" panose="020B0502020202020204" pitchFamily="34" charset="0"/>
              </a:rPr>
              <a:t>Los </a:t>
            </a:r>
            <a:r>
              <a:rPr err="1">
                <a:latin typeface="Century Gothic" panose="020B0502020202020204" pitchFamily="34" charset="0"/>
              </a:rPr>
              <a:t>procesos</a:t>
            </a:r>
            <a:r>
              <a:rPr>
                <a:latin typeface="Century Gothic" panose="020B0502020202020204" pitchFamily="34" charset="0"/>
              </a:rPr>
              <a:t> se </a:t>
            </a:r>
            <a:r>
              <a:rPr err="1">
                <a:latin typeface="Century Gothic" panose="020B0502020202020204" pitchFamily="34" charset="0"/>
              </a:rPr>
              <a:t>ven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obligados</a:t>
            </a:r>
            <a:r>
              <a:rPr>
                <a:latin typeface="Century Gothic" panose="020B0502020202020204" pitchFamily="34" charset="0"/>
              </a:rPr>
              <a:t> a </a:t>
            </a:r>
            <a:r>
              <a:rPr err="1">
                <a:latin typeface="Century Gothic" panose="020B0502020202020204" pitchFamily="34" charset="0"/>
              </a:rPr>
              <a:t>ejecutarse</a:t>
            </a:r>
            <a:r>
              <a:rPr>
                <a:latin typeface="Century Gothic" panose="020B0502020202020204" pitchFamily="34" charset="0"/>
              </a:rPr>
              <a:t> a </a:t>
            </a:r>
            <a:r>
              <a:rPr err="1">
                <a:latin typeface="Century Gothic" panose="020B0502020202020204" pitchFamily="34" charset="0"/>
              </a:rPr>
              <a:t>través</a:t>
            </a:r>
            <a:r>
              <a:rPr>
                <a:latin typeface="Century Gothic" panose="020B0502020202020204" pitchFamily="34" charset="0"/>
              </a:rPr>
              <a:t> de </a:t>
            </a:r>
            <a:r>
              <a:rPr err="1">
                <a:latin typeface="Century Gothic" panose="020B0502020202020204" pitchFamily="34" charset="0"/>
              </a:rPr>
              <a:t>múltiples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plataformas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tecnológicas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rígidas</a:t>
            </a:r>
            <a:r>
              <a:rPr>
                <a:latin typeface="Century Gothic" panose="020B0502020202020204" pitchFamily="34" charset="0"/>
              </a:rPr>
              <a:t> y </a:t>
            </a:r>
            <a:r>
              <a:rPr err="1">
                <a:latin typeface="Century Gothic" panose="020B0502020202020204" pitchFamily="34" charset="0"/>
              </a:rPr>
              <a:t>fragmentadas</a:t>
            </a:r>
            <a:r>
              <a:rPr lang="es-ES">
                <a:latin typeface="Century Gothic" panose="020B0502020202020204" pitchFamily="34" charset="0"/>
              </a:rPr>
              <a:t>,</a:t>
            </a:r>
            <a:r>
              <a:rPr b="1">
                <a:solidFill>
                  <a:srgbClr val="0072BD"/>
                </a:solidFill>
                <a:latin typeface="Century Gothic" panose="020B0502020202020204" pitchFamily="34" charset="0"/>
              </a:rPr>
              <a:t> </a:t>
            </a:r>
            <a:r>
              <a:rPr b="1">
                <a:solidFill>
                  <a:srgbClr val="467F96"/>
                </a:solidFill>
                <a:latin typeface="Century Gothic" panose="020B0502020202020204" pitchFamily="34" charset="0"/>
              </a:rPr>
              <a:t>lo </a:t>
            </a:r>
            <a:r>
              <a:rPr b="1" err="1">
                <a:solidFill>
                  <a:srgbClr val="467F96"/>
                </a:solidFill>
                <a:latin typeface="Century Gothic" panose="020B0502020202020204" pitchFamily="34" charset="0"/>
              </a:rPr>
              <a:t>que</a:t>
            </a:r>
            <a:r>
              <a:rPr b="1">
                <a:solidFill>
                  <a:srgbClr val="467F96"/>
                </a:solidFill>
                <a:latin typeface="Century Gothic" panose="020B0502020202020204" pitchFamily="34" charset="0"/>
              </a:rPr>
              <a:t> genera </a:t>
            </a:r>
            <a:r>
              <a:rPr b="1" err="1">
                <a:solidFill>
                  <a:srgbClr val="467F96"/>
                </a:solidFill>
                <a:latin typeface="Century Gothic" panose="020B0502020202020204" pitchFamily="34" charset="0"/>
              </a:rPr>
              <a:t>brechas</a:t>
            </a:r>
            <a:r>
              <a:rPr b="1">
                <a:solidFill>
                  <a:srgbClr val="467F96"/>
                </a:solidFill>
                <a:latin typeface="Century Gothic" panose="020B0502020202020204" pitchFamily="34" charset="0"/>
              </a:rPr>
              <a:t> </a:t>
            </a:r>
            <a:r>
              <a:rPr b="1" err="1">
                <a:solidFill>
                  <a:srgbClr val="467F96"/>
                </a:solidFill>
                <a:latin typeface="Century Gothic" panose="020B0502020202020204" pitchFamily="34" charset="0"/>
              </a:rPr>
              <a:t>en</a:t>
            </a:r>
            <a:r>
              <a:rPr b="1">
                <a:solidFill>
                  <a:srgbClr val="467F96"/>
                </a:solidFill>
                <a:latin typeface="Century Gothic" panose="020B0502020202020204" pitchFamily="34" charset="0"/>
              </a:rPr>
              <a:t> la </a:t>
            </a:r>
            <a:r>
              <a:rPr b="1" err="1">
                <a:solidFill>
                  <a:srgbClr val="467F96"/>
                </a:solidFill>
                <a:latin typeface="Century Gothic" panose="020B0502020202020204" pitchFamily="34" charset="0"/>
              </a:rPr>
              <a:t>ejecución</a:t>
            </a:r>
            <a:r>
              <a:rPr b="1">
                <a:solidFill>
                  <a:srgbClr val="467F96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400" b="1" err="1">
                <a:solidFill>
                  <a:srgbClr val="467F96"/>
                </a:solidFill>
                <a:latin typeface="Century Gothic" panose="020B0502020202020204" pitchFamily="34" charset="0"/>
              </a:rPr>
              <a:t>Principales</a:t>
            </a:r>
            <a:r>
              <a:rPr sz="1400" b="1">
                <a:solidFill>
                  <a:srgbClr val="467F96"/>
                </a:solidFill>
                <a:latin typeface="Century Gothic" panose="020B0502020202020204" pitchFamily="34" charset="0"/>
              </a:rPr>
              <a:t> </a:t>
            </a:r>
            <a:r>
              <a:rPr sz="1400" b="1" err="1">
                <a:solidFill>
                  <a:srgbClr val="467F96"/>
                </a:solidFill>
                <a:latin typeface="Century Gothic" panose="020B0502020202020204" pitchFamily="34" charset="0"/>
              </a:rPr>
              <a:t>fuentes</a:t>
            </a:r>
            <a:r>
              <a:rPr sz="1400" b="1">
                <a:solidFill>
                  <a:srgbClr val="467F96"/>
                </a:solidFill>
                <a:latin typeface="Century Gothic" panose="020B0502020202020204" pitchFamily="34" charset="0"/>
              </a:rPr>
              <a:t> de </a:t>
            </a:r>
            <a:r>
              <a:rPr sz="1400" b="1" err="1">
                <a:solidFill>
                  <a:srgbClr val="467F96"/>
                </a:solidFill>
                <a:latin typeface="Century Gothic" panose="020B0502020202020204" pitchFamily="34" charset="0"/>
              </a:rPr>
              <a:t>complejidad</a:t>
            </a:r>
            <a:r>
              <a:rPr lang="es-ES" sz="1400" b="1">
                <a:solidFill>
                  <a:srgbClr val="467F96"/>
                </a:solidFill>
                <a:latin typeface="Century Gothic" panose="020B0502020202020204" pitchFamily="34" charset="0"/>
              </a:rPr>
              <a:t>:</a:t>
            </a:r>
            <a:endParaRPr sz="1400" b="1">
              <a:solidFill>
                <a:srgbClr val="467F96"/>
              </a:solidFill>
              <a:latin typeface="Century Gothic" panose="020B0502020202020204" pitchFamily="34" charset="0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>
                <a:latin typeface="Century Gothic" panose="020B0502020202020204" pitchFamily="34" charset="0"/>
              </a:rPr>
              <a:t>Silos </a:t>
            </a:r>
            <a:r>
              <a:rPr sz="1300" err="1">
                <a:latin typeface="Century Gothic" panose="020B0502020202020204" pitchFamily="34" charset="0"/>
              </a:rPr>
              <a:t>departamentales</a:t>
            </a:r>
            <a:r>
              <a:rPr lang="es-ES" sz="1300">
                <a:latin typeface="Century Gothic" panose="020B0502020202020204" pitchFamily="34" charset="0"/>
              </a:rPr>
              <a:t>.</a:t>
            </a:r>
            <a:endParaRPr sz="1300">
              <a:latin typeface="Century Gothic" panose="020B0502020202020204" pitchFamily="34" charset="0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err="1">
                <a:latin typeface="Century Gothic" panose="020B0502020202020204" pitchFamily="34" charset="0"/>
              </a:rPr>
              <a:t>Normativas</a:t>
            </a:r>
            <a:r>
              <a:rPr sz="1300">
                <a:latin typeface="Century Gothic" panose="020B0502020202020204" pitchFamily="34" charset="0"/>
              </a:rPr>
              <a:t> y </a:t>
            </a:r>
            <a:r>
              <a:rPr sz="1300" err="1">
                <a:latin typeface="Century Gothic" panose="020B0502020202020204" pitchFamily="34" charset="0"/>
              </a:rPr>
              <a:t>regulaciones</a:t>
            </a:r>
            <a:r>
              <a:rPr lang="es-ES" sz="1300">
                <a:latin typeface="Century Gothic" panose="020B0502020202020204" pitchFamily="34" charset="0"/>
              </a:rPr>
              <a:t>.</a:t>
            </a:r>
            <a:endParaRPr sz="1300">
              <a:latin typeface="Century Gothic" panose="020B0502020202020204" pitchFamily="34" charset="0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err="1">
                <a:latin typeface="Century Gothic" panose="020B0502020202020204" pitchFamily="34" charset="0"/>
              </a:rPr>
              <a:t>Exigencias</a:t>
            </a:r>
            <a:r>
              <a:rPr sz="1300">
                <a:latin typeface="Century Gothic" panose="020B0502020202020204" pitchFamily="34" charset="0"/>
              </a:rPr>
              <a:t> </a:t>
            </a:r>
            <a:r>
              <a:rPr sz="1300" err="1">
                <a:latin typeface="Century Gothic" panose="020B0502020202020204" pitchFamily="34" charset="0"/>
              </a:rPr>
              <a:t>políticas</a:t>
            </a:r>
            <a:r>
              <a:rPr lang="es-ES" sz="1300">
                <a:latin typeface="Century Gothic" panose="020B0502020202020204" pitchFamily="34" charset="0"/>
              </a:rPr>
              <a:t>.</a:t>
            </a:r>
            <a:endParaRPr sz="1300">
              <a:latin typeface="Century Gothic" panose="020B0502020202020204" pitchFamily="34" charset="0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>
                <a:latin typeface="Century Gothic" panose="020B0502020202020204" pitchFamily="34" charset="0"/>
              </a:rPr>
              <a:t>Sistemas </a:t>
            </a:r>
            <a:r>
              <a:rPr sz="1300" err="1">
                <a:latin typeface="Century Gothic" panose="020B0502020202020204" pitchFamily="34" charset="0"/>
              </a:rPr>
              <a:t>heredados</a:t>
            </a:r>
            <a:r>
              <a:rPr sz="1300">
                <a:latin typeface="Century Gothic" panose="020B0502020202020204" pitchFamily="34" charset="0"/>
              </a:rPr>
              <a:t> sin </a:t>
            </a:r>
            <a:r>
              <a:rPr sz="1300" err="1">
                <a:latin typeface="Century Gothic" panose="020B0502020202020204" pitchFamily="34" charset="0"/>
              </a:rPr>
              <a:t>integración</a:t>
            </a:r>
            <a:r>
              <a:rPr lang="es-ES" sz="1300">
                <a:latin typeface="Century Gothic" panose="020B0502020202020204" pitchFamily="34" charset="0"/>
              </a:rPr>
              <a:t>.</a:t>
            </a:r>
            <a:endParaRPr sz="1300"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34B866-7EA9-EE1E-ED3E-89C0571AAF8D}"/>
              </a:ext>
            </a:extLst>
          </p:cNvPr>
          <p:cNvSpPr txBox="1"/>
          <p:nvPr/>
        </p:nvSpPr>
        <p:spPr>
          <a:xfrm>
            <a:off x="396240" y="7810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Conceptos básicos de </a:t>
            </a:r>
            <a:r>
              <a:rPr lang="es-ES" sz="1600" b="1" err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Minería</a:t>
            </a:r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 de procesos</a:t>
            </a:r>
            <a:endParaRPr lang="es-E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Diferencias entre el proceso diseñado y el AS-IS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2713243" cy="2923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300" b="1">
                <a:solidFill>
                  <a:srgbClr val="070F26"/>
                </a:solidFill>
                <a:latin typeface="Century Gothic" panose="020B0502020202020204" pitchFamily="34" charset="0"/>
              </a:rPr>
              <a:t>#1  Cómo diseñamos el proceso</a:t>
            </a:r>
          </a:p>
        </p:txBody>
      </p:sp>
      <p:pic>
        <p:nvPicPr>
          <p:cNvPr id="12" name="Picture 11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02" y="1828800"/>
            <a:ext cx="125849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6257" y="5943600"/>
            <a:ext cx="3602736" cy="2462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El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flujo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previsto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en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el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procedimiento</a:t>
            </a:r>
            <a:r>
              <a:rPr lang="es-ES" sz="1000">
                <a:solidFill>
                  <a:srgbClr val="6B7080"/>
                </a:solidFill>
                <a:latin typeface="Century Gothic" panose="020B0502020202020204" pitchFamily="34" charset="0"/>
              </a:rPr>
              <a:t>.</a:t>
            </a:r>
            <a:endParaRPr sz="1000">
              <a:solidFill>
                <a:srgbClr val="6B708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7680" y="1325880"/>
            <a:ext cx="2902398" cy="2923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300" b="1">
                <a:solidFill>
                  <a:srgbClr val="070F26"/>
                </a:solidFill>
                <a:latin typeface="Century Gothic" panose="020B0502020202020204" pitchFamily="34" charset="0"/>
              </a:rPr>
              <a:t>#2  Cómo creemos que se ejecuta</a:t>
            </a:r>
          </a:p>
        </p:txBody>
      </p:sp>
      <p:pic>
        <p:nvPicPr>
          <p:cNvPr id="15" name="Picture 14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305" y="1828800"/>
            <a:ext cx="2381484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7387" y="5943599"/>
            <a:ext cx="3602736" cy="2462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La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percepción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de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quien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lo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gestiona</a:t>
            </a:r>
            <a:r>
              <a:rPr lang="es-ES" sz="1000">
                <a:solidFill>
                  <a:srgbClr val="6B7080"/>
                </a:solidFill>
                <a:latin typeface="Century Gothic" panose="020B0502020202020204" pitchFamily="34" charset="0"/>
              </a:rPr>
              <a:t>.</a:t>
            </a:r>
            <a:endParaRPr sz="1000">
              <a:solidFill>
                <a:srgbClr val="6B7080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1325880"/>
            <a:ext cx="2761333" cy="2923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300" b="1">
                <a:solidFill>
                  <a:srgbClr val="0080B1"/>
                </a:solidFill>
                <a:latin typeface="Century Gothic" panose="020B0502020202020204" pitchFamily="34" charset="0"/>
              </a:rPr>
              <a:t>#3  Cómo se ejecuta en realidad</a:t>
            </a:r>
          </a:p>
        </p:txBody>
      </p:sp>
      <p:pic>
        <p:nvPicPr>
          <p:cNvPr id="18" name="Picture 17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033" y="1828800"/>
            <a:ext cx="2470428" cy="39776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4150" y="5947873"/>
            <a:ext cx="3602736" cy="2462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Lo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que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revelan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los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datos</a:t>
            </a:r>
            <a:r>
              <a:rPr sz="1000">
                <a:solidFill>
                  <a:srgbClr val="6B7080"/>
                </a:solidFill>
                <a:latin typeface="Century Gothic" panose="020B0502020202020204" pitchFamily="34" charset="0"/>
              </a:rPr>
              <a:t> del </a:t>
            </a:r>
            <a:r>
              <a:rPr sz="1000" err="1">
                <a:solidFill>
                  <a:srgbClr val="6B7080"/>
                </a:solidFill>
                <a:latin typeface="Century Gothic" panose="020B0502020202020204" pitchFamily="34" charset="0"/>
              </a:rPr>
              <a:t>sistema</a:t>
            </a:r>
            <a:r>
              <a:rPr lang="es-ES" sz="1000">
                <a:solidFill>
                  <a:srgbClr val="6B7080"/>
                </a:solidFill>
                <a:latin typeface="Century Gothic" panose="020B0502020202020204" pitchFamily="34" charset="0"/>
              </a:rPr>
              <a:t>.</a:t>
            </a:r>
            <a:endParaRPr sz="1000">
              <a:solidFill>
                <a:srgbClr val="6B708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" name="Google Shape;205;p6">
            <a:extLst>
              <a:ext uri="{FF2B5EF4-FFF2-40B4-BE49-F238E27FC236}">
                <a16:creationId xmlns:a16="http://schemas.microsoft.com/office/drawing/2014/main" id="{388ED4B9-A259-A585-9811-7B710CD8441F}"/>
              </a:ext>
            </a:extLst>
          </p:cNvPr>
          <p:cNvCxnSpPr/>
          <p:nvPr/>
        </p:nvCxnSpPr>
        <p:spPr>
          <a:xfrm>
            <a:off x="3645407" y="1434698"/>
            <a:ext cx="0" cy="4679200"/>
          </a:xfrm>
          <a:prstGeom prst="straightConnector1">
            <a:avLst/>
          </a:prstGeom>
          <a:noFill/>
          <a:ln w="9525" cap="flat" cmpd="sng">
            <a:solidFill>
              <a:srgbClr val="29292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206;p6">
            <a:extLst>
              <a:ext uri="{FF2B5EF4-FFF2-40B4-BE49-F238E27FC236}">
                <a16:creationId xmlns:a16="http://schemas.microsoft.com/office/drawing/2014/main" id="{1167C0F8-0C77-9715-D120-5A28D62CC6A9}"/>
              </a:ext>
            </a:extLst>
          </p:cNvPr>
          <p:cNvCxnSpPr/>
          <p:nvPr/>
        </p:nvCxnSpPr>
        <p:spPr>
          <a:xfrm>
            <a:off x="7784932" y="1434698"/>
            <a:ext cx="0" cy="4679200"/>
          </a:xfrm>
          <a:prstGeom prst="straightConnector1">
            <a:avLst/>
          </a:prstGeom>
          <a:noFill/>
          <a:ln w="9525" cap="flat" cmpd="sng">
            <a:solidFill>
              <a:srgbClr val="2929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B63751D4-2E40-5718-00AB-BB32A7270959}"/>
              </a:ext>
            </a:extLst>
          </p:cNvPr>
          <p:cNvSpPr txBox="1"/>
          <p:nvPr/>
        </p:nvSpPr>
        <p:spPr>
          <a:xfrm>
            <a:off x="396240" y="7810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Conceptos básicos de Minado de procesos</a:t>
            </a:r>
            <a:endParaRPr lang="es-E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Utilizar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Celonis</a:t>
            </a:r>
            <a:r>
              <a:rPr>
                <a:latin typeface="Century Gothic" panose="020B0502020202020204" pitchFamily="34" charset="0"/>
              </a:rPr>
              <a:t> para </a:t>
            </a:r>
            <a:r>
              <a:rPr err="1">
                <a:latin typeface="Century Gothic" panose="020B0502020202020204" pitchFamily="34" charset="0"/>
              </a:rPr>
              <a:t>comprender</a:t>
            </a:r>
            <a:r>
              <a:rPr>
                <a:latin typeface="Century Gothic" panose="020B0502020202020204" pitchFamily="34" charset="0"/>
              </a:rPr>
              <a:t> y </a:t>
            </a:r>
            <a:r>
              <a:rPr err="1">
                <a:latin typeface="Century Gothic" panose="020B0502020202020204" pitchFamily="34" charset="0"/>
              </a:rPr>
              <a:t>optimizar</a:t>
            </a:r>
            <a:r>
              <a:rPr>
                <a:latin typeface="Century Gothic" panose="020B0502020202020204" pitchFamily="34" charset="0"/>
              </a:rPr>
              <a:t> sus </a:t>
            </a:r>
            <a:r>
              <a:rPr err="1">
                <a:latin typeface="Century Gothic" panose="020B0502020202020204" pitchFamily="34" charset="0"/>
              </a:rPr>
              <a:t>procesos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7</a:t>
            </a:r>
          </a:p>
        </p:txBody>
      </p:sp>
      <p:pic>
        <p:nvPicPr>
          <p:cNvPr id="6" name="Picture 5" descr="image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45" y="1495840"/>
            <a:ext cx="3341147" cy="33275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03504" y="2240280"/>
            <a:ext cx="420624" cy="420624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167128"/>
            <a:ext cx="2959069" cy="1046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err="1">
                <a:solidFill>
                  <a:srgbClr val="0072BC"/>
                </a:solidFill>
                <a:latin typeface="Century Gothic" panose="020B0502020202020204" pitchFamily="34" charset="0"/>
              </a:rPr>
              <a:t>Analizar</a:t>
            </a:r>
            <a:r>
              <a:rPr sz="1600" b="1">
                <a:solidFill>
                  <a:srgbClr val="0072BC"/>
                </a:solidFill>
                <a:latin typeface="Century Gothic" panose="020B0502020202020204" pitchFamily="34" charset="0"/>
              </a:rPr>
              <a:t> </a:t>
            </a:r>
            <a:r>
              <a:rPr sz="1600" b="1" err="1">
                <a:solidFill>
                  <a:srgbClr val="0072BC"/>
                </a:solidFill>
                <a:latin typeface="Century Gothic" panose="020B0502020202020204" pitchFamily="34" charset="0"/>
              </a:rPr>
              <a:t>procesos</a:t>
            </a:r>
            <a:endParaRPr sz="1600" b="1">
              <a:solidFill>
                <a:srgbClr val="0072BC"/>
              </a:solidFill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Visualizar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los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procesos</a:t>
            </a:r>
            <a:endParaRPr sz="1200"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Descubrir</a:t>
            </a:r>
            <a:r>
              <a:rPr sz="1200">
                <a:latin typeface="Century Gothic" panose="020B0502020202020204" pitchFamily="34" charset="0"/>
              </a:rPr>
              <a:t> las </a:t>
            </a:r>
            <a:r>
              <a:rPr sz="1200" err="1">
                <a:latin typeface="Century Gothic" panose="020B0502020202020204" pitchFamily="34" charset="0"/>
              </a:rPr>
              <a:t>causas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profundas</a:t>
            </a:r>
            <a:endParaRPr sz="1200"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Priorizar</a:t>
            </a:r>
            <a:r>
              <a:rPr sz="1200">
                <a:latin typeface="Century Gothic" panose="020B0502020202020204" pitchFamily="34" charset="0"/>
              </a:rPr>
              <a:t> las </a:t>
            </a:r>
            <a:r>
              <a:rPr sz="1200" err="1">
                <a:latin typeface="Century Gothic" panose="020B0502020202020204" pitchFamily="34" charset="0"/>
              </a:rPr>
              <a:t>oportunidades</a:t>
            </a:r>
            <a:endParaRPr sz="1200">
              <a:latin typeface="Century Gothic" panose="020B0502020202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585716" y="5272793"/>
            <a:ext cx="420624" cy="420624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8364" y="5199641"/>
            <a:ext cx="6492240" cy="1046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err="1">
                <a:solidFill>
                  <a:srgbClr val="0072BC"/>
                </a:solidFill>
                <a:latin typeface="Century Gothic" panose="020B0502020202020204" pitchFamily="34" charset="0"/>
              </a:rPr>
              <a:t>Monitorizar</a:t>
            </a:r>
            <a:r>
              <a:rPr sz="1600" b="1">
                <a:solidFill>
                  <a:srgbClr val="0072BC"/>
                </a:solidFill>
                <a:latin typeface="Century Gothic" panose="020B0502020202020204" pitchFamily="34" charset="0"/>
              </a:rPr>
              <a:t> </a:t>
            </a:r>
            <a:r>
              <a:rPr sz="1600" b="1" err="1">
                <a:solidFill>
                  <a:srgbClr val="0072BC"/>
                </a:solidFill>
                <a:latin typeface="Century Gothic" panose="020B0502020202020204" pitchFamily="34" charset="0"/>
              </a:rPr>
              <a:t>procesos</a:t>
            </a:r>
            <a:endParaRPr sz="1600" b="1">
              <a:solidFill>
                <a:srgbClr val="0072BC"/>
              </a:solidFill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Seguimiento</a:t>
            </a:r>
            <a:r>
              <a:rPr sz="1200">
                <a:latin typeface="Century Gothic" panose="020B0502020202020204" pitchFamily="34" charset="0"/>
              </a:rPr>
              <a:t> de las </a:t>
            </a:r>
            <a:r>
              <a:rPr sz="1200" err="1">
                <a:latin typeface="Century Gothic" panose="020B0502020202020204" pitchFamily="34" charset="0"/>
              </a:rPr>
              <a:t>métricas</a:t>
            </a:r>
            <a:r>
              <a:rPr sz="1200">
                <a:latin typeface="Century Gothic" panose="020B0502020202020204" pitchFamily="34" charset="0"/>
              </a:rPr>
              <a:t> clave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Evaluación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comparativa</a:t>
            </a:r>
            <a:r>
              <a:rPr sz="1200">
                <a:latin typeface="Century Gothic" panose="020B0502020202020204" pitchFamily="34" charset="0"/>
              </a:rPr>
              <a:t> continua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Comprobar</a:t>
            </a:r>
            <a:r>
              <a:rPr sz="1200">
                <a:latin typeface="Century Gothic" panose="020B0502020202020204" pitchFamily="34" charset="0"/>
              </a:rPr>
              <a:t> la </a:t>
            </a:r>
            <a:r>
              <a:rPr sz="1200" err="1">
                <a:latin typeface="Century Gothic" panose="020B0502020202020204" pitchFamily="34" charset="0"/>
              </a:rPr>
              <a:t>conformidad</a:t>
            </a:r>
            <a:endParaRPr sz="1200">
              <a:latin typeface="Century Gothic" panose="020B0502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68512" y="2240280"/>
            <a:ext cx="420624" cy="420624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167128"/>
            <a:ext cx="6492240" cy="1046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err="1">
                <a:solidFill>
                  <a:srgbClr val="0072BC"/>
                </a:solidFill>
                <a:latin typeface="Century Gothic" panose="020B0502020202020204" pitchFamily="34" charset="0"/>
              </a:rPr>
              <a:t>Mejorar</a:t>
            </a:r>
            <a:r>
              <a:rPr sz="1600" b="1">
                <a:solidFill>
                  <a:srgbClr val="0072BC"/>
                </a:solidFill>
                <a:latin typeface="Century Gothic" panose="020B0502020202020204" pitchFamily="34" charset="0"/>
              </a:rPr>
              <a:t> </a:t>
            </a:r>
            <a:r>
              <a:rPr sz="1600" b="1" err="1">
                <a:solidFill>
                  <a:srgbClr val="0072BC"/>
                </a:solidFill>
                <a:latin typeface="Century Gothic" panose="020B0502020202020204" pitchFamily="34" charset="0"/>
              </a:rPr>
              <a:t>procesos</a:t>
            </a:r>
            <a:endParaRPr sz="1600" b="1">
              <a:solidFill>
                <a:srgbClr val="0072BC"/>
              </a:solidFill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Modelar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procesos</a:t>
            </a:r>
            <a:endParaRPr sz="1200"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Recomendar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acciones</a:t>
            </a:r>
            <a:endParaRPr sz="1200">
              <a:latin typeface="Century Gothic" panose="020B050202020202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200" err="1">
                <a:latin typeface="Century Gothic" panose="020B0502020202020204" pitchFamily="34" charset="0"/>
              </a:rPr>
              <a:t>Automatizar</a:t>
            </a:r>
            <a:r>
              <a:rPr sz="1200">
                <a:latin typeface="Century Gothic" panose="020B0502020202020204" pitchFamily="34" charset="0"/>
              </a:rPr>
              <a:t> </a:t>
            </a:r>
            <a:r>
              <a:rPr sz="1200" err="1">
                <a:latin typeface="Century Gothic" panose="020B0502020202020204" pitchFamily="34" charset="0"/>
              </a:rPr>
              <a:t>tareas</a:t>
            </a:r>
            <a:endParaRPr sz="1200"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6BF6C3-7C24-636E-8D96-0FA68127119C}"/>
              </a:ext>
            </a:extLst>
          </p:cNvPr>
          <p:cNvSpPr txBox="1"/>
          <p:nvPr/>
        </p:nvSpPr>
        <p:spPr>
          <a:xfrm>
            <a:off x="396240" y="7810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Conceptos básicos de Minado de procesos</a:t>
            </a:r>
            <a:endParaRPr lang="es-ES">
              <a:latin typeface="Century Gothic" panose="020B0502020202020204" pitchFamily="34" charset="0"/>
            </a:endParaRPr>
          </a:p>
        </p:txBody>
      </p:sp>
      <p:grpSp>
        <p:nvGrpSpPr>
          <p:cNvPr id="14" name="Google Shape;232;p7">
            <a:extLst>
              <a:ext uri="{FF2B5EF4-FFF2-40B4-BE49-F238E27FC236}">
                <a16:creationId xmlns:a16="http://schemas.microsoft.com/office/drawing/2014/main" id="{7684F161-8BCB-6AD3-3553-5FCC7B8290E3}"/>
              </a:ext>
            </a:extLst>
          </p:cNvPr>
          <p:cNvGrpSpPr/>
          <p:nvPr/>
        </p:nvGrpSpPr>
        <p:grpSpPr>
          <a:xfrm>
            <a:off x="633603" y="4637307"/>
            <a:ext cx="781049" cy="1124668"/>
            <a:chOff x="1133475" y="4369775"/>
            <a:chExt cx="781049" cy="1211875"/>
          </a:xfrm>
        </p:grpSpPr>
        <p:pic>
          <p:nvPicPr>
            <p:cNvPr id="15" name="Google Shape;233;p7">
              <a:extLst>
                <a:ext uri="{FF2B5EF4-FFF2-40B4-BE49-F238E27FC236}">
                  <a16:creationId xmlns:a16="http://schemas.microsoft.com/office/drawing/2014/main" id="{D03AE480-3952-6569-5DC0-1725EF187BC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42800" t="38787" r="43133" b="42729"/>
            <a:stretch/>
          </p:blipFill>
          <p:spPr>
            <a:xfrm>
              <a:off x="1176735" y="4369775"/>
              <a:ext cx="737789" cy="92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234;p7">
              <a:extLst>
                <a:ext uri="{FF2B5EF4-FFF2-40B4-BE49-F238E27FC236}">
                  <a16:creationId xmlns:a16="http://schemas.microsoft.com/office/drawing/2014/main" id="{2AF0020F-9940-FD99-74C6-24984A3AE704}"/>
                </a:ext>
              </a:extLst>
            </p:cNvPr>
            <p:cNvSpPr txBox="1"/>
            <p:nvPr/>
          </p:nvSpPr>
          <p:spPr>
            <a:xfrm>
              <a:off x="1133475" y="5228759"/>
              <a:ext cx="742950" cy="352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33" b="1">
                  <a:solidFill>
                    <a:schemeClr val="dk1"/>
                  </a:solidFill>
                  <a:latin typeface="Century Gothic" panose="020B0502020202020204" pitchFamily="34" charset="0"/>
                  <a:ea typeface="Poppins"/>
                  <a:cs typeface="Poppins"/>
                  <a:sym typeface="Poppins"/>
                </a:rPr>
                <a:t>Celonis</a:t>
              </a:r>
              <a:endParaRPr>
                <a:latin typeface="Century Gothic" panose="020B0502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</a:rPr>
              <a:t>© 2026 NTT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</a:rPr>
              <a:t>8</a:t>
            </a:r>
          </a:p>
        </p:txBody>
      </p:sp>
      <p:cxnSp>
        <p:nvCxnSpPr>
          <p:cNvPr id="38" name="Google Shape;240;p8">
            <a:extLst>
              <a:ext uri="{FF2B5EF4-FFF2-40B4-BE49-F238E27FC236}">
                <a16:creationId xmlns:a16="http://schemas.microsoft.com/office/drawing/2014/main" id="{A0523820-DB30-997C-15C1-9A7F58BB48C1}"/>
              </a:ext>
            </a:extLst>
          </p:cNvPr>
          <p:cNvCxnSpPr/>
          <p:nvPr/>
        </p:nvCxnSpPr>
        <p:spPr>
          <a:xfrm>
            <a:off x="4390918" y="4501615"/>
            <a:ext cx="3453600" cy="0"/>
          </a:xfrm>
          <a:prstGeom prst="straightConnector1">
            <a:avLst/>
          </a:prstGeom>
          <a:noFill/>
          <a:ln w="9525" cap="flat" cmpd="sng">
            <a:solidFill>
              <a:srgbClr val="9429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241;p8">
            <a:extLst>
              <a:ext uri="{FF2B5EF4-FFF2-40B4-BE49-F238E27FC236}">
                <a16:creationId xmlns:a16="http://schemas.microsoft.com/office/drawing/2014/main" id="{C3616204-9336-5397-FAC6-7D6AA0CF356E}"/>
              </a:ext>
            </a:extLst>
          </p:cNvPr>
          <p:cNvSpPr txBox="1"/>
          <p:nvPr/>
        </p:nvSpPr>
        <p:spPr>
          <a:xfrm>
            <a:off x="4678200" y="4102123"/>
            <a:ext cx="2814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072BC"/>
                </a:solidFill>
                <a:highlight>
                  <a:schemeClr val="lt1"/>
                </a:highlight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Process</a:t>
            </a:r>
            <a:r>
              <a:rPr lang="es-ES" sz="2133">
                <a:solidFill>
                  <a:srgbClr val="942972"/>
                </a:solidFill>
                <a:highlight>
                  <a:schemeClr val="lt1"/>
                </a:highlight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s-ES" sz="2400" b="1" err="1">
                <a:solidFill>
                  <a:srgbClr val="0072BC"/>
                </a:solidFill>
                <a:highlight>
                  <a:schemeClr val="lt1"/>
                </a:highlight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Intelligence</a:t>
            </a:r>
            <a:endParaRPr sz="2133">
              <a:solidFill>
                <a:srgbClr val="0072BC"/>
              </a:solidFill>
              <a:highlight>
                <a:schemeClr val="lt1"/>
              </a:highlight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0" name="Google Shape;242;p8">
            <a:extLst>
              <a:ext uri="{FF2B5EF4-FFF2-40B4-BE49-F238E27FC236}">
                <a16:creationId xmlns:a16="http://schemas.microsoft.com/office/drawing/2014/main" id="{50DB5D4E-D57D-B32B-D378-E0E537E92B17}"/>
              </a:ext>
            </a:extLst>
          </p:cNvPr>
          <p:cNvSpPr/>
          <p:nvPr/>
        </p:nvSpPr>
        <p:spPr>
          <a:xfrm>
            <a:off x="4445586" y="4628868"/>
            <a:ext cx="3380800" cy="46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Radiografiar procesos para encontrar ineficiencias y recomendar mejoras</a:t>
            </a:r>
            <a:b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243;p8">
            <a:extLst>
              <a:ext uri="{FF2B5EF4-FFF2-40B4-BE49-F238E27FC236}">
                <a16:creationId xmlns:a16="http://schemas.microsoft.com/office/drawing/2014/main" id="{26DC4C37-01ED-B677-4512-10EAE71CC385}"/>
              </a:ext>
            </a:extLst>
          </p:cNvPr>
          <p:cNvCxnSpPr/>
          <p:nvPr/>
        </p:nvCxnSpPr>
        <p:spPr>
          <a:xfrm>
            <a:off x="8654102" y="4509491"/>
            <a:ext cx="3052400" cy="0"/>
          </a:xfrm>
          <a:prstGeom prst="straightConnector1">
            <a:avLst/>
          </a:prstGeom>
          <a:noFill/>
          <a:ln w="9525" cap="flat" cmpd="sng">
            <a:solidFill>
              <a:srgbClr val="9429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244;p8">
            <a:extLst>
              <a:ext uri="{FF2B5EF4-FFF2-40B4-BE49-F238E27FC236}">
                <a16:creationId xmlns:a16="http://schemas.microsoft.com/office/drawing/2014/main" id="{316B594B-09DD-0E6F-8D84-02B44310C30B}"/>
              </a:ext>
            </a:extLst>
          </p:cNvPr>
          <p:cNvSpPr txBox="1"/>
          <p:nvPr/>
        </p:nvSpPr>
        <p:spPr>
          <a:xfrm>
            <a:off x="8654086" y="4102121"/>
            <a:ext cx="2814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err="1">
                <a:solidFill>
                  <a:srgbClr val="0072BC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Targeted</a:t>
            </a:r>
            <a:r>
              <a:rPr lang="es-ES" sz="2133">
                <a:solidFill>
                  <a:srgbClr val="0072BC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s-ES" sz="2400" b="1" err="1">
                <a:solidFill>
                  <a:srgbClr val="0072BC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Action</a:t>
            </a:r>
            <a:endParaRPr sz="2133">
              <a:solidFill>
                <a:srgbClr val="0072BC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3" name="Google Shape;245;p8">
            <a:extLst>
              <a:ext uri="{FF2B5EF4-FFF2-40B4-BE49-F238E27FC236}">
                <a16:creationId xmlns:a16="http://schemas.microsoft.com/office/drawing/2014/main" id="{057993BE-22FB-D40C-B077-D45C01CBC84F}"/>
              </a:ext>
            </a:extLst>
          </p:cNvPr>
          <p:cNvSpPr/>
          <p:nvPr/>
        </p:nvSpPr>
        <p:spPr>
          <a:xfrm>
            <a:off x="8654102" y="4636934"/>
            <a:ext cx="3051200" cy="3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Ejecuta acciones automáticamente y orquestando las tecnologías existentes  </a:t>
            </a:r>
            <a:b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246;p8">
            <a:extLst>
              <a:ext uri="{FF2B5EF4-FFF2-40B4-BE49-F238E27FC236}">
                <a16:creationId xmlns:a16="http://schemas.microsoft.com/office/drawing/2014/main" id="{5635AB6B-AE12-A9A9-4853-3798E718220E}"/>
              </a:ext>
            </a:extLst>
          </p:cNvPr>
          <p:cNvCxnSpPr/>
          <p:nvPr/>
        </p:nvCxnSpPr>
        <p:spPr>
          <a:xfrm>
            <a:off x="361985" y="4501615"/>
            <a:ext cx="3207600" cy="0"/>
          </a:xfrm>
          <a:prstGeom prst="straightConnector1">
            <a:avLst/>
          </a:prstGeom>
          <a:noFill/>
          <a:ln w="9525" cap="flat" cmpd="sng">
            <a:solidFill>
              <a:srgbClr val="9429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247;p8">
            <a:extLst>
              <a:ext uri="{FF2B5EF4-FFF2-40B4-BE49-F238E27FC236}">
                <a16:creationId xmlns:a16="http://schemas.microsoft.com/office/drawing/2014/main" id="{57FDFA87-6D96-73D8-4001-0A592D779AA9}"/>
              </a:ext>
            </a:extLst>
          </p:cNvPr>
          <p:cNvSpPr txBox="1"/>
          <p:nvPr/>
        </p:nvSpPr>
        <p:spPr>
          <a:xfrm>
            <a:off x="558785" y="4102121"/>
            <a:ext cx="2814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072BC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Real-time</a:t>
            </a:r>
            <a:r>
              <a:rPr lang="es-ES" sz="2133">
                <a:solidFill>
                  <a:srgbClr val="942972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s-ES" sz="2400" b="1">
                <a:solidFill>
                  <a:srgbClr val="0072BC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Data</a:t>
            </a:r>
            <a:endParaRPr sz="2133">
              <a:solidFill>
                <a:srgbClr val="0072BC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6" name="Google Shape;248;p8">
            <a:extLst>
              <a:ext uri="{FF2B5EF4-FFF2-40B4-BE49-F238E27FC236}">
                <a16:creationId xmlns:a16="http://schemas.microsoft.com/office/drawing/2014/main" id="{C654F02C-3865-2223-F4A6-6D8BD7A961C7}"/>
              </a:ext>
            </a:extLst>
          </p:cNvPr>
          <p:cNvSpPr/>
          <p:nvPr/>
        </p:nvSpPr>
        <p:spPr>
          <a:xfrm>
            <a:off x="343786" y="4636934"/>
            <a:ext cx="3244000" cy="3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Integra datos en sistemas, escritorios, documentos y eventos</a:t>
            </a:r>
            <a:b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7" name="Google Shape;249;p8">
            <a:extLst>
              <a:ext uri="{FF2B5EF4-FFF2-40B4-BE49-F238E27FC236}">
                <a16:creationId xmlns:a16="http://schemas.microsoft.com/office/drawing/2014/main" id="{92C4D047-9E29-2F4A-4237-7ECFB91DE71D}"/>
              </a:ext>
            </a:extLst>
          </p:cNvPr>
          <p:cNvSpPr txBox="1"/>
          <p:nvPr/>
        </p:nvSpPr>
        <p:spPr>
          <a:xfrm>
            <a:off x="440186" y="5146805"/>
            <a:ext cx="30512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100+ Conectores 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8" name="Google Shape;250;p8">
            <a:extLst>
              <a:ext uri="{FF2B5EF4-FFF2-40B4-BE49-F238E27FC236}">
                <a16:creationId xmlns:a16="http://schemas.microsoft.com/office/drawing/2014/main" id="{9AADB2C5-F233-2CD8-B409-610763F4511C}"/>
              </a:ext>
            </a:extLst>
          </p:cNvPr>
          <p:cNvSpPr txBox="1"/>
          <p:nvPr/>
        </p:nvSpPr>
        <p:spPr>
          <a:xfrm>
            <a:off x="4537442" y="5146805"/>
            <a:ext cx="30512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highlight>
                  <a:schemeClr val="lt1"/>
                </a:highlight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300+ </a:t>
            </a:r>
            <a: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Aplicaciones pre-construidas 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51;p8">
            <a:extLst>
              <a:ext uri="{FF2B5EF4-FFF2-40B4-BE49-F238E27FC236}">
                <a16:creationId xmlns:a16="http://schemas.microsoft.com/office/drawing/2014/main" id="{7C91ACE5-793B-81C3-50C8-5C3DF1712D73}"/>
              </a:ext>
            </a:extLst>
          </p:cNvPr>
          <p:cNvSpPr txBox="1"/>
          <p:nvPr/>
        </p:nvSpPr>
        <p:spPr>
          <a:xfrm>
            <a:off x="8535524" y="5146805"/>
            <a:ext cx="30512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1.000+ Integraciones</a:t>
            </a:r>
            <a:endParaRPr>
              <a:latin typeface="Century Gothic" panose="020B0502020202020204" pitchFamily="34" charset="0"/>
            </a:endParaRPr>
          </a:p>
        </p:txBody>
      </p:sp>
      <p:cxnSp>
        <p:nvCxnSpPr>
          <p:cNvPr id="50" name="Google Shape;252;p8">
            <a:extLst>
              <a:ext uri="{FF2B5EF4-FFF2-40B4-BE49-F238E27FC236}">
                <a16:creationId xmlns:a16="http://schemas.microsoft.com/office/drawing/2014/main" id="{D9A0731C-7296-479A-6153-D6B1A6795CB4}"/>
              </a:ext>
            </a:extLst>
          </p:cNvPr>
          <p:cNvCxnSpPr/>
          <p:nvPr/>
        </p:nvCxnSpPr>
        <p:spPr>
          <a:xfrm>
            <a:off x="4390918" y="5168167"/>
            <a:ext cx="3453600" cy="0"/>
          </a:xfrm>
          <a:prstGeom prst="straightConnector1">
            <a:avLst/>
          </a:prstGeom>
          <a:noFill/>
          <a:ln w="9525" cap="flat" cmpd="sng">
            <a:solidFill>
              <a:srgbClr val="9429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253;p8">
            <a:extLst>
              <a:ext uri="{FF2B5EF4-FFF2-40B4-BE49-F238E27FC236}">
                <a16:creationId xmlns:a16="http://schemas.microsoft.com/office/drawing/2014/main" id="{CF41A666-9206-5875-FF93-32DFDD58F401}"/>
              </a:ext>
            </a:extLst>
          </p:cNvPr>
          <p:cNvCxnSpPr/>
          <p:nvPr/>
        </p:nvCxnSpPr>
        <p:spPr>
          <a:xfrm>
            <a:off x="8654102" y="5176043"/>
            <a:ext cx="3052400" cy="0"/>
          </a:xfrm>
          <a:prstGeom prst="straightConnector1">
            <a:avLst/>
          </a:prstGeom>
          <a:noFill/>
          <a:ln w="9525" cap="flat" cmpd="sng">
            <a:solidFill>
              <a:srgbClr val="9429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254;p8">
            <a:extLst>
              <a:ext uri="{FF2B5EF4-FFF2-40B4-BE49-F238E27FC236}">
                <a16:creationId xmlns:a16="http://schemas.microsoft.com/office/drawing/2014/main" id="{F0857BA9-B33C-561C-B21A-B44D41A31338}"/>
              </a:ext>
            </a:extLst>
          </p:cNvPr>
          <p:cNvCxnSpPr/>
          <p:nvPr/>
        </p:nvCxnSpPr>
        <p:spPr>
          <a:xfrm>
            <a:off x="361985" y="5168167"/>
            <a:ext cx="3207600" cy="0"/>
          </a:xfrm>
          <a:prstGeom prst="straightConnector1">
            <a:avLst/>
          </a:prstGeom>
          <a:noFill/>
          <a:ln w="9525" cap="flat" cmpd="sng">
            <a:solidFill>
              <a:srgbClr val="94297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3" name="Google Shape;255;p8" descr="Caretzeichen nach rechts Silhouette">
            <a:extLst>
              <a:ext uri="{FF2B5EF4-FFF2-40B4-BE49-F238E27FC236}">
                <a16:creationId xmlns:a16="http://schemas.microsoft.com/office/drawing/2014/main" id="{69611E32-E317-7173-85DA-86421021D1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62945" y="4634945"/>
            <a:ext cx="507459" cy="449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6;p8" descr="Caretzeichen nach rechts Silhouette">
            <a:extLst>
              <a:ext uri="{FF2B5EF4-FFF2-40B4-BE49-F238E27FC236}">
                <a16:creationId xmlns:a16="http://schemas.microsoft.com/office/drawing/2014/main" id="{1EDF5992-6B4B-FC51-AEDF-B594ADC867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86513" y="4634945"/>
            <a:ext cx="507459" cy="449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257;p8">
            <a:extLst>
              <a:ext uri="{FF2B5EF4-FFF2-40B4-BE49-F238E27FC236}">
                <a16:creationId xmlns:a16="http://schemas.microsoft.com/office/drawing/2014/main" id="{F2811F65-4D4F-DB79-D086-321943B5D537}"/>
              </a:ext>
            </a:extLst>
          </p:cNvPr>
          <p:cNvCxnSpPr/>
          <p:nvPr/>
        </p:nvCxnSpPr>
        <p:spPr>
          <a:xfrm rot="10800000" flipH="1">
            <a:off x="413842" y="3608610"/>
            <a:ext cx="11298400" cy="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258;p8">
            <a:extLst>
              <a:ext uri="{FF2B5EF4-FFF2-40B4-BE49-F238E27FC236}">
                <a16:creationId xmlns:a16="http://schemas.microsoft.com/office/drawing/2014/main" id="{F98A9CA6-7E93-62AC-71D2-8D8DD4DF0FB5}"/>
              </a:ext>
            </a:extLst>
          </p:cNvPr>
          <p:cNvSpPr txBox="1"/>
          <p:nvPr/>
        </p:nvSpPr>
        <p:spPr>
          <a:xfrm>
            <a:off x="1389000" y="2555872"/>
            <a:ext cx="9392400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00000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Plataforma en la nube segura, hiperconectada, abierta, rápida y escalable</a:t>
            </a:r>
            <a:br>
              <a:rPr lang="es-ES" sz="2400">
                <a:solidFill>
                  <a:srgbClr val="000000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>
              <a:latin typeface="Century Gothic" panose="020B0502020202020204" pitchFamily="34" charset="0"/>
            </a:endParaRPr>
          </a:p>
        </p:txBody>
      </p:sp>
      <p:sp>
        <p:nvSpPr>
          <p:cNvPr id="57" name="Google Shape;259;p8">
            <a:extLst>
              <a:ext uri="{FF2B5EF4-FFF2-40B4-BE49-F238E27FC236}">
                <a16:creationId xmlns:a16="http://schemas.microsoft.com/office/drawing/2014/main" id="{3040559F-C552-EBF9-2343-F685FF53B573}"/>
              </a:ext>
            </a:extLst>
          </p:cNvPr>
          <p:cNvSpPr txBox="1"/>
          <p:nvPr/>
        </p:nvSpPr>
        <p:spPr>
          <a:xfrm>
            <a:off x="3803649" y="2133907"/>
            <a:ext cx="45847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75"/>
              </a:spcBef>
              <a:spcAft>
                <a:spcPts val="0"/>
              </a:spcAft>
              <a:buNone/>
            </a:pPr>
            <a:r>
              <a:rPr lang="es-ES" sz="2000" err="1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Execution</a:t>
            </a:r>
            <a:r>
              <a:rPr lang="es-ES" sz="200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Management </a:t>
            </a:r>
            <a:r>
              <a:rPr lang="es-ES" sz="2000" err="1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System</a:t>
            </a:r>
            <a:endParaRPr sz="200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260;p8">
            <a:extLst>
              <a:ext uri="{FF2B5EF4-FFF2-40B4-BE49-F238E27FC236}">
                <a16:creationId xmlns:a16="http://schemas.microsoft.com/office/drawing/2014/main" id="{5B4F487F-B56F-5FCD-276E-A207DAC84E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2800" t="38787" r="43133" b="42729"/>
          <a:stretch/>
        </p:blipFill>
        <p:spPr>
          <a:xfrm>
            <a:off x="5600259" y="1134202"/>
            <a:ext cx="760200" cy="9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Title 1">
            <a:extLst>
              <a:ext uri="{FF2B5EF4-FFF2-40B4-BE49-F238E27FC236}">
                <a16:creationId xmlns:a16="http://schemas.microsoft.com/office/drawing/2014/main" id="{9F69ADB6-9629-1D95-6DA0-3B334F6B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4"/>
            <a:ext cx="11376025" cy="376236"/>
          </a:xfrm>
        </p:spPr>
        <p:txBody>
          <a:bodyPr/>
          <a:lstStyle/>
          <a:p>
            <a:r>
              <a:rPr lang="es-ES">
                <a:latin typeface="Century Gothic" panose="020B0502020202020204" pitchFamily="34" charset="0"/>
              </a:rPr>
              <a:t>Plataforma Celonis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41BE7B9-F64D-7C80-5BB3-304023D492F6}"/>
              </a:ext>
            </a:extLst>
          </p:cNvPr>
          <p:cNvSpPr txBox="1"/>
          <p:nvPr/>
        </p:nvSpPr>
        <p:spPr>
          <a:xfrm>
            <a:off x="396240" y="781050"/>
            <a:ext cx="7918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Conceptos básicos de Minería de procesos – Nuevas funcionalidades</a:t>
            </a:r>
            <a:endParaRPr lang="es-E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148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</a:rPr>
              <a:t>© 2026 NTT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</a:rPr>
              <a:t>9</a:t>
            </a:r>
          </a:p>
        </p:txBody>
      </p:sp>
      <p:sp>
        <p:nvSpPr>
          <p:cNvPr id="13" name="Google Shape;267;p9">
            <a:extLst>
              <a:ext uri="{FF2B5EF4-FFF2-40B4-BE49-F238E27FC236}">
                <a16:creationId xmlns:a16="http://schemas.microsoft.com/office/drawing/2014/main" id="{44E48B2A-9C16-E3CB-07A1-6E1218EB6AF2}"/>
              </a:ext>
            </a:extLst>
          </p:cNvPr>
          <p:cNvSpPr/>
          <p:nvPr/>
        </p:nvSpPr>
        <p:spPr>
          <a:xfrm>
            <a:off x="4455483" y="2395337"/>
            <a:ext cx="2794000" cy="2703195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72;p9">
            <a:extLst>
              <a:ext uri="{FF2B5EF4-FFF2-40B4-BE49-F238E27FC236}">
                <a16:creationId xmlns:a16="http://schemas.microsoft.com/office/drawing/2014/main" id="{910E99F9-0D1B-9FD9-4A59-0D368E2FB46C}"/>
              </a:ext>
            </a:extLst>
          </p:cNvPr>
          <p:cNvSpPr txBox="1"/>
          <p:nvPr/>
        </p:nvSpPr>
        <p:spPr>
          <a:xfrm>
            <a:off x="7488461" y="3482099"/>
            <a:ext cx="4406358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B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232D4B"/>
                </a:solidFill>
                <a:latin typeface="Arial"/>
                <a:ea typeface="Arial"/>
                <a:cs typeface="Arial"/>
                <a:sym typeface="Arial"/>
              </a:rPr>
              <a:t>Se realizan sesiones específicas orientadas a sus funciones y necesidades dentro de la  organización. Estas sesiones permiten una interacción directa, resolución de dudas y aplicación práctica en entornos reales.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74;p9">
            <a:extLst>
              <a:ext uri="{FF2B5EF4-FFF2-40B4-BE49-F238E27FC236}">
                <a16:creationId xmlns:a16="http://schemas.microsoft.com/office/drawing/2014/main" id="{81E4A06A-A04B-BEE5-0325-180A23FFB775}"/>
              </a:ext>
            </a:extLst>
          </p:cNvPr>
          <p:cNvSpPr txBox="1"/>
          <p:nvPr/>
        </p:nvSpPr>
        <p:spPr>
          <a:xfrm>
            <a:off x="261217" y="2805322"/>
            <a:ext cx="34883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B"/>
              </a:buClr>
              <a:buSzPts val="2800"/>
              <a:buFont typeface="Arial"/>
              <a:buNone/>
            </a:pPr>
            <a:r>
              <a:rPr lang="es-ES" sz="2800" b="1" i="0" u="none" strike="noStrike" cap="none">
                <a:solidFill>
                  <a:srgbClr val="467F96"/>
                </a:solidFill>
                <a:latin typeface="Arial"/>
                <a:ea typeface="Arial"/>
                <a:cs typeface="Arial"/>
                <a:sym typeface="Arial"/>
              </a:rPr>
              <a:t>Formación On-line</a:t>
            </a:r>
            <a:endParaRPr sz="3200" b="0" i="0" u="none" strike="noStrike" cap="none">
              <a:solidFill>
                <a:srgbClr val="467F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4533C193-C16B-9815-3BC6-1B8721135603}"/>
              </a:ext>
            </a:extLst>
          </p:cNvPr>
          <p:cNvGrpSpPr/>
          <p:nvPr/>
        </p:nvGrpSpPr>
        <p:grpSpPr>
          <a:xfrm>
            <a:off x="4122183" y="2455548"/>
            <a:ext cx="1035050" cy="862965"/>
            <a:chOff x="4068065" y="3741603"/>
            <a:chExt cx="1035050" cy="862965"/>
          </a:xfrm>
        </p:grpSpPr>
        <p:sp>
          <p:nvSpPr>
            <p:cNvPr id="14" name="Google Shape;268;p9">
              <a:extLst>
                <a:ext uri="{FF2B5EF4-FFF2-40B4-BE49-F238E27FC236}">
                  <a16:creationId xmlns:a16="http://schemas.microsoft.com/office/drawing/2014/main" id="{CEDC24CA-1E69-9584-DE9E-0C4697FA2997}"/>
                </a:ext>
              </a:extLst>
            </p:cNvPr>
            <p:cNvSpPr/>
            <p:nvPr/>
          </p:nvSpPr>
          <p:spPr>
            <a:xfrm>
              <a:off x="4068065" y="3741603"/>
              <a:ext cx="1035050" cy="862965"/>
            </a:xfrm>
            <a:prstGeom prst="ellipse">
              <a:avLst/>
            </a:prstGeom>
            <a:solidFill>
              <a:srgbClr val="A0A9C1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75;p9">
              <a:extLst>
                <a:ext uri="{FF2B5EF4-FFF2-40B4-BE49-F238E27FC236}">
                  <a16:creationId xmlns:a16="http://schemas.microsoft.com/office/drawing/2014/main" id="{49F0715B-16D3-85FC-0459-F45E98256DF9}"/>
                </a:ext>
              </a:extLst>
            </p:cNvPr>
            <p:cNvSpPr/>
            <p:nvPr/>
          </p:nvSpPr>
          <p:spPr>
            <a:xfrm>
              <a:off x="4139820" y="3796848"/>
              <a:ext cx="897890" cy="763905"/>
            </a:xfrm>
            <a:prstGeom prst="ellipse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" name="Google Shape;288;p9">
              <a:extLst>
                <a:ext uri="{FF2B5EF4-FFF2-40B4-BE49-F238E27FC236}">
                  <a16:creationId xmlns:a16="http://schemas.microsoft.com/office/drawing/2014/main" id="{93B54BAE-7F70-7471-9291-5A6D8FA282E3}"/>
                </a:ext>
              </a:extLst>
            </p:cNvPr>
            <p:cNvGrpSpPr/>
            <p:nvPr/>
          </p:nvGrpSpPr>
          <p:grpSpPr>
            <a:xfrm>
              <a:off x="4399535" y="4006398"/>
              <a:ext cx="381635" cy="318770"/>
              <a:chOff x="0" y="0"/>
              <a:chExt cx="401638" cy="406400"/>
            </a:xfrm>
          </p:grpSpPr>
          <p:sp>
            <p:nvSpPr>
              <p:cNvPr id="21" name="Google Shape;289;p9">
                <a:extLst>
                  <a:ext uri="{FF2B5EF4-FFF2-40B4-BE49-F238E27FC236}">
                    <a16:creationId xmlns:a16="http://schemas.microsoft.com/office/drawing/2014/main" id="{CFE82686-9DE4-3797-9CFD-FBDDE962AA70}"/>
                  </a:ext>
                </a:extLst>
              </p:cNvPr>
              <p:cNvSpPr/>
              <p:nvPr/>
            </p:nvSpPr>
            <p:spPr>
              <a:xfrm>
                <a:off x="0" y="309562"/>
                <a:ext cx="40163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90" h="45" extrusionOk="0">
                    <a:moveTo>
                      <a:pt x="184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2" y="45"/>
                      <a:pt x="5" y="45"/>
                    </a:cubicBezTo>
                    <a:cubicBezTo>
                      <a:pt x="184" y="45"/>
                      <a:pt x="184" y="45"/>
                      <a:pt x="184" y="45"/>
                    </a:cubicBezTo>
                    <a:cubicBezTo>
                      <a:pt x="187" y="45"/>
                      <a:pt x="190" y="43"/>
                      <a:pt x="190" y="40"/>
                    </a:cubicBezTo>
                    <a:cubicBezTo>
                      <a:pt x="190" y="5"/>
                      <a:pt x="190" y="5"/>
                      <a:pt x="190" y="5"/>
                    </a:cubicBezTo>
                    <a:cubicBezTo>
                      <a:pt x="190" y="2"/>
                      <a:pt x="187" y="0"/>
                      <a:pt x="184" y="0"/>
                    </a:cubicBezTo>
                    <a:close/>
                    <a:moveTo>
                      <a:pt x="172" y="20"/>
                    </a:moveTo>
                    <a:cubicBezTo>
                      <a:pt x="172" y="22"/>
                      <a:pt x="171" y="24"/>
                      <a:pt x="168" y="24"/>
                    </a:cubicBezTo>
                    <a:cubicBezTo>
                      <a:pt x="130" y="24"/>
                      <a:pt x="130" y="24"/>
                      <a:pt x="130" y="24"/>
                    </a:cubicBezTo>
                    <a:cubicBezTo>
                      <a:pt x="128" y="24"/>
                      <a:pt x="126" y="22"/>
                      <a:pt x="126" y="20"/>
                    </a:cubicBezTo>
                    <a:cubicBezTo>
                      <a:pt x="126" y="15"/>
                      <a:pt x="126" y="15"/>
                      <a:pt x="126" y="15"/>
                    </a:cubicBezTo>
                    <a:cubicBezTo>
                      <a:pt x="126" y="13"/>
                      <a:pt x="128" y="11"/>
                      <a:pt x="130" y="11"/>
                    </a:cubicBezTo>
                    <a:cubicBezTo>
                      <a:pt x="168" y="11"/>
                      <a:pt x="168" y="11"/>
                      <a:pt x="168" y="11"/>
                    </a:cubicBezTo>
                    <a:cubicBezTo>
                      <a:pt x="171" y="11"/>
                      <a:pt x="172" y="13"/>
                      <a:pt x="172" y="15"/>
                    </a:cubicBezTo>
                    <a:lnTo>
                      <a:pt x="172" y="20"/>
                    </a:lnTo>
                    <a:close/>
                  </a:path>
                </a:pathLst>
              </a:custGeom>
              <a:solidFill>
                <a:srgbClr val="1D264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90;p9">
                <a:extLst>
                  <a:ext uri="{FF2B5EF4-FFF2-40B4-BE49-F238E27FC236}">
                    <a16:creationId xmlns:a16="http://schemas.microsoft.com/office/drawing/2014/main" id="{4770DFDB-09F2-F421-9AFF-4627F3885782}"/>
                  </a:ext>
                </a:extLst>
              </p:cNvPr>
              <p:cNvSpPr/>
              <p:nvPr/>
            </p:nvSpPr>
            <p:spPr>
              <a:xfrm>
                <a:off x="20638" y="0"/>
                <a:ext cx="35877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33" extrusionOk="0">
                    <a:moveTo>
                      <a:pt x="162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0" y="130"/>
                      <a:pt x="3" y="133"/>
                      <a:pt x="7" y="133"/>
                    </a:cubicBezTo>
                    <a:cubicBezTo>
                      <a:pt x="162" y="133"/>
                      <a:pt x="162" y="133"/>
                      <a:pt x="162" y="133"/>
                    </a:cubicBezTo>
                    <a:cubicBezTo>
                      <a:pt x="166" y="133"/>
                      <a:pt x="169" y="130"/>
                      <a:pt x="169" y="126"/>
                    </a:cubicBezTo>
                    <a:cubicBezTo>
                      <a:pt x="169" y="7"/>
                      <a:pt x="169" y="7"/>
                      <a:pt x="169" y="7"/>
                    </a:cubicBezTo>
                    <a:cubicBezTo>
                      <a:pt x="169" y="3"/>
                      <a:pt x="166" y="0"/>
                      <a:pt x="162" y="0"/>
                    </a:cubicBezTo>
                    <a:close/>
                    <a:moveTo>
                      <a:pt x="159" y="99"/>
                    </a:moveTo>
                    <a:cubicBezTo>
                      <a:pt x="159" y="103"/>
                      <a:pt x="156" y="106"/>
                      <a:pt x="152" y="106"/>
                    </a:cubicBezTo>
                    <a:cubicBezTo>
                      <a:pt x="17" y="106"/>
                      <a:pt x="17" y="106"/>
                      <a:pt x="17" y="106"/>
                    </a:cubicBezTo>
                    <a:cubicBezTo>
                      <a:pt x="13" y="106"/>
                      <a:pt x="10" y="103"/>
                      <a:pt x="10" y="99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4"/>
                      <a:pt x="13" y="11"/>
                      <a:pt x="17" y="11"/>
                    </a:cubicBezTo>
                    <a:cubicBezTo>
                      <a:pt x="152" y="11"/>
                      <a:pt x="152" y="11"/>
                      <a:pt x="152" y="11"/>
                    </a:cubicBezTo>
                    <a:cubicBezTo>
                      <a:pt x="156" y="11"/>
                      <a:pt x="159" y="14"/>
                      <a:pt x="159" y="18"/>
                    </a:cubicBezTo>
                    <a:cubicBezTo>
                      <a:pt x="159" y="99"/>
                      <a:pt x="159" y="99"/>
                      <a:pt x="159" y="99"/>
                    </a:cubicBezTo>
                    <a:close/>
                  </a:path>
                </a:pathLst>
              </a:custGeom>
              <a:solidFill>
                <a:srgbClr val="3B486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91;p9">
                <a:extLst>
                  <a:ext uri="{FF2B5EF4-FFF2-40B4-BE49-F238E27FC236}">
                    <a16:creationId xmlns:a16="http://schemas.microsoft.com/office/drawing/2014/main" id="{D784871B-CC9A-4E3C-FFFF-73BED70EAE05}"/>
                  </a:ext>
                </a:extLst>
              </p:cNvPr>
              <p:cNvSpPr/>
              <p:nvPr/>
            </p:nvSpPr>
            <p:spPr>
              <a:xfrm>
                <a:off x="65088" y="49212"/>
                <a:ext cx="682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" extrusionOk="0">
                    <a:moveTo>
                      <a:pt x="4" y="26"/>
                    </a:moveTo>
                    <a:cubicBezTo>
                      <a:pt x="3" y="26"/>
                      <a:pt x="2" y="25"/>
                      <a:pt x="1" y="24"/>
                    </a:cubicBezTo>
                    <a:cubicBezTo>
                      <a:pt x="0" y="22"/>
                      <a:pt x="0" y="20"/>
                      <a:pt x="2" y="18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7" y="0"/>
                      <a:pt x="30" y="0"/>
                      <a:pt x="31" y="2"/>
                    </a:cubicBezTo>
                    <a:cubicBezTo>
                      <a:pt x="32" y="4"/>
                      <a:pt x="32" y="6"/>
                      <a:pt x="30" y="8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6" y="25"/>
                      <a:pt x="5" y="26"/>
                      <a:pt x="4" y="26"/>
                    </a:cubicBezTo>
                    <a:close/>
                  </a:path>
                </a:pathLst>
              </a:custGeom>
              <a:solidFill>
                <a:srgbClr val="A0A9C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92;p9">
                <a:extLst>
                  <a:ext uri="{FF2B5EF4-FFF2-40B4-BE49-F238E27FC236}">
                    <a16:creationId xmlns:a16="http://schemas.microsoft.com/office/drawing/2014/main" id="{56636676-EE73-4849-2D3D-7D2095AC715A}"/>
                  </a:ext>
                </a:extLst>
              </p:cNvPr>
              <p:cNvSpPr/>
              <p:nvPr/>
            </p:nvSpPr>
            <p:spPr>
              <a:xfrm>
                <a:off x="69850" y="58737"/>
                <a:ext cx="1238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59" h="44" extrusionOk="0">
                    <a:moveTo>
                      <a:pt x="5" y="44"/>
                    </a:moveTo>
                    <a:cubicBezTo>
                      <a:pt x="3" y="44"/>
                      <a:pt x="2" y="43"/>
                      <a:pt x="1" y="42"/>
                    </a:cubicBezTo>
                    <a:cubicBezTo>
                      <a:pt x="0" y="40"/>
                      <a:pt x="0" y="37"/>
                      <a:pt x="2" y="3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4" y="0"/>
                      <a:pt x="56" y="0"/>
                      <a:pt x="58" y="2"/>
                    </a:cubicBezTo>
                    <a:cubicBezTo>
                      <a:pt x="59" y="4"/>
                      <a:pt x="59" y="7"/>
                      <a:pt x="57" y="8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6" y="43"/>
                      <a:pt x="6" y="44"/>
                      <a:pt x="5" y="44"/>
                    </a:cubicBezTo>
                    <a:close/>
                  </a:path>
                </a:pathLst>
              </a:custGeom>
              <a:solidFill>
                <a:srgbClr val="A0A9C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" name="Google Shape;293;p9">
            <a:extLst>
              <a:ext uri="{FF2B5EF4-FFF2-40B4-BE49-F238E27FC236}">
                <a16:creationId xmlns:a16="http://schemas.microsoft.com/office/drawing/2014/main" id="{F7C29B10-A14A-D3AE-16FB-9CFBA9BDB745}"/>
              </a:ext>
            </a:extLst>
          </p:cNvPr>
          <p:cNvSpPr txBox="1"/>
          <p:nvPr/>
        </p:nvSpPr>
        <p:spPr>
          <a:xfrm>
            <a:off x="261217" y="3245673"/>
            <a:ext cx="253523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B"/>
              </a:buClr>
              <a:buSzPts val="1050"/>
              <a:buFont typeface="Arial"/>
              <a:buNone/>
            </a:pPr>
            <a:r>
              <a:rPr lang="es-ES" sz="1050" b="0" i="0" u="none" strike="noStrike" cap="none">
                <a:solidFill>
                  <a:srgbClr val="232D4B"/>
                </a:solidFill>
                <a:latin typeface="Arial"/>
                <a:ea typeface="Arial"/>
                <a:cs typeface="Arial"/>
                <a:sym typeface="Arial"/>
              </a:rPr>
              <a:t>https://academy.celonis.com/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94;p9">
            <a:extLst>
              <a:ext uri="{FF2B5EF4-FFF2-40B4-BE49-F238E27FC236}">
                <a16:creationId xmlns:a16="http://schemas.microsoft.com/office/drawing/2014/main" id="{6F908AD1-CB36-A1D2-6603-1D4D5716316E}"/>
              </a:ext>
            </a:extLst>
          </p:cNvPr>
          <p:cNvSpPr txBox="1"/>
          <p:nvPr/>
        </p:nvSpPr>
        <p:spPr>
          <a:xfrm>
            <a:off x="261217" y="3516949"/>
            <a:ext cx="409463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B"/>
              </a:buClr>
              <a:buSzPts val="1400"/>
              <a:buFont typeface="Arial"/>
              <a:buNone/>
            </a:pPr>
            <a:r>
              <a:rPr lang="es-ES" sz="1400">
                <a:solidFill>
                  <a:srgbClr val="232D4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s-ES" sz="1400" b="0" i="0" u="none" strike="noStrike" cap="none">
                <a:solidFill>
                  <a:srgbClr val="232D4B"/>
                </a:solidFill>
                <a:latin typeface="Arial"/>
                <a:ea typeface="Arial"/>
                <a:cs typeface="Arial"/>
                <a:sym typeface="Arial"/>
              </a:rPr>
              <a:t>cceso a contenidos formativos a través del sitio oficial de formación de Celonis, lo que facilita el aprendizaje autónomo y flexible desde cualquier ubicación.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95;p9">
            <a:extLst>
              <a:ext uri="{FF2B5EF4-FFF2-40B4-BE49-F238E27FC236}">
                <a16:creationId xmlns:a16="http://schemas.microsoft.com/office/drawing/2014/main" id="{6DC8DB46-300D-A794-C1D5-9A4E37EE8B9E}"/>
              </a:ext>
            </a:extLst>
          </p:cNvPr>
          <p:cNvSpPr txBox="1"/>
          <p:nvPr/>
        </p:nvSpPr>
        <p:spPr>
          <a:xfrm>
            <a:off x="7488461" y="2853960"/>
            <a:ext cx="45498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B"/>
              </a:buClr>
              <a:buSzPts val="2800"/>
              <a:buFont typeface="Arial"/>
              <a:buNone/>
            </a:pPr>
            <a:r>
              <a:rPr lang="es-ES" sz="2800" b="1" i="0" u="none" strike="noStrike" cap="none">
                <a:solidFill>
                  <a:srgbClr val="467F96"/>
                </a:solidFill>
                <a:latin typeface="Arial"/>
                <a:ea typeface="Arial"/>
                <a:cs typeface="Arial"/>
                <a:sym typeface="Arial"/>
              </a:rPr>
              <a:t>Formación especializada</a:t>
            </a:r>
            <a:endParaRPr sz="3200" b="0" i="0" u="none" strike="noStrike" cap="none">
              <a:solidFill>
                <a:srgbClr val="467F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C088461-D629-EB9E-3E3E-5ED909043817}"/>
              </a:ext>
            </a:extLst>
          </p:cNvPr>
          <p:cNvGrpSpPr/>
          <p:nvPr/>
        </p:nvGrpSpPr>
        <p:grpSpPr>
          <a:xfrm>
            <a:off x="6334212" y="2414590"/>
            <a:ext cx="1054100" cy="944880"/>
            <a:chOff x="5067667" y="2491607"/>
            <a:chExt cx="1054100" cy="944880"/>
          </a:xfrm>
        </p:grpSpPr>
        <p:sp>
          <p:nvSpPr>
            <p:cNvPr id="15" name="Google Shape;270;p9">
              <a:extLst>
                <a:ext uri="{FF2B5EF4-FFF2-40B4-BE49-F238E27FC236}">
                  <a16:creationId xmlns:a16="http://schemas.microsoft.com/office/drawing/2014/main" id="{938A0BC3-FF0D-1C3F-A493-DB5C3300D929}"/>
                </a:ext>
              </a:extLst>
            </p:cNvPr>
            <p:cNvSpPr/>
            <p:nvPr/>
          </p:nvSpPr>
          <p:spPr>
            <a:xfrm>
              <a:off x="5067667" y="2491607"/>
              <a:ext cx="1054100" cy="944880"/>
            </a:xfrm>
            <a:prstGeom prst="ellipse">
              <a:avLst/>
            </a:prstGeom>
            <a:solidFill>
              <a:srgbClr val="0072BC"/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77;p9">
              <a:extLst>
                <a:ext uri="{FF2B5EF4-FFF2-40B4-BE49-F238E27FC236}">
                  <a16:creationId xmlns:a16="http://schemas.microsoft.com/office/drawing/2014/main" id="{6087C213-37B2-5F87-4A6C-F52A6040FB77}"/>
                </a:ext>
              </a:extLst>
            </p:cNvPr>
            <p:cNvSpPr/>
            <p:nvPr/>
          </p:nvSpPr>
          <p:spPr>
            <a:xfrm>
              <a:off x="5145672" y="2555107"/>
              <a:ext cx="897890" cy="819150"/>
            </a:xfrm>
            <a:prstGeom prst="ellipse">
              <a:avLst/>
            </a:prstGeom>
            <a:solidFill>
              <a:srgbClr val="00B0F0">
                <a:alpha val="80000"/>
              </a:srgbClr>
            </a:solidFill>
            <a:ln>
              <a:noFill/>
            </a:ln>
          </p:spPr>
          <p:txBody>
            <a:bodyPr spcFirstLastPara="1" wrap="square" lIns="45700" tIns="22850" rIns="45700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" name="Google Shape;297;p9">
              <a:extLst>
                <a:ext uri="{FF2B5EF4-FFF2-40B4-BE49-F238E27FC236}">
                  <a16:creationId xmlns:a16="http://schemas.microsoft.com/office/drawing/2014/main" id="{BC09613D-8002-7BDB-6085-8590294A0D5F}"/>
                </a:ext>
              </a:extLst>
            </p:cNvPr>
            <p:cNvGrpSpPr/>
            <p:nvPr/>
          </p:nvGrpSpPr>
          <p:grpSpPr>
            <a:xfrm>
              <a:off x="5402589" y="2818779"/>
              <a:ext cx="409933" cy="321163"/>
              <a:chOff x="-12701" y="32707"/>
              <a:chExt cx="419101" cy="322893"/>
            </a:xfrm>
          </p:grpSpPr>
          <p:sp>
            <p:nvSpPr>
              <p:cNvPr id="29" name="Google Shape;298;p9">
                <a:extLst>
                  <a:ext uri="{FF2B5EF4-FFF2-40B4-BE49-F238E27FC236}">
                    <a16:creationId xmlns:a16="http://schemas.microsoft.com/office/drawing/2014/main" id="{B88C5137-6ABC-75AB-206A-CCA7316F2753}"/>
                  </a:ext>
                </a:extLst>
              </p:cNvPr>
              <p:cNvSpPr/>
              <p:nvPr/>
            </p:nvSpPr>
            <p:spPr>
              <a:xfrm>
                <a:off x="-12701" y="32707"/>
                <a:ext cx="4064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84" extrusionOk="0">
                    <a:moveTo>
                      <a:pt x="256" y="48"/>
                    </a:moveTo>
                    <a:lnTo>
                      <a:pt x="256" y="48"/>
                    </a:lnTo>
                    <a:lnTo>
                      <a:pt x="254" y="40"/>
                    </a:lnTo>
                    <a:lnTo>
                      <a:pt x="250" y="34"/>
                    </a:lnTo>
                    <a:lnTo>
                      <a:pt x="244" y="28"/>
                    </a:lnTo>
                    <a:lnTo>
                      <a:pt x="238" y="24"/>
                    </a:lnTo>
                    <a:lnTo>
                      <a:pt x="134" y="0"/>
                    </a:lnTo>
                    <a:lnTo>
                      <a:pt x="134" y="0"/>
                    </a:lnTo>
                    <a:lnTo>
                      <a:pt x="128" y="0"/>
                    </a:lnTo>
                    <a:lnTo>
                      <a:pt x="128" y="0"/>
                    </a:lnTo>
                    <a:lnTo>
                      <a:pt x="122" y="0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2" y="28"/>
                    </a:lnTo>
                    <a:lnTo>
                      <a:pt x="6" y="34"/>
                    </a:lnTo>
                    <a:lnTo>
                      <a:pt x="2" y="40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2" y="56"/>
                    </a:lnTo>
                    <a:lnTo>
                      <a:pt x="6" y="62"/>
                    </a:lnTo>
                    <a:lnTo>
                      <a:pt x="12" y="68"/>
                    </a:lnTo>
                    <a:lnTo>
                      <a:pt x="18" y="72"/>
                    </a:lnTo>
                    <a:lnTo>
                      <a:pt x="40" y="76"/>
                    </a:lnTo>
                    <a:lnTo>
                      <a:pt x="40" y="144"/>
                    </a:lnTo>
                    <a:lnTo>
                      <a:pt x="40" y="144"/>
                    </a:lnTo>
                    <a:lnTo>
                      <a:pt x="42" y="152"/>
                    </a:lnTo>
                    <a:lnTo>
                      <a:pt x="44" y="160"/>
                    </a:lnTo>
                    <a:lnTo>
                      <a:pt x="52" y="166"/>
                    </a:lnTo>
                    <a:lnTo>
                      <a:pt x="60" y="172"/>
                    </a:lnTo>
                    <a:lnTo>
                      <a:pt x="72" y="176"/>
                    </a:lnTo>
                    <a:lnTo>
                      <a:pt x="88" y="180"/>
                    </a:lnTo>
                    <a:lnTo>
                      <a:pt x="106" y="184"/>
                    </a:lnTo>
                    <a:lnTo>
                      <a:pt x="128" y="184"/>
                    </a:lnTo>
                    <a:lnTo>
                      <a:pt x="128" y="184"/>
                    </a:lnTo>
                    <a:lnTo>
                      <a:pt x="150" y="184"/>
                    </a:lnTo>
                    <a:lnTo>
                      <a:pt x="168" y="180"/>
                    </a:lnTo>
                    <a:lnTo>
                      <a:pt x="184" y="176"/>
                    </a:lnTo>
                    <a:lnTo>
                      <a:pt x="196" y="172"/>
                    </a:lnTo>
                    <a:lnTo>
                      <a:pt x="204" y="166"/>
                    </a:lnTo>
                    <a:lnTo>
                      <a:pt x="212" y="160"/>
                    </a:lnTo>
                    <a:lnTo>
                      <a:pt x="214" y="152"/>
                    </a:lnTo>
                    <a:lnTo>
                      <a:pt x="216" y="144"/>
                    </a:lnTo>
                    <a:lnTo>
                      <a:pt x="216" y="76"/>
                    </a:lnTo>
                    <a:lnTo>
                      <a:pt x="238" y="72"/>
                    </a:lnTo>
                    <a:lnTo>
                      <a:pt x="238" y="72"/>
                    </a:lnTo>
                    <a:lnTo>
                      <a:pt x="244" y="68"/>
                    </a:lnTo>
                    <a:lnTo>
                      <a:pt x="250" y="62"/>
                    </a:lnTo>
                    <a:lnTo>
                      <a:pt x="254" y="56"/>
                    </a:lnTo>
                    <a:lnTo>
                      <a:pt x="256" y="48"/>
                    </a:lnTo>
                    <a:close/>
                    <a:moveTo>
                      <a:pt x="200" y="144"/>
                    </a:moveTo>
                    <a:lnTo>
                      <a:pt x="200" y="144"/>
                    </a:lnTo>
                    <a:lnTo>
                      <a:pt x="198" y="148"/>
                    </a:lnTo>
                    <a:lnTo>
                      <a:pt x="196" y="152"/>
                    </a:lnTo>
                    <a:lnTo>
                      <a:pt x="190" y="156"/>
                    </a:lnTo>
                    <a:lnTo>
                      <a:pt x="182" y="160"/>
                    </a:lnTo>
                    <a:lnTo>
                      <a:pt x="172" y="162"/>
                    </a:lnTo>
                    <a:lnTo>
                      <a:pt x="160" y="166"/>
                    </a:lnTo>
                    <a:lnTo>
                      <a:pt x="144" y="168"/>
                    </a:lnTo>
                    <a:lnTo>
                      <a:pt x="128" y="168"/>
                    </a:lnTo>
                    <a:lnTo>
                      <a:pt x="128" y="168"/>
                    </a:lnTo>
                    <a:lnTo>
                      <a:pt x="112" y="168"/>
                    </a:lnTo>
                    <a:lnTo>
                      <a:pt x="96" y="166"/>
                    </a:lnTo>
                    <a:lnTo>
                      <a:pt x="84" y="162"/>
                    </a:lnTo>
                    <a:lnTo>
                      <a:pt x="74" y="160"/>
                    </a:lnTo>
                    <a:lnTo>
                      <a:pt x="66" y="156"/>
                    </a:lnTo>
                    <a:lnTo>
                      <a:pt x="60" y="152"/>
                    </a:lnTo>
                    <a:lnTo>
                      <a:pt x="58" y="148"/>
                    </a:lnTo>
                    <a:lnTo>
                      <a:pt x="56" y="144"/>
                    </a:lnTo>
                    <a:lnTo>
                      <a:pt x="56" y="80"/>
                    </a:lnTo>
                    <a:lnTo>
                      <a:pt x="122" y="96"/>
                    </a:lnTo>
                    <a:lnTo>
                      <a:pt x="122" y="96"/>
                    </a:lnTo>
                    <a:lnTo>
                      <a:pt x="128" y="96"/>
                    </a:lnTo>
                    <a:lnTo>
                      <a:pt x="128" y="96"/>
                    </a:lnTo>
                    <a:lnTo>
                      <a:pt x="134" y="96"/>
                    </a:lnTo>
                    <a:lnTo>
                      <a:pt x="200" y="80"/>
                    </a:lnTo>
                    <a:lnTo>
                      <a:pt x="200" y="144"/>
                    </a:lnTo>
                    <a:close/>
                    <a:moveTo>
                      <a:pt x="130" y="80"/>
                    </a:moveTo>
                    <a:lnTo>
                      <a:pt x="130" y="80"/>
                    </a:lnTo>
                    <a:lnTo>
                      <a:pt x="128" y="80"/>
                    </a:lnTo>
                    <a:lnTo>
                      <a:pt x="128" y="80"/>
                    </a:lnTo>
                    <a:lnTo>
                      <a:pt x="126" y="80"/>
                    </a:lnTo>
                    <a:lnTo>
                      <a:pt x="22" y="56"/>
                    </a:lnTo>
                    <a:lnTo>
                      <a:pt x="22" y="56"/>
                    </a:lnTo>
                    <a:lnTo>
                      <a:pt x="18" y="52"/>
                    </a:lnTo>
                    <a:lnTo>
                      <a:pt x="16" y="48"/>
                    </a:lnTo>
                    <a:lnTo>
                      <a:pt x="16" y="48"/>
                    </a:lnTo>
                    <a:lnTo>
                      <a:pt x="18" y="44"/>
                    </a:lnTo>
                    <a:lnTo>
                      <a:pt x="22" y="40"/>
                    </a:lnTo>
                    <a:lnTo>
                      <a:pt x="126" y="16"/>
                    </a:lnTo>
                    <a:lnTo>
                      <a:pt x="126" y="16"/>
                    </a:lnTo>
                    <a:lnTo>
                      <a:pt x="128" y="16"/>
                    </a:lnTo>
                    <a:lnTo>
                      <a:pt x="128" y="16"/>
                    </a:lnTo>
                    <a:lnTo>
                      <a:pt x="130" y="16"/>
                    </a:lnTo>
                    <a:lnTo>
                      <a:pt x="234" y="40"/>
                    </a:lnTo>
                    <a:lnTo>
                      <a:pt x="234" y="40"/>
                    </a:lnTo>
                    <a:lnTo>
                      <a:pt x="238" y="44"/>
                    </a:lnTo>
                    <a:lnTo>
                      <a:pt x="240" y="48"/>
                    </a:lnTo>
                    <a:lnTo>
                      <a:pt x="240" y="48"/>
                    </a:lnTo>
                    <a:lnTo>
                      <a:pt x="238" y="52"/>
                    </a:lnTo>
                    <a:lnTo>
                      <a:pt x="234" y="56"/>
                    </a:lnTo>
                    <a:lnTo>
                      <a:pt x="130" y="8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299;p9">
                <a:extLst>
                  <a:ext uri="{FF2B5EF4-FFF2-40B4-BE49-F238E27FC236}">
                    <a16:creationId xmlns:a16="http://schemas.microsoft.com/office/drawing/2014/main" id="{CE79B467-C281-6B3A-4C86-B3EC6E519E18}"/>
                  </a:ext>
                </a:extLst>
              </p:cNvPr>
              <p:cNvSpPr/>
              <p:nvPr/>
            </p:nvSpPr>
            <p:spPr>
              <a:xfrm>
                <a:off x="368300" y="127000"/>
                <a:ext cx="254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" h="88" extrusionOk="0">
                    <a:moveTo>
                      <a:pt x="0" y="8"/>
                    </a:moveTo>
                    <a:lnTo>
                      <a:pt x="0" y="80"/>
                    </a:lnTo>
                    <a:lnTo>
                      <a:pt x="0" y="80"/>
                    </a:lnTo>
                    <a:lnTo>
                      <a:pt x="0" y="84"/>
                    </a:lnTo>
                    <a:lnTo>
                      <a:pt x="2" y="86"/>
                    </a:lnTo>
                    <a:lnTo>
                      <a:pt x="4" y="88"/>
                    </a:lnTo>
                    <a:lnTo>
                      <a:pt x="8" y="88"/>
                    </a:lnTo>
                    <a:lnTo>
                      <a:pt x="8" y="88"/>
                    </a:lnTo>
                    <a:lnTo>
                      <a:pt x="12" y="88"/>
                    </a:lnTo>
                    <a:lnTo>
                      <a:pt x="14" y="86"/>
                    </a:lnTo>
                    <a:lnTo>
                      <a:pt x="16" y="84"/>
                    </a:lnTo>
                    <a:lnTo>
                      <a:pt x="16" y="80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4"/>
                    </a:lnTo>
                    <a:lnTo>
                      <a:pt x="14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00;p9">
                <a:extLst>
                  <a:ext uri="{FF2B5EF4-FFF2-40B4-BE49-F238E27FC236}">
                    <a16:creationId xmlns:a16="http://schemas.microsoft.com/office/drawing/2014/main" id="{16F94040-4157-2531-8B12-2AC67B3EA44B}"/>
                  </a:ext>
                </a:extLst>
              </p:cNvPr>
              <p:cNvSpPr/>
              <p:nvPr/>
            </p:nvSpPr>
            <p:spPr>
              <a:xfrm>
                <a:off x="355600" y="279400"/>
                <a:ext cx="50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48" extrusionOk="0">
                    <a:moveTo>
                      <a:pt x="16" y="0"/>
                    </a:moveTo>
                    <a:lnTo>
                      <a:pt x="16" y="0"/>
                    </a:lnTo>
                    <a:lnTo>
                      <a:pt x="12" y="2"/>
                    </a:lnTo>
                    <a:lnTo>
                      <a:pt x="10" y="4"/>
                    </a:lnTo>
                    <a:lnTo>
                      <a:pt x="4" y="12"/>
                    </a:lnTo>
                    <a:lnTo>
                      <a:pt x="2" y="24"/>
                    </a:lnTo>
                    <a:lnTo>
                      <a:pt x="0" y="32"/>
                    </a:lnTo>
                    <a:lnTo>
                      <a:pt x="0" y="32"/>
                    </a:lnTo>
                    <a:lnTo>
                      <a:pt x="2" y="38"/>
                    </a:lnTo>
                    <a:lnTo>
                      <a:pt x="4" y="44"/>
                    </a:lnTo>
                    <a:lnTo>
                      <a:pt x="10" y="46"/>
                    </a:lnTo>
                    <a:lnTo>
                      <a:pt x="16" y="48"/>
                    </a:lnTo>
                    <a:lnTo>
                      <a:pt x="16" y="48"/>
                    </a:lnTo>
                    <a:lnTo>
                      <a:pt x="22" y="46"/>
                    </a:lnTo>
                    <a:lnTo>
                      <a:pt x="28" y="44"/>
                    </a:lnTo>
                    <a:lnTo>
                      <a:pt x="30" y="38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30" y="24"/>
                    </a:lnTo>
                    <a:lnTo>
                      <a:pt x="28" y="12"/>
                    </a:lnTo>
                    <a:lnTo>
                      <a:pt x="22" y="4"/>
                    </a:lnTo>
                    <a:lnTo>
                      <a:pt x="20" y="2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" name="Google Shape;303;p9">
            <a:extLst>
              <a:ext uri="{FF2B5EF4-FFF2-40B4-BE49-F238E27FC236}">
                <a16:creationId xmlns:a16="http://schemas.microsoft.com/office/drawing/2014/main" id="{E3F0E4E5-D56E-11F9-9B9A-B3989ED5503E}"/>
              </a:ext>
            </a:extLst>
          </p:cNvPr>
          <p:cNvSpPr txBox="1"/>
          <p:nvPr/>
        </p:nvSpPr>
        <p:spPr>
          <a:xfrm>
            <a:off x="405787" y="327496"/>
            <a:ext cx="12206468" cy="52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4400" marR="0" lvl="0" indent="0" algn="l" rtl="0">
              <a:lnSpc>
                <a:spcPct val="90000"/>
              </a:lnSpc>
              <a:spcBef>
                <a:spcPts val="75"/>
              </a:spcBef>
              <a:spcAft>
                <a:spcPts val="0"/>
              </a:spcAft>
              <a:buNone/>
            </a:pPr>
            <a:endParaRPr sz="3000">
              <a:solidFill>
                <a:schemeClr val="accent5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D3B2DCE7-DB73-828B-93A5-DE5F5EEE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4"/>
            <a:ext cx="11376025" cy="376236"/>
          </a:xfrm>
        </p:spPr>
        <p:txBody>
          <a:bodyPr/>
          <a:lstStyle/>
          <a:p>
            <a:r>
              <a:rPr lang="es-ES"/>
              <a:t>Modalidades de formación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A6A0995-4564-C211-5B26-CB0E1D225904}"/>
              </a:ext>
            </a:extLst>
          </p:cNvPr>
          <p:cNvSpPr txBox="1"/>
          <p:nvPr/>
        </p:nvSpPr>
        <p:spPr>
          <a:xfrm>
            <a:off x="396240" y="7810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Conceptos básicos de Minado de procesos</a:t>
            </a:r>
            <a:endParaRPr lang="es-E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D7D1-3D02-A01A-AD08-1897428B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4153-265D-69E3-BC74-35D3ABE3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Qué veremos en este bloque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CC85E-81C7-D220-A8F9-D6D285AEB2D6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322A9-90DD-30E6-9A16-33CCFBB39788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59" name="Rounded Rectangle 3">
            <a:extLst>
              <a:ext uri="{FF2B5EF4-FFF2-40B4-BE49-F238E27FC236}">
                <a16:creationId xmlns:a16="http://schemas.microsoft.com/office/drawing/2014/main" id="{86A7B98B-9300-75A6-7271-47492FE73285}"/>
              </a:ext>
            </a:extLst>
          </p:cNvPr>
          <p:cNvSpPr/>
          <p:nvPr/>
        </p:nvSpPr>
        <p:spPr>
          <a:xfrm>
            <a:off x="411480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5">
            <a:extLst>
              <a:ext uri="{FF2B5EF4-FFF2-40B4-BE49-F238E27FC236}">
                <a16:creationId xmlns:a16="http://schemas.microsoft.com/office/drawing/2014/main" id="{44810A7F-DA26-26B7-377A-74981B48C65A}"/>
              </a:ext>
            </a:extLst>
          </p:cNvPr>
          <p:cNvSpPr txBox="1"/>
          <p:nvPr/>
        </p:nvSpPr>
        <p:spPr>
          <a:xfrm>
            <a:off x="411480" y="3172968"/>
            <a:ext cx="26974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  <a:p>
            <a:pPr algn="ctr">
              <a:spcAft>
                <a:spcPts val="0"/>
              </a:spcAft>
            </a:pPr>
            <a:endParaRPr sz="15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65" name="TextBox 6">
            <a:extLst>
              <a:ext uri="{FF2B5EF4-FFF2-40B4-BE49-F238E27FC236}">
                <a16:creationId xmlns:a16="http://schemas.microsoft.com/office/drawing/2014/main" id="{4E0F06B5-F5D2-095A-B287-FCDB00B21E36}"/>
              </a:ext>
            </a:extLst>
          </p:cNvPr>
          <p:cNvSpPr txBox="1"/>
          <p:nvPr/>
        </p:nvSpPr>
        <p:spPr>
          <a:xfrm>
            <a:off x="594360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Conceptos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básicos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minería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procesos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F7AF73F6-6921-4C7B-E08D-DD3C05AABC20}"/>
              </a:ext>
            </a:extLst>
          </p:cNvPr>
          <p:cNvSpPr/>
          <p:nvPr/>
        </p:nvSpPr>
        <p:spPr>
          <a:xfrm>
            <a:off x="3355848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008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9">
            <a:extLst>
              <a:ext uri="{FF2B5EF4-FFF2-40B4-BE49-F238E27FC236}">
                <a16:creationId xmlns:a16="http://schemas.microsoft.com/office/drawing/2014/main" id="{521A1F91-E0CC-DDC9-303B-05B5C440EC2B}"/>
              </a:ext>
            </a:extLst>
          </p:cNvPr>
          <p:cNvSpPr txBox="1"/>
          <p:nvPr/>
        </p:nvSpPr>
        <p:spPr>
          <a:xfrm>
            <a:off x="3355848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73" name="TextBox 10">
            <a:extLst>
              <a:ext uri="{FF2B5EF4-FFF2-40B4-BE49-F238E27FC236}">
                <a16:creationId xmlns:a16="http://schemas.microsoft.com/office/drawing/2014/main" id="{D76898F9-6DA5-36B1-FCCE-D0966668D0A0}"/>
              </a:ext>
            </a:extLst>
          </p:cNvPr>
          <p:cNvSpPr txBox="1"/>
          <p:nvPr/>
        </p:nvSpPr>
        <p:spPr>
          <a:xfrm>
            <a:off x="3538728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Conexión</a:t>
            </a:r>
            <a:endParaRPr sz="13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al </a:t>
            </a:r>
            <a:r>
              <a:rPr sz="1300" b="1" err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entorno</a:t>
            </a:r>
            <a:endParaRPr sz="13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75" name="Rounded Rectangle 11">
            <a:extLst>
              <a:ext uri="{FF2B5EF4-FFF2-40B4-BE49-F238E27FC236}">
                <a16:creationId xmlns:a16="http://schemas.microsoft.com/office/drawing/2014/main" id="{F6569908-0EBD-659C-F45A-415A03680339}"/>
              </a:ext>
            </a:extLst>
          </p:cNvPr>
          <p:cNvSpPr/>
          <p:nvPr/>
        </p:nvSpPr>
        <p:spPr>
          <a:xfrm>
            <a:off x="6300216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12" descr="03_navegacion_azul.png">
            <a:extLst>
              <a:ext uri="{FF2B5EF4-FFF2-40B4-BE49-F238E27FC236}">
                <a16:creationId xmlns:a16="http://schemas.microsoft.com/office/drawing/2014/main" id="{A198E7F5-DF32-82F7-6715-3F931715A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2" y="2313432"/>
            <a:ext cx="768096" cy="768096"/>
          </a:xfrm>
          <a:prstGeom prst="rect">
            <a:avLst/>
          </a:prstGeom>
        </p:spPr>
      </p:pic>
      <p:sp>
        <p:nvSpPr>
          <p:cNvPr id="79" name="TextBox 13">
            <a:extLst>
              <a:ext uri="{FF2B5EF4-FFF2-40B4-BE49-F238E27FC236}">
                <a16:creationId xmlns:a16="http://schemas.microsoft.com/office/drawing/2014/main" id="{475F3EB0-511C-C34E-22D0-864AD3DB4BAD}"/>
              </a:ext>
            </a:extLst>
          </p:cNvPr>
          <p:cNvSpPr txBox="1"/>
          <p:nvPr/>
        </p:nvSpPr>
        <p:spPr>
          <a:xfrm>
            <a:off x="6300216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81" name="TextBox 14">
            <a:extLst>
              <a:ext uri="{FF2B5EF4-FFF2-40B4-BE49-F238E27FC236}">
                <a16:creationId xmlns:a16="http://schemas.microsoft.com/office/drawing/2014/main" id="{DCCC4FB0-3F3C-2991-A867-98D6C1BE5C4F}"/>
              </a:ext>
            </a:extLst>
          </p:cNvPr>
          <p:cNvSpPr txBox="1"/>
          <p:nvPr/>
        </p:nvSpPr>
        <p:spPr>
          <a:xfrm>
            <a:off x="6483096" y="3593591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Navegación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cuadros de mando</a:t>
            </a:r>
          </a:p>
        </p:txBody>
      </p:sp>
      <p:sp>
        <p:nvSpPr>
          <p:cNvPr id="83" name="Rounded Rectangle 15">
            <a:extLst>
              <a:ext uri="{FF2B5EF4-FFF2-40B4-BE49-F238E27FC236}">
                <a16:creationId xmlns:a16="http://schemas.microsoft.com/office/drawing/2014/main" id="{966D0473-303E-E919-4C33-588E3D7749CC}"/>
              </a:ext>
            </a:extLst>
          </p:cNvPr>
          <p:cNvSpPr/>
          <p:nvPr/>
        </p:nvSpPr>
        <p:spPr>
          <a:xfrm>
            <a:off x="9244584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16" descr="04_filtros_azul.png">
            <a:extLst>
              <a:ext uri="{FF2B5EF4-FFF2-40B4-BE49-F238E27FC236}">
                <a16:creationId xmlns:a16="http://schemas.microsoft.com/office/drawing/2014/main" id="{9006F479-F226-C474-0704-5289B2583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276" y="2313432"/>
            <a:ext cx="768096" cy="768096"/>
          </a:xfrm>
          <a:prstGeom prst="rect">
            <a:avLst/>
          </a:prstGeom>
        </p:spPr>
      </p:pic>
      <p:sp>
        <p:nvSpPr>
          <p:cNvPr id="87" name="TextBox 17">
            <a:extLst>
              <a:ext uri="{FF2B5EF4-FFF2-40B4-BE49-F238E27FC236}">
                <a16:creationId xmlns:a16="http://schemas.microsoft.com/office/drawing/2014/main" id="{A4370573-EDE3-0B0B-0323-437CA0CBB6CA}"/>
              </a:ext>
            </a:extLst>
          </p:cNvPr>
          <p:cNvSpPr txBox="1"/>
          <p:nvPr/>
        </p:nvSpPr>
        <p:spPr>
          <a:xfrm>
            <a:off x="9244584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89" name="TextBox 18">
            <a:extLst>
              <a:ext uri="{FF2B5EF4-FFF2-40B4-BE49-F238E27FC236}">
                <a16:creationId xmlns:a16="http://schemas.microsoft.com/office/drawing/2014/main" id="{F4DB1FBF-64BE-AA18-AFA8-5C244830EE2A}"/>
              </a:ext>
            </a:extLst>
          </p:cNvPr>
          <p:cNvSpPr txBox="1"/>
          <p:nvPr/>
        </p:nvSpPr>
        <p:spPr>
          <a:xfrm>
            <a:off x="9427463" y="3593591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Filtros</a:t>
            </a:r>
          </a:p>
        </p:txBody>
      </p:sp>
      <p:pic>
        <p:nvPicPr>
          <p:cNvPr id="91" name="Picture 9" descr="02_conexion_blanco.png">
            <a:extLst>
              <a:ext uri="{FF2B5EF4-FFF2-40B4-BE49-F238E27FC236}">
                <a16:creationId xmlns:a16="http://schemas.microsoft.com/office/drawing/2014/main" id="{DDC0CF15-05B5-DDEC-99A1-E3D3B66A2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2313432"/>
            <a:ext cx="786384" cy="786384"/>
          </a:xfrm>
          <a:prstGeom prst="rect">
            <a:avLst/>
          </a:prstGeom>
        </p:spPr>
      </p:pic>
      <p:pic>
        <p:nvPicPr>
          <p:cNvPr id="95" name="Picture 7" descr="01_conceptos_azul.png">
            <a:extLst>
              <a:ext uri="{FF2B5EF4-FFF2-40B4-BE49-F238E27FC236}">
                <a16:creationId xmlns:a16="http://schemas.microsoft.com/office/drawing/2014/main" id="{95522221-D0B0-13F6-317B-C5029CAC0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028" y="2313432"/>
            <a:ext cx="786384" cy="78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3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Century Gothic" panose="020B0502020202020204" pitchFamily="34" charset="0"/>
              </a:rPr>
              <a:t>Conexión</a:t>
            </a:r>
            <a:r>
              <a:rPr>
                <a:latin typeface="Century Gothic" panose="020B0502020202020204" pitchFamily="34" charset="0"/>
              </a:rPr>
              <a:t> al </a:t>
            </a:r>
            <a:r>
              <a:rPr err="1">
                <a:latin typeface="Century Gothic" panose="020B0502020202020204" pitchFamily="34" charset="0"/>
              </a:rPr>
              <a:t>entorno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9" y="832373"/>
            <a:ext cx="5742432" cy="117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 err="1">
                <a:solidFill>
                  <a:srgbClr val="0080B1"/>
                </a:solidFill>
                <a:latin typeface="Century Gothic" panose="020B0502020202020204" pitchFamily="34" charset="0"/>
              </a:rPr>
              <a:t>Dirección</a:t>
            </a:r>
            <a:r>
              <a:rPr sz="1200" b="1">
                <a:solidFill>
                  <a:srgbClr val="0080B1"/>
                </a:solidFill>
                <a:latin typeface="Century Gothic" panose="020B0502020202020204" pitchFamily="34" charset="0"/>
              </a:rPr>
              <a:t> del </a:t>
            </a:r>
            <a:r>
              <a:rPr sz="1200" b="1" err="1">
                <a:solidFill>
                  <a:srgbClr val="0080B1"/>
                </a:solidFill>
                <a:latin typeface="Century Gothic" panose="020B0502020202020204" pitchFamily="34" charset="0"/>
              </a:rPr>
              <a:t>entorno</a:t>
            </a:r>
            <a:r>
              <a:rPr lang="es-ES" sz="1200" b="1">
                <a:solidFill>
                  <a:srgbClr val="0080B1"/>
                </a:solidFill>
                <a:latin typeface="Century Gothic" panose="020B0502020202020204" pitchFamily="34" charset="0"/>
              </a:rPr>
              <a:t>:</a:t>
            </a:r>
            <a:endParaRPr sz="1200" b="1">
              <a:solidFill>
                <a:srgbClr val="0080B1"/>
              </a:solidFill>
              <a:latin typeface="Century Gothic" panose="020B0502020202020204" pitchFamily="34" charset="0"/>
            </a:endParaRPr>
          </a:p>
          <a:p>
            <a:pPr lvl="0">
              <a:lnSpc>
                <a:spcPct val="85000"/>
              </a:lnSpc>
            </a:pPr>
            <a:r>
              <a:rPr lang="es-ES" sz="1600">
                <a:latin typeface="Century Gothic" panose="020B0502020202020204" pitchFamily="34" charset="0"/>
                <a:ea typeface="Poppins"/>
                <a:cs typeface="Poppins"/>
                <a:sym typeface="Poppins"/>
                <a:hlinkClick r:id="rId2"/>
              </a:rPr>
              <a:t>https://madrid-digital.eu-1.celonis.cloud/</a:t>
            </a:r>
            <a:endParaRPr lang="es-ES" sz="1600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  <a:p>
            <a:pPr lvl="0">
              <a:lnSpc>
                <a:spcPct val="85000"/>
              </a:lnSpc>
            </a:pPr>
            <a:endParaRPr lang="es-ES" sz="1600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  <a:p>
            <a:pPr>
              <a:spcAft>
                <a:spcPts val="0"/>
              </a:spcAft>
            </a:pPr>
            <a:r>
              <a:rPr sz="1300">
                <a:latin typeface="Century Gothic" panose="020B0502020202020204" pitchFamily="34" charset="0"/>
              </a:rPr>
              <a:t>El </a:t>
            </a:r>
            <a:r>
              <a:rPr sz="1300" err="1">
                <a:latin typeface="Century Gothic" panose="020B0502020202020204" pitchFamily="34" charset="0"/>
              </a:rPr>
              <a:t>acceso</a:t>
            </a:r>
            <a:r>
              <a:rPr sz="1300">
                <a:latin typeface="Century Gothic" panose="020B0502020202020204" pitchFamily="34" charset="0"/>
              </a:rPr>
              <a:t> habitual se </a:t>
            </a:r>
            <a:r>
              <a:rPr sz="1300" err="1">
                <a:latin typeface="Century Gothic" panose="020B0502020202020204" pitchFamily="34" charset="0"/>
              </a:rPr>
              <a:t>realiza</a:t>
            </a:r>
            <a:r>
              <a:rPr sz="1300">
                <a:latin typeface="Century Gothic" panose="020B0502020202020204" pitchFamily="34" charset="0"/>
              </a:rPr>
              <a:t> con las </a:t>
            </a:r>
            <a:r>
              <a:rPr sz="1300" err="1">
                <a:latin typeface="Century Gothic" panose="020B0502020202020204" pitchFamily="34" charset="0"/>
              </a:rPr>
              <a:t>credenciales</a:t>
            </a:r>
            <a:r>
              <a:rPr sz="1300">
                <a:latin typeface="Century Gothic" panose="020B0502020202020204" pitchFamily="34" charset="0"/>
              </a:rPr>
              <a:t> </a:t>
            </a:r>
            <a:r>
              <a:rPr sz="1300" err="1">
                <a:latin typeface="Century Gothic" panose="020B0502020202020204" pitchFamily="34" charset="0"/>
              </a:rPr>
              <a:t>corporativas</a:t>
            </a:r>
            <a:r>
              <a:rPr sz="1300">
                <a:latin typeface="Century Gothic" panose="020B0502020202020204" pitchFamily="34" charset="0"/>
              </a:rPr>
              <a:t> de Directorio </a:t>
            </a:r>
            <a:r>
              <a:rPr sz="1300" err="1">
                <a:latin typeface="Century Gothic" panose="020B0502020202020204" pitchFamily="34" charset="0"/>
              </a:rPr>
              <a:t>Activo</a:t>
            </a:r>
            <a:r>
              <a:rPr sz="130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999" y="2140772"/>
            <a:ext cx="5742432" cy="214884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solidFill>
              <a:srgbClr val="467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19456" rIns="256032" rtlCol="0" anchor="ctr"/>
          <a:lstStyle/>
          <a:p>
            <a:pPr algn="ctr">
              <a:spcAft>
                <a:spcPts val="1000"/>
              </a:spcAft>
            </a:pPr>
            <a:r>
              <a:rPr sz="1400" b="1" err="1">
                <a:solidFill>
                  <a:srgbClr val="070F26"/>
                </a:solidFill>
                <a:latin typeface="Century Gothic" panose="020B0502020202020204" pitchFamily="34" charset="0"/>
              </a:rPr>
              <a:t>Usuarios</a:t>
            </a:r>
            <a:r>
              <a:rPr sz="1400" b="1">
                <a:solidFill>
                  <a:srgbClr val="070F26"/>
                </a:solidFill>
                <a:latin typeface="Century Gothic" panose="020B0502020202020204" pitchFamily="34" charset="0"/>
              </a:rPr>
              <a:t> sin </a:t>
            </a:r>
            <a:r>
              <a:rPr sz="1400" b="1" err="1">
                <a:solidFill>
                  <a:srgbClr val="070F26"/>
                </a:solidFill>
                <a:latin typeface="Century Gothic" panose="020B0502020202020204" pitchFamily="34" charset="0"/>
              </a:rPr>
              <a:t>alta</a:t>
            </a:r>
            <a:r>
              <a:rPr sz="1400" b="1">
                <a:solidFill>
                  <a:srgbClr val="070F26"/>
                </a:solidFill>
                <a:latin typeface="Century Gothic" panose="020B0502020202020204" pitchFamily="34" charset="0"/>
              </a:rPr>
              <a:t> </a:t>
            </a:r>
            <a:r>
              <a:rPr sz="1400" b="1" err="1">
                <a:solidFill>
                  <a:srgbClr val="070F26"/>
                </a:solidFill>
                <a:latin typeface="Century Gothic" panose="020B0502020202020204" pitchFamily="34" charset="0"/>
              </a:rPr>
              <a:t>en</a:t>
            </a:r>
            <a:r>
              <a:rPr sz="1400" b="1">
                <a:solidFill>
                  <a:srgbClr val="070F26"/>
                </a:solidFill>
                <a:latin typeface="Century Gothic" panose="020B0502020202020204" pitchFamily="34" charset="0"/>
              </a:rPr>
              <a:t> Directorio </a:t>
            </a:r>
            <a:r>
              <a:rPr sz="1400" b="1" err="1">
                <a:solidFill>
                  <a:srgbClr val="070F26"/>
                </a:solidFill>
                <a:latin typeface="Century Gothic" panose="020B0502020202020204" pitchFamily="34" charset="0"/>
              </a:rPr>
              <a:t>Activo</a:t>
            </a:r>
            <a:endParaRPr sz="1400" b="1">
              <a:solidFill>
                <a:srgbClr val="070F26"/>
              </a:solidFill>
              <a:latin typeface="Century Gothic" panose="020B0502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200" err="1">
                <a:solidFill>
                  <a:schemeClr val="tx1"/>
                </a:solidFill>
                <a:latin typeface="Century Gothic" panose="020B0502020202020204" pitchFamily="34" charset="0"/>
              </a:rPr>
              <a:t>Acceso</a:t>
            </a:r>
            <a:r>
              <a:rPr sz="1200">
                <a:solidFill>
                  <a:schemeClr val="tx1"/>
                </a:solidFill>
                <a:latin typeface="Century Gothic" panose="020B0502020202020204" pitchFamily="34" charset="0"/>
              </a:rPr>
              <a:t> alternativo </a:t>
            </a:r>
            <a:r>
              <a:rPr sz="1200" err="1">
                <a:solidFill>
                  <a:schemeClr val="tx1"/>
                </a:solidFill>
                <a:latin typeface="Century Gothic" panose="020B0502020202020204" pitchFamily="34" charset="0"/>
              </a:rPr>
              <a:t>mediante</a:t>
            </a:r>
            <a:r>
              <a:rPr sz="1200">
                <a:solidFill>
                  <a:schemeClr val="tx1"/>
                </a:solidFill>
                <a:latin typeface="Century Gothic" panose="020B0502020202020204" pitchFamily="34" charset="0"/>
              </a:rPr>
              <a:t> el </a:t>
            </a:r>
            <a:r>
              <a:rPr sz="1200" err="1">
                <a:solidFill>
                  <a:schemeClr val="tx1"/>
                </a:solidFill>
                <a:latin typeface="Century Gothic" panose="020B0502020202020204" pitchFamily="34" charset="0"/>
              </a:rPr>
              <a:t>formulario</a:t>
            </a:r>
            <a:r>
              <a:rPr sz="1200">
                <a:solidFill>
                  <a:schemeClr val="tx1"/>
                </a:solidFill>
                <a:latin typeface="Century Gothic" panose="020B0502020202020204" pitchFamily="34" charset="0"/>
              </a:rPr>
              <a:t> de login </a:t>
            </a:r>
            <a:r>
              <a:rPr sz="1200" err="1">
                <a:solidFill>
                  <a:schemeClr val="tx1"/>
                </a:solidFill>
                <a:latin typeface="Century Gothic" panose="020B0502020202020204" pitchFamily="34" charset="0"/>
              </a:rPr>
              <a:t>directo</a:t>
            </a:r>
            <a:r>
              <a:rPr sz="1200">
                <a:solidFill>
                  <a:schemeClr val="tx1"/>
                </a:solidFill>
                <a:latin typeface="Century Gothic" panose="020B0502020202020204" pitchFamily="34" charset="0"/>
              </a:rPr>
              <a:t> del </a:t>
            </a:r>
            <a:r>
              <a:rPr sz="1200" err="1">
                <a:solidFill>
                  <a:schemeClr val="tx1"/>
                </a:solidFill>
                <a:latin typeface="Century Gothic" panose="020B0502020202020204" pitchFamily="34" charset="0"/>
              </a:rPr>
              <a:t>entorno</a:t>
            </a:r>
            <a:r>
              <a:rPr sz="120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Las </a:t>
            </a:r>
            <a:r>
              <a:rPr sz="1200" err="1">
                <a:solidFill>
                  <a:srgbClr val="6B7080"/>
                </a:solidFill>
                <a:latin typeface="Century Gothic" panose="020B0502020202020204" pitchFamily="34" charset="0"/>
              </a:rPr>
              <a:t>credenciales</a:t>
            </a: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 de la </a:t>
            </a:r>
            <a:r>
              <a:rPr sz="1200" err="1">
                <a:solidFill>
                  <a:srgbClr val="6B7080"/>
                </a:solidFill>
                <a:latin typeface="Century Gothic" panose="020B0502020202020204" pitchFamily="34" charset="0"/>
              </a:rPr>
              <a:t>sesión</a:t>
            </a: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 de </a:t>
            </a:r>
            <a:r>
              <a:rPr sz="1200" err="1">
                <a:solidFill>
                  <a:srgbClr val="6B7080"/>
                </a:solidFill>
                <a:latin typeface="Century Gothic" panose="020B0502020202020204" pitchFamily="34" charset="0"/>
              </a:rPr>
              <a:t>formación</a:t>
            </a: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 se </a:t>
            </a:r>
            <a:r>
              <a:rPr sz="1200" err="1">
                <a:solidFill>
                  <a:srgbClr val="6B7080"/>
                </a:solidFill>
                <a:latin typeface="Century Gothic" panose="020B0502020202020204" pitchFamily="34" charset="0"/>
              </a:rPr>
              <a:t>facilitarán</a:t>
            </a: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 al </a:t>
            </a:r>
            <a:r>
              <a:rPr sz="1200" err="1">
                <a:solidFill>
                  <a:srgbClr val="6B7080"/>
                </a:solidFill>
                <a:latin typeface="Century Gothic" panose="020B0502020202020204" pitchFamily="34" charset="0"/>
              </a:rPr>
              <a:t>inicio</a:t>
            </a: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 de la </a:t>
            </a:r>
            <a:r>
              <a:rPr sz="1200" err="1">
                <a:solidFill>
                  <a:srgbClr val="6B7080"/>
                </a:solidFill>
                <a:latin typeface="Century Gothic" panose="020B0502020202020204" pitchFamily="34" charset="0"/>
              </a:rPr>
              <a:t>sesión</a:t>
            </a:r>
            <a:r>
              <a:rPr sz="1200">
                <a:solidFill>
                  <a:srgbClr val="6B7080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D0A7B5-1BCC-56FA-E249-EDE7D8311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509" y="970387"/>
            <a:ext cx="2999070" cy="49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53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EA62-4FF5-7714-E4F6-C7B7CACC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6E514-F116-6E31-68E4-D076C5EA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Qué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veremos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en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este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bloque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1076B-6EE6-65D6-C33C-9A0B77F78F01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6A4BF-A8E0-13DA-9E2D-2B5939BADDF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122" name="Rounded Rectangle 3">
            <a:extLst>
              <a:ext uri="{FF2B5EF4-FFF2-40B4-BE49-F238E27FC236}">
                <a16:creationId xmlns:a16="http://schemas.microsoft.com/office/drawing/2014/main" id="{983923FB-50A6-5913-1CB7-F3F5BE3F0030}"/>
              </a:ext>
            </a:extLst>
          </p:cNvPr>
          <p:cNvSpPr/>
          <p:nvPr/>
        </p:nvSpPr>
        <p:spPr>
          <a:xfrm>
            <a:off x="411480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5">
            <a:extLst>
              <a:ext uri="{FF2B5EF4-FFF2-40B4-BE49-F238E27FC236}">
                <a16:creationId xmlns:a16="http://schemas.microsoft.com/office/drawing/2014/main" id="{8C3C1A54-6356-C8E6-721D-16179DDA9654}"/>
              </a:ext>
            </a:extLst>
          </p:cNvPr>
          <p:cNvSpPr txBox="1"/>
          <p:nvPr/>
        </p:nvSpPr>
        <p:spPr>
          <a:xfrm>
            <a:off x="411480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1</a:t>
            </a:r>
            <a:endParaRPr sz="15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26" name="TextBox 6">
            <a:extLst>
              <a:ext uri="{FF2B5EF4-FFF2-40B4-BE49-F238E27FC236}">
                <a16:creationId xmlns:a16="http://schemas.microsoft.com/office/drawing/2014/main" id="{8AF0953E-3F1F-25EB-3D16-064639D779E3}"/>
              </a:ext>
            </a:extLst>
          </p:cNvPr>
          <p:cNvSpPr txBox="1"/>
          <p:nvPr/>
        </p:nvSpPr>
        <p:spPr>
          <a:xfrm>
            <a:off x="594360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Conceptos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básicos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minería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procesos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28" name="Rounded Rectangle 7">
            <a:extLst>
              <a:ext uri="{FF2B5EF4-FFF2-40B4-BE49-F238E27FC236}">
                <a16:creationId xmlns:a16="http://schemas.microsoft.com/office/drawing/2014/main" id="{5EFAC773-DB26-3BC8-D7DD-1E85EDA4C9DC}"/>
              </a:ext>
            </a:extLst>
          </p:cNvPr>
          <p:cNvSpPr/>
          <p:nvPr/>
        </p:nvSpPr>
        <p:spPr>
          <a:xfrm>
            <a:off x="3355848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9">
            <a:extLst>
              <a:ext uri="{FF2B5EF4-FFF2-40B4-BE49-F238E27FC236}">
                <a16:creationId xmlns:a16="http://schemas.microsoft.com/office/drawing/2014/main" id="{55690B79-4A4F-48FB-5627-8C893D42CFBB}"/>
              </a:ext>
            </a:extLst>
          </p:cNvPr>
          <p:cNvSpPr txBox="1"/>
          <p:nvPr/>
        </p:nvSpPr>
        <p:spPr>
          <a:xfrm>
            <a:off x="3355848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2</a:t>
            </a:r>
            <a:endParaRPr sz="15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2" name="TextBox 10">
            <a:extLst>
              <a:ext uri="{FF2B5EF4-FFF2-40B4-BE49-F238E27FC236}">
                <a16:creationId xmlns:a16="http://schemas.microsoft.com/office/drawing/2014/main" id="{7D42A4CF-8359-E46A-855A-3C6B467F5A94}"/>
              </a:ext>
            </a:extLst>
          </p:cNvPr>
          <p:cNvSpPr txBox="1"/>
          <p:nvPr/>
        </p:nvSpPr>
        <p:spPr>
          <a:xfrm>
            <a:off x="3538728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Conexión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al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entorno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4" name="Rounded Rectangle 11">
            <a:extLst>
              <a:ext uri="{FF2B5EF4-FFF2-40B4-BE49-F238E27FC236}">
                <a16:creationId xmlns:a16="http://schemas.microsoft.com/office/drawing/2014/main" id="{ED47B5C8-5D02-0905-219C-CBB9113B0066}"/>
              </a:ext>
            </a:extLst>
          </p:cNvPr>
          <p:cNvSpPr/>
          <p:nvPr/>
        </p:nvSpPr>
        <p:spPr>
          <a:xfrm>
            <a:off x="6300216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008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">
            <a:extLst>
              <a:ext uri="{FF2B5EF4-FFF2-40B4-BE49-F238E27FC236}">
                <a16:creationId xmlns:a16="http://schemas.microsoft.com/office/drawing/2014/main" id="{EFB74C25-0DC9-E6BE-41B4-6A51BB1B77D4}"/>
              </a:ext>
            </a:extLst>
          </p:cNvPr>
          <p:cNvSpPr txBox="1"/>
          <p:nvPr/>
        </p:nvSpPr>
        <p:spPr>
          <a:xfrm>
            <a:off x="6300216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140" name="TextBox 14">
            <a:extLst>
              <a:ext uri="{FF2B5EF4-FFF2-40B4-BE49-F238E27FC236}">
                <a16:creationId xmlns:a16="http://schemas.microsoft.com/office/drawing/2014/main" id="{4BE4F80E-C5BB-6206-857B-896847EC983F}"/>
              </a:ext>
            </a:extLst>
          </p:cNvPr>
          <p:cNvSpPr txBox="1"/>
          <p:nvPr/>
        </p:nvSpPr>
        <p:spPr>
          <a:xfrm>
            <a:off x="6483096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Navegación</a:t>
            </a:r>
            <a:endParaRPr sz="13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 err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cuadros</a:t>
            </a:r>
            <a:r>
              <a:rPr sz="13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300" b="1" err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mando</a:t>
            </a:r>
            <a:endParaRPr sz="13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42" name="Rounded Rectangle 15">
            <a:extLst>
              <a:ext uri="{FF2B5EF4-FFF2-40B4-BE49-F238E27FC236}">
                <a16:creationId xmlns:a16="http://schemas.microsoft.com/office/drawing/2014/main" id="{C5D2CBA7-F2BF-ED72-8106-0E3756F0DBD3}"/>
              </a:ext>
            </a:extLst>
          </p:cNvPr>
          <p:cNvSpPr/>
          <p:nvPr/>
        </p:nvSpPr>
        <p:spPr>
          <a:xfrm>
            <a:off x="9244584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4" name="Picture 16" descr="04_filtros_azul.png">
            <a:extLst>
              <a:ext uri="{FF2B5EF4-FFF2-40B4-BE49-F238E27FC236}">
                <a16:creationId xmlns:a16="http://schemas.microsoft.com/office/drawing/2014/main" id="{7B470C54-B4AF-B26B-36EE-2907D62AE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6" y="2313432"/>
            <a:ext cx="768096" cy="768096"/>
          </a:xfrm>
          <a:prstGeom prst="rect">
            <a:avLst/>
          </a:prstGeom>
        </p:spPr>
      </p:pic>
      <p:sp>
        <p:nvSpPr>
          <p:cNvPr id="146" name="TextBox 17">
            <a:extLst>
              <a:ext uri="{FF2B5EF4-FFF2-40B4-BE49-F238E27FC236}">
                <a16:creationId xmlns:a16="http://schemas.microsoft.com/office/drawing/2014/main" id="{812BBFEB-EE28-08A3-8FFA-37595458C2BE}"/>
              </a:ext>
            </a:extLst>
          </p:cNvPr>
          <p:cNvSpPr txBox="1"/>
          <p:nvPr/>
        </p:nvSpPr>
        <p:spPr>
          <a:xfrm>
            <a:off x="9244584" y="31729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148" name="TextBox 18">
            <a:extLst>
              <a:ext uri="{FF2B5EF4-FFF2-40B4-BE49-F238E27FC236}">
                <a16:creationId xmlns:a16="http://schemas.microsoft.com/office/drawing/2014/main" id="{349E6C6F-AC1D-ED5C-F23C-27920900F5ED}"/>
              </a:ext>
            </a:extLst>
          </p:cNvPr>
          <p:cNvSpPr txBox="1"/>
          <p:nvPr/>
        </p:nvSpPr>
        <p:spPr>
          <a:xfrm>
            <a:off x="9427463" y="3593591"/>
            <a:ext cx="23317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52" name="Picture 7" descr="01_conceptos_azul.png">
            <a:extLst>
              <a:ext uri="{FF2B5EF4-FFF2-40B4-BE49-F238E27FC236}">
                <a16:creationId xmlns:a16="http://schemas.microsoft.com/office/drawing/2014/main" id="{556418BE-4651-DECA-D2E5-E02916A8F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2313432"/>
            <a:ext cx="786384" cy="786384"/>
          </a:xfrm>
          <a:prstGeom prst="rect">
            <a:avLst/>
          </a:prstGeom>
        </p:spPr>
      </p:pic>
      <p:pic>
        <p:nvPicPr>
          <p:cNvPr id="156" name="Picture 14" descr="03_navegacion_blanco.png">
            <a:extLst>
              <a:ext uri="{FF2B5EF4-FFF2-40B4-BE49-F238E27FC236}">
                <a16:creationId xmlns:a16="http://schemas.microsoft.com/office/drawing/2014/main" id="{FC57FD82-B9DE-44F0-59CB-9C118E7A4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860" y="2313432"/>
            <a:ext cx="786384" cy="786384"/>
          </a:xfrm>
          <a:prstGeom prst="rect">
            <a:avLst/>
          </a:prstGeom>
        </p:spPr>
      </p:pic>
      <p:pic>
        <p:nvPicPr>
          <p:cNvPr id="158" name="Picture 12" descr="02_conexion_azul.png">
            <a:extLst>
              <a:ext uri="{FF2B5EF4-FFF2-40B4-BE49-F238E27FC236}">
                <a16:creationId xmlns:a16="http://schemas.microsoft.com/office/drawing/2014/main" id="{327E7826-097B-C0EA-775B-1B0425B09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444" y="2313432"/>
            <a:ext cx="786384" cy="78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01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C03BD8-8BAC-316C-3EA8-EC4BF04A5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7033A5-D142-1557-A9C7-315D1FBCD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CE6DAF-806F-404B-BC68-339BFCB57E5C}" type="slidenum">
              <a:rPr lang="en-US" smtClean="0">
                <a:latin typeface="Century Gothic" panose="020B0502020202020204" pitchFamily="34" charset="0"/>
              </a:rPr>
              <a:pPr/>
              <a:t>13</a:t>
            </a:fld>
            <a:endParaRPr lang="en-US">
              <a:latin typeface="Century Gothic" panose="020B0502020202020204" pitchFamily="34" charset="0"/>
            </a:endParaRP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B391556-AE0E-9594-A761-B3597D576117}"/>
              </a:ext>
            </a:extLst>
          </p:cNvPr>
          <p:cNvGrpSpPr/>
          <p:nvPr/>
        </p:nvGrpSpPr>
        <p:grpSpPr>
          <a:xfrm>
            <a:off x="0" y="971550"/>
            <a:ext cx="8160380" cy="5387879"/>
            <a:chOff x="0" y="1157286"/>
            <a:chExt cx="7803214" cy="5202143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AA86780-FEC9-3399-0227-FFF55E087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57286"/>
              <a:ext cx="7803214" cy="5202143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D646F984-D675-5DE0-F6A8-584A8738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4"/>
            <a:ext cx="11376025" cy="376236"/>
          </a:xfrm>
        </p:spPr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Navegación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por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los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cuadros</a:t>
            </a:r>
            <a:r>
              <a:rPr>
                <a:latin typeface="Century Gothic" panose="020B0502020202020204" pitchFamily="34" charset="0"/>
              </a:rPr>
              <a:t> de </a:t>
            </a:r>
            <a:r>
              <a:rPr err="1">
                <a:latin typeface="Century Gothic" panose="020B0502020202020204" pitchFamily="34" charset="0"/>
              </a:rPr>
              <a:t>mando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11A089-A730-FB9C-AC0E-FA19213AE741}"/>
              </a:ext>
            </a:extLst>
          </p:cNvPr>
          <p:cNvSpPr txBox="1"/>
          <p:nvPr/>
        </p:nvSpPr>
        <p:spPr>
          <a:xfrm>
            <a:off x="396240" y="78105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 panose="020B0502020202020204" pitchFamily="34" charset="0"/>
                <a:ea typeface="Poppins"/>
                <a:cs typeface="Poppins"/>
                <a:sym typeface="Poppins"/>
              </a:rPr>
              <a:t>Página de inicio</a:t>
            </a:r>
            <a:endParaRPr lang="es-ES">
              <a:latin typeface="Century Gothic" panose="020B0502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96D11AB-3119-ABDD-3207-645045BCCB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3423" y="2711750"/>
            <a:ext cx="3153605" cy="152594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2061A03C-566E-E8BD-A1FC-967DD94AEEB0}"/>
              </a:ext>
            </a:extLst>
          </p:cNvPr>
          <p:cNvSpPr txBox="1"/>
          <p:nvPr/>
        </p:nvSpPr>
        <p:spPr>
          <a:xfrm>
            <a:off x="7886832" y="2692094"/>
            <a:ext cx="207005" cy="263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s-ES">
                <a:latin typeface="Century Gothic" panose="020B0502020202020204" pitchFamily="34" charset="0"/>
              </a:rPr>
              <a:t>1.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B8C7EA7-A4D2-7B6B-3576-5D4E9233385B}"/>
              </a:ext>
            </a:extLst>
          </p:cNvPr>
          <p:cNvSpPr txBox="1"/>
          <p:nvPr/>
        </p:nvSpPr>
        <p:spPr>
          <a:xfrm>
            <a:off x="8123423" y="3043088"/>
            <a:ext cx="3493698" cy="6887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s-ES" sz="1400">
                <a:latin typeface="Century Gothic" panose="020B0502020202020204" pitchFamily="34" charset="0"/>
              </a:rPr>
              <a:t>Visión de alto nivel, el servicio en conjunto.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8EFC0D9-F68E-5796-F561-493E0A6165D9}"/>
              </a:ext>
            </a:extLst>
          </p:cNvPr>
          <p:cNvSpPr txBox="1"/>
          <p:nvPr/>
        </p:nvSpPr>
        <p:spPr>
          <a:xfrm>
            <a:off x="7886832" y="3659031"/>
            <a:ext cx="207005" cy="263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s-ES">
                <a:latin typeface="Century Gothic" panose="020B0502020202020204" pitchFamily="34" charset="0"/>
              </a:rPr>
              <a:t>2. 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6C116FB-55E4-734A-9382-C471C543743D}"/>
              </a:ext>
            </a:extLst>
          </p:cNvPr>
          <p:cNvSpPr txBox="1"/>
          <p:nvPr/>
        </p:nvSpPr>
        <p:spPr>
          <a:xfrm>
            <a:off x="8123423" y="4010025"/>
            <a:ext cx="3493698" cy="6887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s-ES" sz="1400">
                <a:latin typeface="Century Gothic" panose="020B0502020202020204" pitchFamily="34" charset="0"/>
              </a:rPr>
              <a:t>Visión al detalle, expediente a expediente.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72558E40-E079-1BB8-AF64-110813254D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3423" y="3714840"/>
            <a:ext cx="3153605" cy="152594"/>
          </a:xfrm>
          <a:prstGeom prst="rect">
            <a:avLst/>
          </a:prstGeom>
        </p:spPr>
      </p:pic>
      <p:sp>
        <p:nvSpPr>
          <p:cNvPr id="53" name="CuadroTexto 52">
            <a:extLst>
              <a:ext uri="{FF2B5EF4-FFF2-40B4-BE49-F238E27FC236}">
                <a16:creationId xmlns:a16="http://schemas.microsoft.com/office/drawing/2014/main" id="{0D73C9D6-9241-EA0D-910F-15911B55EDE5}"/>
              </a:ext>
            </a:extLst>
          </p:cNvPr>
          <p:cNvSpPr txBox="1"/>
          <p:nvPr/>
        </p:nvSpPr>
        <p:spPr>
          <a:xfrm>
            <a:off x="7886832" y="4595551"/>
            <a:ext cx="207005" cy="263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s-ES">
                <a:latin typeface="Century Gothic" panose="020B0502020202020204" pitchFamily="34" charset="0"/>
              </a:rPr>
              <a:t>3. 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5D0FB4A-50FC-EA68-F0CE-F76BDEBEECF6}"/>
              </a:ext>
            </a:extLst>
          </p:cNvPr>
          <p:cNvSpPr txBox="1"/>
          <p:nvPr/>
        </p:nvSpPr>
        <p:spPr>
          <a:xfrm>
            <a:off x="8123423" y="4946545"/>
            <a:ext cx="3493698" cy="6887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s-ES" sz="1400">
                <a:latin typeface="Century Gothic" panose="020B0502020202020204" pitchFamily="34" charset="0"/>
              </a:rPr>
              <a:t>Visión del recorrido, cómo fluye el trabajo.</a:t>
            </a:r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06A14D7F-67CF-CE9A-9C97-488E67028E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0381" y="4652309"/>
            <a:ext cx="2082050" cy="130128"/>
          </a:xfrm>
          <a:prstGeom prst="rect">
            <a:avLst/>
          </a:prstGeom>
        </p:spPr>
      </p:pic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D3A95E31-CC1E-3F4D-128A-40B7C7CA039B}"/>
              </a:ext>
            </a:extLst>
          </p:cNvPr>
          <p:cNvSpPr/>
          <p:nvPr/>
        </p:nvSpPr>
        <p:spPr>
          <a:xfrm>
            <a:off x="7948987" y="1763930"/>
            <a:ext cx="3657468" cy="767477"/>
          </a:xfrm>
          <a:prstGeom prst="roundRect">
            <a:avLst/>
          </a:prstGeom>
          <a:solidFill>
            <a:srgbClr val="F1F0F5"/>
          </a:solidFill>
          <a:ln w="12700">
            <a:solidFill>
              <a:srgbClr val="0072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s-ES" err="1">
              <a:latin typeface="Century Gothic" panose="020B0502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6D8D892-5FDA-AEA6-BDD5-8C3EFB451C76}"/>
              </a:ext>
            </a:extLst>
          </p:cNvPr>
          <p:cNvSpPr txBox="1"/>
          <p:nvPr/>
        </p:nvSpPr>
        <p:spPr>
          <a:xfrm>
            <a:off x="8093837" y="1849761"/>
            <a:ext cx="3493698" cy="6887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s-ES" sz="1600" b="1">
                <a:latin typeface="Century Gothic" panose="020B0502020202020204" pitchFamily="34" charset="0"/>
              </a:rPr>
              <a:t>Pantalla de inicio con 3 opciones de navegación:</a:t>
            </a:r>
          </a:p>
        </p:txBody>
      </p:sp>
    </p:spTree>
    <p:extLst>
      <p:ext uri="{BB962C8B-B14F-4D97-AF65-F5344CB8AC3E}">
        <p14:creationId xmlns:p14="http://schemas.microsoft.com/office/powerpoint/2010/main" val="3892678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02A4-69DD-5E6B-5936-AA8EF0C5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FBD9-C553-7433-7121-45AB954F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Qué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veremos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en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este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bloque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6D142-E173-79DE-F608-F327D4282935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3D1701A-C14B-6FE8-ECCA-C7202EFD71D0}"/>
              </a:ext>
            </a:extLst>
          </p:cNvPr>
          <p:cNvSpPr/>
          <p:nvPr/>
        </p:nvSpPr>
        <p:spPr>
          <a:xfrm>
            <a:off x="411480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9DAB299-5F5A-4179-9EEA-4F2A94C1F352}"/>
              </a:ext>
            </a:extLst>
          </p:cNvPr>
          <p:cNvSpPr txBox="1"/>
          <p:nvPr/>
        </p:nvSpPr>
        <p:spPr>
          <a:xfrm>
            <a:off x="411480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1</a:t>
            </a:r>
            <a:endParaRPr sz="15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C0AD080-17E4-D26B-A301-DC96608CB5E5}"/>
              </a:ext>
            </a:extLst>
          </p:cNvPr>
          <p:cNvSpPr txBox="1"/>
          <p:nvPr/>
        </p:nvSpPr>
        <p:spPr>
          <a:xfrm>
            <a:off x="594360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Conceptos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básicos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minería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procesos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01D38EB7-CC25-4424-2873-F2876EDEB7E0}"/>
              </a:ext>
            </a:extLst>
          </p:cNvPr>
          <p:cNvSpPr/>
          <p:nvPr/>
        </p:nvSpPr>
        <p:spPr>
          <a:xfrm>
            <a:off x="3355848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345F5A12-90ED-65C2-BF76-19D4C52C2EDA}"/>
              </a:ext>
            </a:extLst>
          </p:cNvPr>
          <p:cNvSpPr txBox="1"/>
          <p:nvPr/>
        </p:nvSpPr>
        <p:spPr>
          <a:xfrm>
            <a:off x="3355848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lang="es-ES"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2</a:t>
            </a:r>
            <a:endParaRPr sz="15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DFD8F494-0146-8EC2-A22B-5066E94A6AEE}"/>
              </a:ext>
            </a:extLst>
          </p:cNvPr>
          <p:cNvSpPr txBox="1"/>
          <p:nvPr/>
        </p:nvSpPr>
        <p:spPr>
          <a:xfrm>
            <a:off x="3538728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Conexión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al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entorno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C04AD5EA-9074-1A78-31E8-F740BA5B5379}"/>
              </a:ext>
            </a:extLst>
          </p:cNvPr>
          <p:cNvSpPr/>
          <p:nvPr/>
        </p:nvSpPr>
        <p:spPr>
          <a:xfrm>
            <a:off x="6300216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779EDB29-287E-278C-AF9E-44B4FBE4B6DC}"/>
              </a:ext>
            </a:extLst>
          </p:cNvPr>
          <p:cNvSpPr txBox="1"/>
          <p:nvPr/>
        </p:nvSpPr>
        <p:spPr>
          <a:xfrm>
            <a:off x="6300216" y="3172968"/>
            <a:ext cx="26974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1500" b="1">
                <a:solidFill>
                  <a:srgbClr val="C8CDD6"/>
                </a:solidFill>
                <a:latin typeface="Century Gothic"/>
                <a:ea typeface="Century Gothic"/>
                <a:cs typeface="Century Gothic"/>
              </a:rPr>
              <a:t>3</a:t>
            </a:r>
            <a:endParaRPr lang="es-ES" sz="15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endParaRPr sz="15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414F8887-1711-2744-8D15-E8831EA28348}"/>
              </a:ext>
            </a:extLst>
          </p:cNvPr>
          <p:cNvSpPr txBox="1"/>
          <p:nvPr/>
        </p:nvSpPr>
        <p:spPr>
          <a:xfrm>
            <a:off x="6483096" y="3593591"/>
            <a:ext cx="23317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Navegación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  <a:p>
            <a:pPr algn="ctr">
              <a:spcAft>
                <a:spcPts val="0"/>
              </a:spcAft>
            </a:pP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cuadros</a:t>
            </a:r>
            <a:r>
              <a:rPr sz="130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30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mando</a:t>
            </a:r>
            <a:endParaRPr sz="130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B895A98A-628D-B97B-A707-F08CE2C48E65}"/>
              </a:ext>
            </a:extLst>
          </p:cNvPr>
          <p:cNvSpPr/>
          <p:nvPr/>
        </p:nvSpPr>
        <p:spPr>
          <a:xfrm>
            <a:off x="9244584" y="196596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008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19D7856A-2396-D28D-DA4D-E23BCF8B99D5}"/>
              </a:ext>
            </a:extLst>
          </p:cNvPr>
          <p:cNvSpPr txBox="1"/>
          <p:nvPr/>
        </p:nvSpPr>
        <p:spPr>
          <a:xfrm>
            <a:off x="9244584" y="3172968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95478951-75B9-818E-F966-C4744EF9903E}"/>
              </a:ext>
            </a:extLst>
          </p:cNvPr>
          <p:cNvSpPr txBox="1"/>
          <p:nvPr/>
        </p:nvSpPr>
        <p:spPr>
          <a:xfrm>
            <a:off x="9427463" y="3593591"/>
            <a:ext cx="23317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err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rPr>
              <a:t>Filtros</a:t>
            </a:r>
            <a:endParaRPr sz="1300" b="1">
              <a:solidFill>
                <a:schemeClr val="bg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48" name="Picture 7" descr="01_conceptos_azul.png">
            <a:extLst>
              <a:ext uri="{FF2B5EF4-FFF2-40B4-BE49-F238E27FC236}">
                <a16:creationId xmlns:a16="http://schemas.microsoft.com/office/drawing/2014/main" id="{F543F9C2-D8EB-F3AE-84B0-8F435D6BA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028" y="2350008"/>
            <a:ext cx="786384" cy="786384"/>
          </a:xfrm>
          <a:prstGeom prst="rect">
            <a:avLst/>
          </a:prstGeom>
        </p:spPr>
      </p:pic>
      <p:pic>
        <p:nvPicPr>
          <p:cNvPr id="53" name="Picture 12" descr="02_conexion_azul.png">
            <a:extLst>
              <a:ext uri="{FF2B5EF4-FFF2-40B4-BE49-F238E27FC236}">
                <a16:creationId xmlns:a16="http://schemas.microsoft.com/office/drawing/2014/main" id="{9305234B-91D5-D80C-361A-E840EF6EB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613" y="2350008"/>
            <a:ext cx="786384" cy="786384"/>
          </a:xfrm>
          <a:prstGeom prst="rect">
            <a:avLst/>
          </a:prstGeom>
        </p:spPr>
      </p:pic>
      <p:pic>
        <p:nvPicPr>
          <p:cNvPr id="56" name="Picture 17" descr="03_navegacion_azul.png">
            <a:extLst>
              <a:ext uri="{FF2B5EF4-FFF2-40B4-BE49-F238E27FC236}">
                <a16:creationId xmlns:a16="http://schemas.microsoft.com/office/drawing/2014/main" id="{7F9FB89C-8397-0B71-BFC7-5E2FCC2D6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2350008"/>
            <a:ext cx="786384" cy="786384"/>
          </a:xfrm>
          <a:prstGeom prst="rect">
            <a:avLst/>
          </a:prstGeom>
        </p:spPr>
      </p:pic>
      <p:pic>
        <p:nvPicPr>
          <p:cNvPr id="58" name="Picture 19" descr="04_filtros_blanco.png">
            <a:extLst>
              <a:ext uri="{FF2B5EF4-FFF2-40B4-BE49-F238E27FC236}">
                <a16:creationId xmlns:a16="http://schemas.microsoft.com/office/drawing/2014/main" id="{110CF342-9508-C398-3E20-EE0281736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131" y="2386584"/>
            <a:ext cx="786384" cy="78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11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Filtros</a:t>
            </a:r>
            <a:r>
              <a:rPr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883D492-36C8-E760-E361-3437B4ADEC75}"/>
              </a:ext>
            </a:extLst>
          </p:cNvPr>
          <p:cNvSpPr txBox="1"/>
          <p:nvPr/>
        </p:nvSpPr>
        <p:spPr>
          <a:xfrm>
            <a:off x="407987" y="781050"/>
            <a:ext cx="904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/>
                <a:ea typeface="Century Gothic"/>
                <a:cs typeface="Century Gothic"/>
              </a:rPr>
              <a:t>Los dos niveles de filtro</a:t>
            </a:r>
            <a:endParaRPr lang="es-ES" sz="1600" b="1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6F71291-4752-CFF4-1646-FE08B946CF72}"/>
              </a:ext>
            </a:extLst>
          </p:cNvPr>
          <p:cNvSpPr txBox="1"/>
          <p:nvPr/>
        </p:nvSpPr>
        <p:spPr>
          <a:xfrm>
            <a:off x="532455" y="1364719"/>
            <a:ext cx="113751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Antes de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tocar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nada, saber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dónde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estás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filtrando</a:t>
            </a:r>
            <a:endParaRPr sz="1200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5CE61D75-3FFA-E64D-C610-C5215D863967}"/>
              </a:ext>
            </a:extLst>
          </p:cNvPr>
          <p:cNvSpPr/>
          <p:nvPr/>
        </p:nvSpPr>
        <p:spPr>
          <a:xfrm>
            <a:off x="399732" y="1969277"/>
            <a:ext cx="5468112" cy="202996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600"/>
              </a:spcAft>
            </a:pPr>
            <a:r>
              <a:rPr sz="20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20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20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componente</a:t>
            </a:r>
            <a:endParaRPr sz="20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1200"/>
              </a:spcAft>
            </a:pPr>
            <a:r>
              <a:rPr sz="13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Afecta</a:t>
            </a:r>
            <a:r>
              <a:rPr sz="13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a un solo </a:t>
            </a:r>
            <a:r>
              <a:rPr sz="13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gráfico</a:t>
            </a:r>
            <a:r>
              <a:rPr sz="13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o </a:t>
            </a:r>
            <a:r>
              <a:rPr sz="13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tabla</a:t>
            </a:r>
            <a:r>
              <a:rPr sz="13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Se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aplica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pinchando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en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el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propio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elemento</a:t>
            </a:r>
            <a:r>
              <a:rPr lang="es-ES"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  <a:endParaRPr sz="1250" b="0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Rápido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y local: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sirve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para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explorar</a:t>
            </a:r>
            <a:r>
              <a:rPr lang="es-ES"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  <a:endParaRPr sz="1250" b="0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Se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ve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al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momento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en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ese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componente</a:t>
            </a:r>
            <a:r>
              <a:rPr lang="es-ES"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  <a:endParaRPr sz="1250" b="0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7" name="Oval 6">
            <a:extLst>
              <a:ext uri="{FF2B5EF4-FFF2-40B4-BE49-F238E27FC236}">
                <a16:creationId xmlns:a16="http://schemas.microsoft.com/office/drawing/2014/main" id="{7F5E3DF4-C838-B1DD-D365-542118D9C1A4}"/>
              </a:ext>
            </a:extLst>
          </p:cNvPr>
          <p:cNvSpPr/>
          <p:nvPr/>
        </p:nvSpPr>
        <p:spPr>
          <a:xfrm>
            <a:off x="5291772" y="2133869"/>
            <a:ext cx="310896" cy="310896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D479680B-0B5F-8489-69DB-0D39D8B84878}"/>
              </a:ext>
            </a:extLst>
          </p:cNvPr>
          <p:cNvSpPr/>
          <p:nvPr/>
        </p:nvSpPr>
        <p:spPr>
          <a:xfrm>
            <a:off x="6315900" y="1969277"/>
            <a:ext cx="5468112" cy="202996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600"/>
              </a:spcAft>
            </a:pPr>
            <a:r>
              <a:rPr sz="20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20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20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proceso</a:t>
            </a:r>
            <a:endParaRPr sz="20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1200"/>
              </a:spcAft>
            </a:pPr>
            <a:r>
              <a:rPr sz="13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Afecta</a:t>
            </a:r>
            <a:r>
              <a:rPr sz="13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a </a:t>
            </a:r>
            <a:r>
              <a:rPr sz="13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todo</a:t>
            </a:r>
            <a:r>
              <a:rPr sz="13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el </a:t>
            </a:r>
            <a:r>
              <a:rPr sz="13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análisis</a:t>
            </a:r>
            <a:r>
              <a:rPr sz="13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Se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aplica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desde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el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menú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embudo</a:t>
            </a:r>
            <a:r>
              <a:rPr lang="es-ES" sz="125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  <a:endParaRPr sz="1250" b="0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Global y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persistente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: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acota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el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estudio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entero</a:t>
            </a:r>
            <a:r>
              <a:rPr lang="es-ES"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  <a:endParaRPr sz="1250" b="0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Se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queda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puesto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hasta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que</a:t>
            </a:r>
            <a:r>
              <a:rPr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lo </a:t>
            </a:r>
            <a:r>
              <a:rPr sz="125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quitas</a:t>
            </a:r>
            <a:r>
              <a:rPr lang="es-ES" sz="125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  <a:endParaRPr sz="1250" b="0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1" name="Oval 8">
            <a:extLst>
              <a:ext uri="{FF2B5EF4-FFF2-40B4-BE49-F238E27FC236}">
                <a16:creationId xmlns:a16="http://schemas.microsoft.com/office/drawing/2014/main" id="{898CD254-F0DC-AF3C-A013-1A5331BA176B}"/>
              </a:ext>
            </a:extLst>
          </p:cNvPr>
          <p:cNvSpPr/>
          <p:nvPr/>
        </p:nvSpPr>
        <p:spPr>
          <a:xfrm>
            <a:off x="11189652" y="2133869"/>
            <a:ext cx="310896" cy="310896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24C7E511-422B-289F-FED3-95DE4C3A6E8A}"/>
              </a:ext>
            </a:extLst>
          </p:cNvPr>
          <p:cNvSpPr/>
          <p:nvPr/>
        </p:nvSpPr>
        <p:spPr>
          <a:xfrm>
            <a:off x="399732" y="4310140"/>
            <a:ext cx="11375136" cy="1250715"/>
          </a:xfrm>
          <a:prstGeom prst="roundRect">
            <a:avLst/>
          </a:prstGeom>
          <a:solidFill>
            <a:srgbClr val="FD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La </a:t>
            </a:r>
            <a:r>
              <a:rPr sz="12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confusión</a:t>
            </a:r>
            <a:r>
              <a:rPr sz="12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más</a:t>
            </a:r>
            <a:r>
              <a:rPr sz="12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común</a:t>
            </a:r>
            <a:endParaRPr sz="1200" b="1">
              <a:solidFill>
                <a:srgbClr val="B45309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Creer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que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un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es local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cuando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es global. Si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los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números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no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cuadran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o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aparecen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en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blanco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 lo primero es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mirar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el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embudo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: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casi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siempre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hay un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proceso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puesto</a:t>
            </a:r>
            <a:r>
              <a:rPr sz="13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antes.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E5D7-E9AC-91B0-6A7D-0C22EB66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6DFE-1614-07C1-F8C4-57A06422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Filtros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en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componentes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DA531-D620-91BC-0B39-B1A30EF2F27D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A730B-1DBF-A532-7197-C752E23FA3DD}"/>
              </a:ext>
            </a:extLst>
          </p:cNvPr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19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609CBF2-33B7-BF87-BD30-9378926582D2}"/>
              </a:ext>
            </a:extLst>
          </p:cNvPr>
          <p:cNvSpPr txBox="1"/>
          <p:nvPr/>
        </p:nvSpPr>
        <p:spPr>
          <a:xfrm>
            <a:off x="407987" y="781050"/>
            <a:ext cx="904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/>
                <a:ea typeface="Century Gothic"/>
                <a:cs typeface="Century Gothic"/>
              </a:rPr>
              <a:t>Tres gestos</a:t>
            </a:r>
            <a:endParaRPr lang="es-ES" sz="1600" b="1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8217BFC-7238-8EAA-C462-255305F02834}"/>
              </a:ext>
            </a:extLst>
          </p:cNvPr>
          <p:cNvSpPr txBox="1"/>
          <p:nvPr/>
        </p:nvSpPr>
        <p:spPr>
          <a:xfrm>
            <a:off x="1770536" y="853199"/>
            <a:ext cx="113751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Seis tipos de filtro, pero solo tres formas de aplicarlos: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1E5DE8C0-3D3E-C43C-362F-51D9FB4DEB66}"/>
              </a:ext>
            </a:extLst>
          </p:cNvPr>
          <p:cNvSpPr/>
          <p:nvPr/>
        </p:nvSpPr>
        <p:spPr>
          <a:xfrm>
            <a:off x="382511" y="1280214"/>
            <a:ext cx="310896" cy="310896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39D8336-DBCF-3FEF-4F26-AC1AE2A83641}"/>
              </a:ext>
            </a:extLst>
          </p:cNvPr>
          <p:cNvSpPr txBox="1"/>
          <p:nvPr/>
        </p:nvSpPr>
        <p:spPr>
          <a:xfrm>
            <a:off x="821423" y="1234494"/>
            <a:ext cx="3163824" cy="5565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Seleccionar</a:t>
            </a:r>
          </a:p>
          <a:p>
            <a:pPr>
              <a:spcAft>
                <a:spcPts val="0"/>
              </a:spcAft>
            </a:pPr>
            <a:r>
              <a:rPr sz="115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Listas desplegables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EA51B856-48F6-81C5-09D0-116CC94BAF3F}"/>
              </a:ext>
            </a:extLst>
          </p:cNvPr>
          <p:cNvSpPr txBox="1"/>
          <p:nvPr/>
        </p:nvSpPr>
        <p:spPr>
          <a:xfrm>
            <a:off x="2383118" y="1194934"/>
            <a:ext cx="36027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Marca uno o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varios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valores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y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pulsa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Apply.</a:t>
            </a:r>
          </a:p>
        </p:txBody>
      </p:sp>
      <p:sp>
        <p:nvSpPr>
          <p:cNvPr id="18" name="Oval 9">
            <a:extLst>
              <a:ext uri="{FF2B5EF4-FFF2-40B4-BE49-F238E27FC236}">
                <a16:creationId xmlns:a16="http://schemas.microsoft.com/office/drawing/2014/main" id="{B8B06800-6AFD-97C7-B8BF-49987AD59DB6}"/>
              </a:ext>
            </a:extLst>
          </p:cNvPr>
          <p:cNvSpPr/>
          <p:nvPr/>
        </p:nvSpPr>
        <p:spPr>
          <a:xfrm>
            <a:off x="407987" y="2011876"/>
            <a:ext cx="310896" cy="310896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1AB66373-ACF5-B184-AD85-AB3B1F453924}"/>
              </a:ext>
            </a:extLst>
          </p:cNvPr>
          <p:cNvSpPr txBox="1"/>
          <p:nvPr/>
        </p:nvSpPr>
        <p:spPr>
          <a:xfrm>
            <a:off x="846899" y="2011876"/>
            <a:ext cx="3163824" cy="5565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7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Pinchar</a:t>
            </a:r>
            <a:endParaRPr sz="17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15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Gráficas</a:t>
            </a:r>
            <a:r>
              <a:rPr sz="115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y </a:t>
            </a:r>
            <a:r>
              <a:rPr sz="115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tablas</a:t>
            </a:r>
            <a:endParaRPr sz="115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13533D3-77E2-8308-3524-DE3A2591AB93}"/>
              </a:ext>
            </a:extLst>
          </p:cNvPr>
          <p:cNvSpPr txBox="1"/>
          <p:nvPr/>
        </p:nvSpPr>
        <p:spPr>
          <a:xfrm>
            <a:off x="1252467" y="2518721"/>
            <a:ext cx="3884935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Clic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sobre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la barra, el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segmento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o la fila.</a:t>
            </a:r>
          </a:p>
        </p:txBody>
      </p:sp>
      <p:sp>
        <p:nvSpPr>
          <p:cNvPr id="29" name="Oval 13">
            <a:extLst>
              <a:ext uri="{FF2B5EF4-FFF2-40B4-BE49-F238E27FC236}">
                <a16:creationId xmlns:a16="http://schemas.microsoft.com/office/drawing/2014/main" id="{B8369232-7C00-2AAA-5051-AD2E005B838E}"/>
              </a:ext>
            </a:extLst>
          </p:cNvPr>
          <p:cNvSpPr/>
          <p:nvPr/>
        </p:nvSpPr>
        <p:spPr>
          <a:xfrm>
            <a:off x="5657087" y="2011876"/>
            <a:ext cx="310896" cy="310896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D9F5E1B8-55A9-F99D-D6E8-BC925B8E29DC}"/>
              </a:ext>
            </a:extLst>
          </p:cNvPr>
          <p:cNvSpPr txBox="1"/>
          <p:nvPr/>
        </p:nvSpPr>
        <p:spPr>
          <a:xfrm>
            <a:off x="6096000" y="2011876"/>
            <a:ext cx="3163824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7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Acotar</a:t>
            </a:r>
            <a:endParaRPr sz="17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15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Componente</a:t>
            </a:r>
            <a:r>
              <a:rPr sz="115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15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tiempo</a:t>
            </a:r>
            <a:endParaRPr sz="115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8AEB8750-B15E-B222-B8C3-9E56953BA342}"/>
              </a:ext>
            </a:extLst>
          </p:cNvPr>
          <p:cNvSpPr txBox="1"/>
          <p:nvPr/>
        </p:nvSpPr>
        <p:spPr>
          <a:xfrm>
            <a:off x="6975946" y="2518721"/>
            <a:ext cx="4954672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Elige un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rango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fechas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o la </a:t>
            </a:r>
            <a:r>
              <a:rPr sz="120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granularidad</a:t>
            </a:r>
            <a:r>
              <a:rPr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  <p:sp>
        <p:nvSpPr>
          <p:cNvPr id="37" name="Rounded Rectangle 17">
            <a:extLst>
              <a:ext uri="{FF2B5EF4-FFF2-40B4-BE49-F238E27FC236}">
                <a16:creationId xmlns:a16="http://schemas.microsoft.com/office/drawing/2014/main" id="{A8CC4F48-0561-AABB-996C-09C21E0D7955}"/>
              </a:ext>
            </a:extLst>
          </p:cNvPr>
          <p:cNvSpPr/>
          <p:nvPr/>
        </p:nvSpPr>
        <p:spPr>
          <a:xfrm>
            <a:off x="420624" y="6108658"/>
            <a:ext cx="11375136" cy="289058"/>
          </a:xfrm>
          <a:prstGeom prst="roundRect">
            <a:avLst>
              <a:gd name="adj" fmla="val 1125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Los </a:t>
            </a:r>
            <a:r>
              <a:rPr sz="13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tres</a:t>
            </a:r>
            <a:r>
              <a:rPr sz="13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3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gestos</a:t>
            </a:r>
            <a:r>
              <a:rPr sz="13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se </a:t>
            </a:r>
            <a:r>
              <a:rPr sz="13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combinan</a:t>
            </a:r>
            <a:r>
              <a:rPr sz="13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 Cada uno se </a:t>
            </a:r>
            <a:r>
              <a:rPr sz="13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suma</a:t>
            </a:r>
            <a:r>
              <a:rPr sz="13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al anterior, no lo </a:t>
            </a:r>
            <a:r>
              <a:rPr sz="13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sustituye</a:t>
            </a:r>
            <a:r>
              <a:rPr sz="13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BFF8153E-DAD0-BE41-EF4E-AFD0A0764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118" y="1471933"/>
            <a:ext cx="8980457" cy="289057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9FB1ED5-0535-EE25-2A97-95B79404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558" y="2852828"/>
            <a:ext cx="2948129" cy="312323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B8AFE380-AB64-70DD-72EB-F9DA20EE9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858" y="2830152"/>
            <a:ext cx="2948129" cy="30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81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722B-919F-B82D-D6C9-9B5B8BAF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4236-3801-39A3-80C2-B0E352F8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Filtros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en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err="1">
                <a:latin typeface="Century Gothic" panose="020B0502020202020204" pitchFamily="34" charset="0"/>
              </a:rPr>
              <a:t>componentes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FE608-3862-02C4-F716-7B972059F4B5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20824-B266-7666-4D15-F64E50FC4E04}"/>
              </a:ext>
            </a:extLst>
          </p:cNvPr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ABFA35-27B1-7191-5DA0-DA35EDFEF717}"/>
              </a:ext>
            </a:extLst>
          </p:cNvPr>
          <p:cNvSpPr txBox="1"/>
          <p:nvPr/>
        </p:nvSpPr>
        <p:spPr>
          <a:xfrm>
            <a:off x="407987" y="781050"/>
            <a:ext cx="904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/>
                <a:ea typeface="Century Gothic"/>
                <a:cs typeface="Century Gothic"/>
              </a:rPr>
              <a:t>Qué ocurre cuando filtras</a:t>
            </a:r>
            <a:endParaRPr lang="es-ES" sz="1600" b="1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8E34F45-7828-9934-D775-2B4D4339DC5C}"/>
              </a:ext>
            </a:extLst>
          </p:cNvPr>
          <p:cNvSpPr txBox="1"/>
          <p:nvPr/>
        </p:nvSpPr>
        <p:spPr>
          <a:xfrm>
            <a:off x="483903" y="1119604"/>
            <a:ext cx="113751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Filtrar no oculta datos, recalcula todo el cuadro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B22905-B250-22C3-204C-3D9BF830551C}"/>
              </a:ext>
            </a:extLst>
          </p:cNvPr>
          <p:cNvSpPr/>
          <p:nvPr/>
        </p:nvSpPr>
        <p:spPr>
          <a:xfrm>
            <a:off x="7593161" y="1442323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EFE3806-E2F4-4B2B-9474-0A3D09DBC308}"/>
              </a:ext>
            </a:extLst>
          </p:cNvPr>
          <p:cNvSpPr txBox="1"/>
          <p:nvPr/>
        </p:nvSpPr>
        <p:spPr>
          <a:xfrm>
            <a:off x="8004642" y="1396603"/>
            <a:ext cx="3182112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La selección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La barra elegida se resalta y el resto se atenúa.</a:t>
            </a:r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D1F792AB-6743-C6BD-C9B2-5810EDC60652}"/>
              </a:ext>
            </a:extLst>
          </p:cNvPr>
          <p:cNvSpPr/>
          <p:nvPr/>
        </p:nvSpPr>
        <p:spPr>
          <a:xfrm>
            <a:off x="7593161" y="2649331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D2BBBAD6-BF34-6A4B-C551-793B7B12EBEC}"/>
              </a:ext>
            </a:extLst>
          </p:cNvPr>
          <p:cNvSpPr txBox="1"/>
          <p:nvPr/>
        </p:nvSpPr>
        <p:spPr>
          <a:xfrm>
            <a:off x="8004642" y="2603611"/>
            <a:ext cx="3182112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Incluir, excluir o invertir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La barra flotante permite las tres cosas. No solo quedarte con lo que has pinchado.</a:t>
            </a:r>
          </a:p>
        </p:txBody>
      </p:sp>
      <p:sp>
        <p:nvSpPr>
          <p:cNvPr id="18" name="Oval 10">
            <a:extLst>
              <a:ext uri="{FF2B5EF4-FFF2-40B4-BE49-F238E27FC236}">
                <a16:creationId xmlns:a16="http://schemas.microsoft.com/office/drawing/2014/main" id="{0ADE1540-E78F-DFD5-51CB-8A33C164B1CA}"/>
              </a:ext>
            </a:extLst>
          </p:cNvPr>
          <p:cNvSpPr/>
          <p:nvPr/>
        </p:nvSpPr>
        <p:spPr>
          <a:xfrm>
            <a:off x="7593161" y="3856339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F15A56CB-8B63-9FB2-2CB6-7A72996A769F}"/>
              </a:ext>
            </a:extLst>
          </p:cNvPr>
          <p:cNvSpPr txBox="1"/>
          <p:nvPr/>
        </p:nvSpPr>
        <p:spPr>
          <a:xfrm>
            <a:off x="8004642" y="3810619"/>
            <a:ext cx="3182112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Los KPIs se recalculan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El recuento y los tiempos de arriba cambian al instante con la selección.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C0EF10F2-61B4-59B4-C85D-C960D7DE3339}"/>
              </a:ext>
            </a:extLst>
          </p:cNvPr>
          <p:cNvSpPr/>
          <p:nvPr/>
        </p:nvSpPr>
        <p:spPr>
          <a:xfrm>
            <a:off x="7593161" y="5191363"/>
            <a:ext cx="3593592" cy="868680"/>
          </a:xfrm>
          <a:prstGeom prst="roundRect">
            <a:avLst/>
          </a:prstGeom>
          <a:solidFill>
            <a:srgbClr val="F2F5FA"/>
          </a:solidFill>
          <a:ln>
            <a:solidFill>
              <a:srgbClr val="0072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La idea</a:t>
            </a:r>
          </a:p>
          <a:p>
            <a:pPr algn="ctr">
              <a:spcAft>
                <a:spcPts val="0"/>
              </a:spcAft>
            </a:pPr>
            <a:r>
              <a:rPr sz="12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Filtrar</a:t>
            </a: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no </a:t>
            </a:r>
            <a:r>
              <a:rPr sz="12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esconde</a:t>
            </a:r>
            <a:r>
              <a:rPr lang="es-ES"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</a:t>
            </a: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recalcula</a:t>
            </a: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995C7075-D2C3-C495-2825-4954E43AE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09" y="1417489"/>
            <a:ext cx="4727368" cy="500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7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7FC7-55B8-5EDB-CBBA-CA05B45B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3314-C9D1-039F-381F-B32C1AAF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Filtros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lang="es-ES">
                <a:latin typeface="Century Gothic" panose="020B0502020202020204" pitchFamily="34" charset="0"/>
              </a:rPr>
              <a:t>en proceso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E9BB4-C82F-C7C5-09AF-D67446CB7C0D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48F94-0611-3606-8DFD-E0C29C0C899F}"/>
              </a:ext>
            </a:extLst>
          </p:cNvPr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473F45-4DF7-28E1-4A6A-04DE58496BD2}"/>
              </a:ext>
            </a:extLst>
          </p:cNvPr>
          <p:cNvSpPr txBox="1"/>
          <p:nvPr/>
        </p:nvSpPr>
        <p:spPr>
          <a:xfrm>
            <a:off x="407987" y="781050"/>
            <a:ext cx="904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/>
                <a:ea typeface="Century Gothic"/>
                <a:cs typeface="Century Gothic"/>
              </a:rPr>
              <a:t>Los filtros exclusivos de </a:t>
            </a:r>
            <a:r>
              <a:rPr lang="es-ES" sz="1600" b="1" err="1">
                <a:latin typeface="Century Gothic"/>
                <a:ea typeface="Century Gothic"/>
                <a:cs typeface="Century Gothic"/>
              </a:rPr>
              <a:t>Celonis</a:t>
            </a:r>
            <a:endParaRPr lang="es-ES" sz="1600" b="1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F99A978-DDBA-DC4B-0C4A-D1B0B4F1306A}"/>
              </a:ext>
            </a:extLst>
          </p:cNvPr>
          <p:cNvSpPr txBox="1"/>
          <p:nvPr/>
        </p:nvSpPr>
        <p:spPr>
          <a:xfrm>
            <a:off x="508179" y="1119604"/>
            <a:ext cx="113751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Filtran por el recorrido del expediente, no por sus campos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1D4C7F2-BC28-48E8-5BC8-7DEBD59DDD40}"/>
              </a:ext>
            </a:extLst>
          </p:cNvPr>
          <p:cNvSpPr txBox="1"/>
          <p:nvPr/>
        </p:nvSpPr>
        <p:spPr>
          <a:xfrm>
            <a:off x="420067" y="4746026"/>
            <a:ext cx="2514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Todos </a:t>
            </a:r>
            <a:r>
              <a:rPr sz="12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salen</a:t>
            </a: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2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mismo</a:t>
            </a: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sitio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El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icono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embudo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,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arriba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a la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derecha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la vista.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C8E3514C-994B-F1FA-8D38-D0113DCC39DF}"/>
              </a:ext>
            </a:extLst>
          </p:cNvPr>
          <p:cNvSpPr/>
          <p:nvPr/>
        </p:nvSpPr>
        <p:spPr>
          <a:xfrm>
            <a:off x="3246120" y="1572768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9EF31EB8-30C3-E8BD-78B5-1ED22E0192F8}"/>
              </a:ext>
            </a:extLst>
          </p:cNvPr>
          <p:cNvSpPr txBox="1"/>
          <p:nvPr/>
        </p:nvSpPr>
        <p:spPr>
          <a:xfrm>
            <a:off x="3630168" y="1536192"/>
            <a:ext cx="36576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5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 de flujo</a:t>
            </a:r>
          </a:p>
          <a:p>
            <a:pPr>
              <a:spcAft>
                <a:spcPts val="0"/>
              </a:spcAft>
            </a:pPr>
            <a:r>
              <a:rPr sz="115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A seguido directamente de B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5B148F2E-30FC-51F6-44A3-C2520B70E3D5}"/>
              </a:ext>
            </a:extLst>
          </p:cNvPr>
          <p:cNvSpPr txBox="1"/>
          <p:nvPr/>
        </p:nvSpPr>
        <p:spPr>
          <a:xfrm>
            <a:off x="3236977" y="4974626"/>
            <a:ext cx="4050791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Encuentra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secuencias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concretas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: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qué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expedientes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pasaron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una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actividad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a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otra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sin nada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en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medio.</a:t>
            </a:r>
          </a:p>
        </p:txBody>
      </p:sp>
      <p:sp>
        <p:nvSpPr>
          <p:cNvPr id="25" name="Oval 11">
            <a:extLst>
              <a:ext uri="{FF2B5EF4-FFF2-40B4-BE49-F238E27FC236}">
                <a16:creationId xmlns:a16="http://schemas.microsoft.com/office/drawing/2014/main" id="{8FA2F735-9046-C5E7-BD95-61D941F92313}"/>
              </a:ext>
            </a:extLst>
          </p:cNvPr>
          <p:cNvSpPr/>
          <p:nvPr/>
        </p:nvSpPr>
        <p:spPr>
          <a:xfrm>
            <a:off x="8320230" y="488442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34DC79DD-0574-787B-5805-AA24C72FA883}"/>
              </a:ext>
            </a:extLst>
          </p:cNvPr>
          <p:cNvSpPr txBox="1"/>
          <p:nvPr/>
        </p:nvSpPr>
        <p:spPr>
          <a:xfrm>
            <a:off x="8704278" y="451866"/>
            <a:ext cx="365760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5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15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55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tiempos</a:t>
            </a:r>
            <a:endParaRPr sz="155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15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Duración</a:t>
            </a:r>
            <a:r>
              <a:rPr sz="115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entre A y B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3E981F6F-A684-DD60-8F54-456E2D5B1DF3}"/>
              </a:ext>
            </a:extLst>
          </p:cNvPr>
          <p:cNvSpPr txBox="1"/>
          <p:nvPr/>
        </p:nvSpPr>
        <p:spPr>
          <a:xfrm>
            <a:off x="7729729" y="4974626"/>
            <a:ext cx="4050791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Acota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cuánto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se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tardó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entre dos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actividades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. Es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como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se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aíslan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los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casos</a:t>
            </a:r>
            <a:r>
              <a:rPr sz="115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lentos.</a:t>
            </a: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EDFD1E89-08B0-8768-73FC-4F7C583461A5}"/>
              </a:ext>
            </a:extLst>
          </p:cNvPr>
          <p:cNvSpPr/>
          <p:nvPr/>
        </p:nvSpPr>
        <p:spPr>
          <a:xfrm>
            <a:off x="411480" y="5650992"/>
            <a:ext cx="11375136" cy="621792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Los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otros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tres</a:t>
            </a:r>
            <a:r>
              <a:rPr lang="es-ES" sz="120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atributo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evento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y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recuento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eventos</a:t>
            </a:r>
            <a:r>
              <a:rPr lang="es-ES" sz="120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filtran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campo,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primera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o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última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ocurrencia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y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número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repeticiones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2D783731-1FDB-3354-C3A1-ECB8BF35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79" y="1525976"/>
            <a:ext cx="1911340" cy="313491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AE00816-85F2-D8E2-9F8F-9B414BB59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046" y="2152651"/>
            <a:ext cx="2993896" cy="275059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4DB90183-3510-9143-86FB-250E4921A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336" y="1108732"/>
            <a:ext cx="2377932" cy="370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30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3A13-0CF4-FC8F-48A9-CE62CCDC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1111-593A-0E16-5CF1-5E72FB9C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>
                <a:latin typeface="Century Gothic" panose="020B0502020202020204" pitchFamily="34" charset="0"/>
              </a:rPr>
              <a:t>Filtros</a:t>
            </a:r>
            <a:r>
              <a:rPr>
                <a:latin typeface="Century Gothic" panose="020B0502020202020204" pitchFamily="34" charset="0"/>
              </a:rPr>
              <a:t> </a:t>
            </a:r>
            <a:r>
              <a:rPr lang="es-ES">
                <a:latin typeface="Century Gothic" panose="020B0502020202020204" pitchFamily="34" charset="0"/>
              </a:rPr>
              <a:t>de proceso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A3DFB-B2FD-330B-52F3-693F9A3A9D05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AEEAF-DC4C-1F15-2E0C-51138A135A2A}"/>
              </a:ext>
            </a:extLst>
          </p:cNvPr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05D449F-E0BE-42E5-0C97-3814AD394EE6}"/>
              </a:ext>
            </a:extLst>
          </p:cNvPr>
          <p:cNvSpPr txBox="1"/>
          <p:nvPr/>
        </p:nvSpPr>
        <p:spPr>
          <a:xfrm>
            <a:off x="407987" y="781050"/>
            <a:ext cx="904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/>
                <a:ea typeface="Century Gothic"/>
                <a:cs typeface="Century Gothic"/>
              </a:rPr>
              <a:t>Se acumulan: cómo verlos y cómo quitarlos</a:t>
            </a:r>
            <a:endParaRPr lang="es-ES" sz="1600" b="1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7303839B-B518-A872-66E5-179E9DC0960B}"/>
              </a:ext>
            </a:extLst>
          </p:cNvPr>
          <p:cNvSpPr txBox="1"/>
          <p:nvPr/>
        </p:nvSpPr>
        <p:spPr>
          <a:xfrm>
            <a:off x="500087" y="1109704"/>
            <a:ext cx="113751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El error más caro de la herramienta es filtrar sin darse cuenta</a:t>
            </a: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CA19FFCC-3A7C-759E-7844-078331853ACE}"/>
              </a:ext>
            </a:extLst>
          </p:cNvPr>
          <p:cNvSpPr/>
          <p:nvPr/>
        </p:nvSpPr>
        <p:spPr>
          <a:xfrm>
            <a:off x="8202167" y="921951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D70743D-7249-C410-91A6-68824B7AF7EF}"/>
              </a:ext>
            </a:extLst>
          </p:cNvPr>
          <p:cNvSpPr txBox="1"/>
          <p:nvPr/>
        </p:nvSpPr>
        <p:spPr>
          <a:xfrm>
            <a:off x="8613648" y="876231"/>
            <a:ext cx="3182112" cy="700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</a:t>
            </a:r>
            <a:r>
              <a:rPr lang="es-ES"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os botones</a:t>
            </a:r>
            <a:endParaRPr sz="14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Arriba a la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derecha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,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una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activo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. Dicen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qué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campo y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qué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valor.</a:t>
            </a: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D8C49AE0-31F4-D458-C3ED-11E1AEE80460}"/>
              </a:ext>
            </a:extLst>
          </p:cNvPr>
          <p:cNvSpPr/>
          <p:nvPr/>
        </p:nvSpPr>
        <p:spPr>
          <a:xfrm>
            <a:off x="8202167" y="2331720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CB3E1A9-D8CD-2078-65B7-789BB46D2792}"/>
              </a:ext>
            </a:extLst>
          </p:cNvPr>
          <p:cNvSpPr txBox="1"/>
          <p:nvPr/>
        </p:nvSpPr>
        <p:spPr>
          <a:xfrm>
            <a:off x="8613648" y="2286000"/>
            <a:ext cx="3182112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El </a:t>
            </a:r>
            <a:r>
              <a:rPr sz="14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contador</a:t>
            </a: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400" b="1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embudo</a:t>
            </a:r>
            <a:endParaRPr sz="14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El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número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dentro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icono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es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cuántos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filtros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hay </a:t>
            </a:r>
            <a:r>
              <a:rPr sz="1150" b="0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puestos</a:t>
            </a:r>
            <a:r>
              <a:rPr sz="11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  <p:sp>
        <p:nvSpPr>
          <p:cNvPr id="22" name="Oval 10">
            <a:extLst>
              <a:ext uri="{FF2B5EF4-FFF2-40B4-BE49-F238E27FC236}">
                <a16:creationId xmlns:a16="http://schemas.microsoft.com/office/drawing/2014/main" id="{14E30822-35F5-88A1-AAFC-CA885AF5381A}"/>
              </a:ext>
            </a:extLst>
          </p:cNvPr>
          <p:cNvSpPr/>
          <p:nvPr/>
        </p:nvSpPr>
        <p:spPr>
          <a:xfrm>
            <a:off x="8190419" y="3717791"/>
            <a:ext cx="292608" cy="292608"/>
          </a:xfrm>
          <a:prstGeom prst="ellipse">
            <a:avLst/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B133B778-CA4E-A91F-0119-E77C58BDB2F6}"/>
              </a:ext>
            </a:extLst>
          </p:cNvPr>
          <p:cNvSpPr txBox="1"/>
          <p:nvPr/>
        </p:nvSpPr>
        <p:spPr>
          <a:xfrm>
            <a:off x="8601900" y="3672072"/>
            <a:ext cx="1634525" cy="130805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Reset filters</a:t>
            </a:r>
            <a:endParaRPr lang="es-ES" sz="14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300"/>
              </a:spcAft>
            </a:pPr>
            <a:endParaRPr sz="1400" b="1">
              <a:solidFill>
                <a:srgbClr val="070F26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lang="es-ES" sz="115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Al hacer </a:t>
            </a:r>
            <a:r>
              <a:rPr lang="es-ES" sz="115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click</a:t>
            </a:r>
            <a:r>
              <a:rPr lang="es-ES" sz="115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en el embudo y en </a:t>
            </a:r>
            <a:r>
              <a:rPr lang="es-ES" sz="115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reset</a:t>
            </a:r>
            <a:r>
              <a:rPr lang="es-ES" sz="115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s-ES" sz="1150" b="1" err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filters</a:t>
            </a:r>
            <a:r>
              <a:rPr lang="es-ES" sz="1150" b="1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 cancelaremos todos los filtros.</a:t>
            </a:r>
            <a:endParaRPr sz="1150" b="1">
              <a:solidFill>
                <a:srgbClr val="6B708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992AB71A-7EC8-BE9C-14AE-17B6273D52A8}"/>
              </a:ext>
            </a:extLst>
          </p:cNvPr>
          <p:cNvSpPr/>
          <p:nvPr/>
        </p:nvSpPr>
        <p:spPr>
          <a:xfrm>
            <a:off x="411480" y="5748296"/>
            <a:ext cx="9727840" cy="625072"/>
          </a:xfrm>
          <a:prstGeom prst="roundRect">
            <a:avLst>
              <a:gd name="adj" fmla="val 1125"/>
            </a:avLst>
          </a:prstGeom>
          <a:solidFill>
            <a:srgbClr val="FD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bIns="164592" rtlCol="0" anchor="ctr"/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Si un </a:t>
            </a:r>
            <a:r>
              <a:rPr sz="11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indicador</a:t>
            </a:r>
            <a:r>
              <a:rPr sz="11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aparece</a:t>
            </a:r>
            <a:r>
              <a:rPr sz="11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1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como</a:t>
            </a:r>
            <a:r>
              <a:rPr sz="11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 «–», no </a:t>
            </a:r>
            <a:r>
              <a:rPr sz="1100" b="1" err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está</a:t>
            </a:r>
            <a:r>
              <a:rPr sz="1100" b="1">
                <a:solidFill>
                  <a:srgbClr val="B45309"/>
                </a:solidFill>
                <a:latin typeface="Century Gothic"/>
                <a:ea typeface="Century Gothic"/>
                <a:cs typeface="Century Gothic"/>
              </a:rPr>
              <a:t> roto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Es el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haciendo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su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trabajo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: ha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dejado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el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cálculo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sin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datos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 En el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ejemplo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filtrar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«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Expediente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no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Resuelto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»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deja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sin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tiempo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medio de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resolución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porque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no hay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ninguno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resuelto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que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medir</a:t>
            </a:r>
            <a:r>
              <a:rPr sz="12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3C635CE-98F0-8F9E-F621-145A0262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7" y="1694551"/>
            <a:ext cx="7124065" cy="338036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FC1876C-9A17-BE6D-1219-D0878284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210" y="1656173"/>
            <a:ext cx="3182112" cy="37479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95C3E008-680D-9A1C-CB11-5045FC40C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716" y="3002006"/>
            <a:ext cx="770278" cy="55019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62F3605-54CF-B463-A9B1-4ACBACB69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558" y="3368686"/>
            <a:ext cx="1656101" cy="2692146"/>
          </a:xfrm>
          <a:prstGeom prst="rect">
            <a:avLst/>
          </a:prstGeom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A1E7BB52-34BE-26C5-A8B9-D638C4904566}"/>
              </a:ext>
            </a:extLst>
          </p:cNvPr>
          <p:cNvSpPr/>
          <p:nvPr/>
        </p:nvSpPr>
        <p:spPr>
          <a:xfrm>
            <a:off x="10391956" y="5653177"/>
            <a:ext cx="1483267" cy="270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s-ES" err="1"/>
          </a:p>
        </p:txBody>
      </p:sp>
    </p:spTree>
    <p:extLst>
      <p:ext uri="{BB962C8B-B14F-4D97-AF65-F5344CB8AC3E}">
        <p14:creationId xmlns:p14="http://schemas.microsoft.com/office/powerpoint/2010/main" val="3677952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C757-A6D3-E72C-2E37-8AB0017F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2B14-2440-E209-302E-AE11B090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Century Gothic" panose="020B0502020202020204" pitchFamily="34" charset="0"/>
              </a:rPr>
              <a:t>Filtros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39FB6-3C46-16E6-E647-C5737EB9D7B9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61D72-125E-41D3-C11C-A21FF7763204}"/>
              </a:ext>
            </a:extLst>
          </p:cNvPr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9B9C6D-76AB-CD3C-0C83-83721B5B9672}"/>
              </a:ext>
            </a:extLst>
          </p:cNvPr>
          <p:cNvSpPr txBox="1"/>
          <p:nvPr/>
        </p:nvSpPr>
        <p:spPr>
          <a:xfrm>
            <a:off x="407987" y="781050"/>
            <a:ext cx="904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latin typeface="Century Gothic"/>
                <a:ea typeface="Century Gothic"/>
                <a:cs typeface="Century Gothic"/>
              </a:rPr>
              <a:t>Chuleta de filtros</a:t>
            </a:r>
            <a:endParaRPr lang="es-ES" sz="1600" b="1">
              <a:latin typeface="Century Gothic" panose="020B05020202020202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E0890540-B8E3-B7A4-01CF-F11C4E7C3E6A}"/>
              </a:ext>
            </a:extLst>
          </p:cNvPr>
          <p:cNvSpPr txBox="1"/>
          <p:nvPr/>
        </p:nvSpPr>
        <p:spPr>
          <a:xfrm>
            <a:off x="524363" y="1136552"/>
            <a:ext cx="11375136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s-ES" sz="120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Qué quiero hacer, qué filtro uso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F6B3369-F72D-0466-36F7-56F69399902A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1481328"/>
          <a:ext cx="1137513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r>
                        <a:rPr sz="1300" b="1" err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Quiero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…</a:t>
                      </a:r>
                    </a:p>
                  </a:txBody>
                  <a:tcP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Uso</a:t>
                      </a:r>
                    </a:p>
                  </a:txBody>
                  <a:tcP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Ver solo un tipo de pensión, una etapa o un tramitador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Filtro de atributo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Ver solo los que pasaron por cierta actividad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Filtro de proceso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Ver los que NO pasaron por ella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Filtro de proceso, en negativo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Ver los que hicieron A y justo después 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Filtro de flujo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Ver los que tardaron entre X e Y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Filtro de tiempos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Ver los que repitieron algo varias veces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Recuento de eventos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Centrarme en la primera o la última vez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Filtro de eventos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Volver al conjunto completo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70F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Reset filters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937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0</a:t>
            </a:r>
            <a:r>
              <a:rPr lang="es-ES">
                <a:latin typeface="Century Gothic" panose="020B0502020202020204" pitchFamily="34" charset="0"/>
              </a:rPr>
              <a:t>2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latin typeface="Century Gothic" panose="020B0502020202020204" pitchFamily="34" charset="0"/>
              </a:rPr>
              <a:t>Ejercicios guiados sobre el proceso real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Century Gothic"/>
                <a:ea typeface="Century Gothic"/>
                <a:cs typeface="Century Gothic"/>
              </a:rPr>
              <a:t>Lo que acabáis de hacer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8884" y="6446520"/>
            <a:ext cx="29687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31EFF38-E512-0C34-EEF8-B3C2B4BB1238}"/>
              </a:ext>
            </a:extLst>
          </p:cNvPr>
          <p:cNvSpPr txBox="1"/>
          <p:nvPr/>
        </p:nvSpPr>
        <p:spPr>
          <a:xfrm>
            <a:off x="407987" y="781050"/>
            <a:ext cx="108848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>
                <a:solidFill>
                  <a:srgbClr val="070F26"/>
                </a:solidFill>
                <a:latin typeface="Century Gothic" panose="020B0502020202020204" pitchFamily="34" charset="0"/>
              </a:rPr>
              <a:t>Cinco preguntas, una sola investigación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1730C1-F15C-6BDD-00CB-43DBD1AFA9CE}"/>
              </a:ext>
            </a:extLst>
          </p:cNvPr>
          <p:cNvSpPr/>
          <p:nvPr/>
        </p:nvSpPr>
        <p:spPr>
          <a:xfrm>
            <a:off x="411480" y="1691640"/>
            <a:ext cx="2148840" cy="157276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15 %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telemáticas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La foto general, en la cabecera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4CAEBE12-4A6F-E277-6A48-25B83CBBA7FF}"/>
              </a:ext>
            </a:extLst>
          </p:cNvPr>
          <p:cNvSpPr/>
          <p:nvPr/>
        </p:nvSpPr>
        <p:spPr>
          <a:xfrm>
            <a:off x="2724912" y="1691640"/>
            <a:ext cx="2148840" cy="157276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219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etapas al día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Con 37 tramitadores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A8172AEF-4F98-63C3-F14E-100AE190D2E2}"/>
              </a:ext>
            </a:extLst>
          </p:cNvPr>
          <p:cNvSpPr/>
          <p:nvPr/>
        </p:nvSpPr>
        <p:spPr>
          <a:xfrm>
            <a:off x="5038344" y="1691640"/>
            <a:ext cx="2148840" cy="157276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2 %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en el camino más común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El 90 % va por otros caminos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1DD26B09-F4B3-A927-DEB6-8BD4F59F6124}"/>
              </a:ext>
            </a:extLst>
          </p:cNvPr>
          <p:cNvSpPr/>
          <p:nvPr/>
        </p:nvSpPr>
        <p:spPr>
          <a:xfrm>
            <a:off x="7351775" y="1691640"/>
            <a:ext cx="2148840" cy="157276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3.516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días en un migrado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Un dato que hay que validar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225E05AC-6AD9-A600-1E58-AB68F5C66AFA}"/>
              </a:ext>
            </a:extLst>
          </p:cNvPr>
          <p:cNvSpPr/>
          <p:nvPr/>
        </p:nvSpPr>
        <p:spPr>
          <a:xfrm>
            <a:off x="9665207" y="1691640"/>
            <a:ext cx="2148840" cy="157276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114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veces un trámite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B7080"/>
                </a:solidFill>
                <a:latin typeface="Century Gothic"/>
                <a:ea typeface="Century Gothic"/>
                <a:cs typeface="Century Gothic"/>
              </a:rPr>
              <a:t>Para 53 casos: hay bucles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23E5F5D0-890C-EB43-ECB2-D3A52B409DB6}"/>
              </a:ext>
            </a:extLst>
          </p:cNvPr>
          <p:cNvSpPr/>
          <p:nvPr/>
        </p:nvSpPr>
        <p:spPr>
          <a:xfrm>
            <a:off x="411480" y="3703320"/>
            <a:ext cx="11375136" cy="1051560"/>
          </a:xfrm>
          <a:prstGeom prst="roundRect">
            <a:avLst>
              <a:gd name="adj" fmla="val 10000"/>
            </a:avLst>
          </a:prstGeom>
          <a:solidFill>
            <a:srgbClr val="E8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9728" rIns="201168" bIns="109728" rtlCol="0" anchor="ctr"/>
          <a:lstStyle/>
          <a:p>
            <a:pPr algn="ctr">
              <a:spcAft>
                <a:spcPts val="600"/>
              </a:spcAft>
            </a:pPr>
            <a:r>
              <a:rPr sz="12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Ninguna</a:t>
            </a:r>
            <a:r>
              <a:rPr sz="12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de las </a:t>
            </a:r>
            <a:r>
              <a:rPr sz="12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cinco</a:t>
            </a:r>
            <a:r>
              <a:rPr sz="12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respuestas</a:t>
            </a:r>
            <a:r>
              <a:rPr sz="12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está</a:t>
            </a:r>
            <a:r>
              <a:rPr sz="12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2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en</a:t>
            </a:r>
            <a:r>
              <a:rPr sz="1200" b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 un </a:t>
            </a:r>
            <a:r>
              <a:rPr sz="1200" b="1" err="1">
                <a:solidFill>
                  <a:srgbClr val="0080B1"/>
                </a:solidFill>
                <a:latin typeface="Century Gothic"/>
                <a:ea typeface="Century Gothic"/>
                <a:cs typeface="Century Gothic"/>
              </a:rPr>
              <a:t>informe</a:t>
            </a:r>
            <a:endParaRPr sz="1200" b="1">
              <a:solidFill>
                <a:srgbClr val="0080B1"/>
              </a:solidFill>
              <a:latin typeface="Century Gothic"/>
              <a:ea typeface="Century Gothic"/>
              <a:cs typeface="Century Gothic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Se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llega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a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todas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en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menos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de dos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minutos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, sin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pedir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un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dato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a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nadie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y sin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abrir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una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 hoja de </a:t>
            </a:r>
            <a:r>
              <a:rPr sz="1400" b="0" err="1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cálculo</a:t>
            </a:r>
            <a:r>
              <a:rPr sz="1400" b="0">
                <a:solidFill>
                  <a:srgbClr val="070F26"/>
                </a:solidFill>
                <a:latin typeface="Century Gothic"/>
                <a:ea typeface="Century Gothic"/>
                <a:cs typeface="Century Gothic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0</a:t>
            </a:r>
            <a:r>
              <a:rPr lang="es-ES">
                <a:latin typeface="Century Gothic" panose="020B0502020202020204" pitchFamily="34" charset="0"/>
              </a:rPr>
              <a:t>4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Comentarios, dudas y preguntas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latin typeface="Century Gothic" panose="020B0502020202020204" pitchFamily="34" charset="0"/>
              </a:rPr>
              <a:t>Minería de Procesos · Celonis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Gracias.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latin typeface="Century Gothic" panose="020B0502020202020204" pitchFamily="34" charset="0"/>
              </a:rPr>
              <a:t>Minería de Procesos con Celonis</a:t>
            </a:r>
          </a:p>
          <a:p>
            <a:pPr>
              <a:spcAft>
                <a:spcPts val="600"/>
              </a:spcAft>
            </a:pPr>
            <a:r>
              <a:rPr sz="1400">
                <a:latin typeface="Century Gothic" panose="020B0502020202020204" pitchFamily="34" charset="0"/>
              </a:rPr>
              <a:t>Plan de Formación · Pensiones no Contributivas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Navegación por los cuadros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14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Ejecutiva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Botón de acceso desde la página de inicio 102" descr="Botón de acceso desde la página de inicio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2743200" y="841248"/>
            <a:ext cx="2743200" cy="132735"/>
          </a:xfrm>
          <a:prstGeom prst="rect">
            <a:avLst/>
          </a:prstGeom>
        </p:spPr>
      </p:pic>
      <p:pic>
        <p:nvPicPr>
          <p:cNvPr id="103" name="Captura del cuadro de mando de PnC 103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07822" y="1437162"/>
            <a:ext cx="7680960" cy="412083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4" name="Para quién es 104"/>
          <p:cNvSpPr/>
          <p:nvPr/>
        </p:nvSpPr>
        <p:spPr>
          <a:xfrm>
            <a:off x="8366760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2BD"/>
            </a:solidFill>
          </a:ln>
        </p:spPr>
        <p:txBody>
          <a:bodyPr wrap="square" lIns="164592" tIns="91440" rIns="164592" bIns="9144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Para quién es: </a:t>
            </a:r>
            <a:r>
              <a:rPr lang="es-ES" sz="1300" b="1" dirty="0">
                <a:solidFill>
                  <a:srgbClr val="0072BD"/>
                </a:solidFill>
                <a:latin typeface="Century Gothic" panose="020B0502020202020204" pitchFamily="34" charset="0"/>
              </a:rPr>
              <a:t>Dirección y responsables.</a:t>
            </a:r>
            <a:endParaRPr lang="es-ES" sz="130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Responde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«¿cómo va el servicio?» de un vistazo, con el objetivo de 90 días como referencia.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Arriba: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expedientes, tiempos, % cumplimiento, % resueltos y % telemáticas.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Tres bloques: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Tiempo medio, Cumplimiento / Calidad y Eficiencia operacional.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Abajo: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evolución mensual de solicitudes, de estados y de tramitaciones frente a capacidad.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La barra de filtros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(fecha de presentación, desplegables y tramitador) recalcula la pantalla entera.</a:t>
            </a:r>
            <a:endParaRPr lang="es-ES" sz="105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Navegación por los cuadros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15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Operativa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Botón de acceso desde la página de inicio 102" descr="Botón de acceso desde la página de inicio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2743200" y="841248"/>
            <a:ext cx="2743200" cy="132735"/>
          </a:xfrm>
          <a:prstGeom prst="rect">
            <a:avLst/>
          </a:prstGeom>
        </p:spPr>
      </p:pic>
      <p:pic>
        <p:nvPicPr>
          <p:cNvPr id="103" name="Captura del cuadro de mando de PnC 103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07822" y="1419880"/>
            <a:ext cx="7680960" cy="415539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4" name="Para quién es 104"/>
          <p:cNvSpPr/>
          <p:nvPr/>
        </p:nvSpPr>
        <p:spPr>
          <a:xfrm>
            <a:off x="8366760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2BD"/>
            </a:solidFill>
          </a:ln>
        </p:spPr>
        <p:txBody>
          <a:bodyPr wrap="square" lIns="164592" tIns="91440" rIns="164592" bIns="9144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Para quién es: </a:t>
            </a:r>
            <a:r>
              <a:rPr lang="es-ES" sz="1300" b="1" dirty="0">
                <a:solidFill>
                  <a:srgbClr val="0072BD"/>
                </a:solidFill>
                <a:latin typeface="Century Gothic" panose="020B0502020202020204" pitchFamily="34" charset="0"/>
              </a:rPr>
              <a:t>Tramitación y coordinación.</a:t>
            </a:r>
            <a:endParaRPr lang="es-ES" sz="130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Responde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«¿qué expediente miro primero?».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Arriba: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expedientes, tiempo de finalización y tiempo efectivo, % cumplimiento y número de etapas.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Priorización: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cada expediente con su tiempo efectivo de tramitación y su último trámite.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Reasignación: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los expedientes que han cambiado de tramitador.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Explorador expediente: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el detalle de uno, trámite a trámite.</a:t>
            </a:r>
            <a:endParaRPr lang="es-ES" sz="105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Navegación por los cuadros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16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Análisis del proceso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Botón de acceso desde la página de inicio 102" descr="Botón de acceso desde la página de inicio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2743200" y="841248"/>
            <a:ext cx="2103120" cy="131445"/>
          </a:xfrm>
          <a:prstGeom prst="rect">
            <a:avLst/>
          </a:prstGeom>
        </p:spPr>
      </p:pic>
      <p:pic>
        <p:nvPicPr>
          <p:cNvPr id="103" name="Captura del cuadro de mando de PnC 103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1694563" y="1325880"/>
            <a:ext cx="5107479" cy="43434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4" name="Para quién es 104"/>
          <p:cNvSpPr/>
          <p:nvPr/>
        </p:nvSpPr>
        <p:spPr>
          <a:xfrm>
            <a:off x="8366760" y="1325880"/>
            <a:ext cx="3429000" cy="4343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2BD"/>
            </a:solidFill>
          </a:ln>
        </p:spPr>
        <p:txBody>
          <a:bodyPr wrap="square" lIns="164592" tIns="91440" rIns="164592" bIns="9144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Para quién es: </a:t>
            </a:r>
            <a:r>
              <a:rPr lang="es-ES" sz="1300" b="1" dirty="0">
                <a:solidFill>
                  <a:srgbClr val="0072BD"/>
                </a:solidFill>
                <a:latin typeface="Century Gothic" panose="020B0502020202020204" pitchFamily="34" charset="0"/>
              </a:rPr>
              <a:t>Quien necesita entender el proceso, no medirlo.</a:t>
            </a:r>
            <a:endParaRPr lang="es-ES" sz="130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Responde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«¿por dónde pasan de verdad los expedientes?». Nadie lo ha dibujado: se reconstruye desde los trámites registrados.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Variant Explorer: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los caminos distintos, del más al menos frecuente, con cuántos casos y cuántos días.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El caso aquí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es la etapa de expediente (ExpedienteEtapa), no el expediente entero.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Los números: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en la caja, cuántas veces ocurrió el trámite. En la flecha, cuántos casos pasaron.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Más pestañas: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Process Explorer, trámites finales, dimensiones, comparador, Case Explorer y listado de trámites.</a:t>
            </a:r>
            <a:endParaRPr lang="es-ES" sz="105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37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Cómo lo vamos a hacer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sp>
        <p:nvSpPr>
          <p:cNvPr id="102" name="Texto 102"/>
          <p:cNvSpPr txBox="1"/>
          <p:nvPr/>
        </p:nvSpPr>
        <p:spPr>
          <a:xfrm>
            <a:off x="407822" y="1234440"/>
            <a:ext cx="113385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Objetivo: </a:t>
            </a:r>
            <a:r>
              <a:rPr lang="es-ES" sz="1300" dirty="0">
                <a:solidFill>
                  <a:srgbClr val="070F26"/>
                </a:solidFill>
                <a:latin typeface="Century Gothic" panose="020B0502020202020204" pitchFamily="34" charset="0"/>
              </a:rPr>
              <a:t>confirmar, indicador a indicador, que cada cifra mide lo que esperáis y coincide con vuestro dato.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3" name="Paso 103"/>
          <p:cNvSpPr/>
          <p:nvPr/>
        </p:nvSpPr>
        <p:spPr>
          <a:xfrm>
            <a:off x="407822" y="192024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56692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Mirar</a:t>
            </a:r>
            <a:endParaRPr lang="es-ES" sz="1500" dirty="0">
              <a:latin typeface="Century Gothic" panose="020B050202020202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6B7080"/>
                </a:solidFill>
                <a:latin typeface="Century Gothic" panose="020B0502020202020204" pitchFamily="34" charset="0"/>
              </a:rPr>
              <a:t>Qué mide el indicador, de qué fecha o estado sale y qué filtros tiene puestos.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4" name="Número 104"/>
          <p:cNvSpPr/>
          <p:nvPr/>
        </p:nvSpPr>
        <p:spPr>
          <a:xfrm>
            <a:off x="682142" y="2057400"/>
            <a:ext cx="384048" cy="384048"/>
          </a:xfrm>
          <a:prstGeom prst="ellipse">
            <a:avLst/>
          </a:prstGeom>
          <a:solidFill>
            <a:srgbClr val="0080B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1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5" name="Flecha 105"/>
          <p:cNvSpPr/>
          <p:nvPr/>
        </p:nvSpPr>
        <p:spPr>
          <a:xfrm>
            <a:off x="4083710" y="2587752"/>
            <a:ext cx="164592" cy="274320"/>
          </a:xfrm>
          <a:prstGeom prst="rightArrow">
            <a:avLst/>
          </a:prstGeom>
          <a:solidFill>
            <a:srgbClr val="C9D3E3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6" name="Paso 106"/>
          <p:cNvSpPr/>
          <p:nvPr/>
        </p:nvSpPr>
        <p:spPr>
          <a:xfrm>
            <a:off x="4266590" y="192024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56692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Contrastar</a:t>
            </a:r>
            <a:endParaRPr lang="es-ES" sz="1500" dirty="0">
              <a:latin typeface="Century Gothic" panose="020B050202020202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6B7080"/>
                </a:solidFill>
                <a:latin typeface="Century Gothic" panose="020B0502020202020204" pitchFamily="34" charset="0"/>
              </a:rPr>
              <a:t>Con vuestro dato, vuestro informe o vuestra experiencia del día a día.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7" name="Número 107"/>
          <p:cNvSpPr/>
          <p:nvPr/>
        </p:nvSpPr>
        <p:spPr>
          <a:xfrm>
            <a:off x="4540910" y="2057400"/>
            <a:ext cx="384048" cy="384048"/>
          </a:xfrm>
          <a:prstGeom prst="ellipse">
            <a:avLst/>
          </a:prstGeom>
          <a:solidFill>
            <a:srgbClr val="0080B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2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8" name="Flecha 108"/>
          <p:cNvSpPr/>
          <p:nvPr/>
        </p:nvSpPr>
        <p:spPr>
          <a:xfrm>
            <a:off x="7942478" y="2587752"/>
            <a:ext cx="164592" cy="274320"/>
          </a:xfrm>
          <a:prstGeom prst="rightArrow">
            <a:avLst/>
          </a:prstGeom>
          <a:solidFill>
            <a:srgbClr val="C9D3E3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9" name="Paso 109"/>
          <p:cNvSpPr/>
          <p:nvPr/>
        </p:nvSpPr>
        <p:spPr>
          <a:xfrm>
            <a:off x="8125358" y="192024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56692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Anotar</a:t>
            </a:r>
            <a:endParaRPr lang="es-ES" sz="1500" dirty="0">
              <a:latin typeface="Century Gothic" panose="020B050202020202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6B7080"/>
                </a:solidFill>
                <a:latin typeface="Century Gothic" panose="020B0502020202020204" pitchFamily="34" charset="0"/>
              </a:rPr>
              <a:t>Cada indicador queda como Cuadra, Revisar o No cuadra, con un comentario.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10" name="Número 110"/>
          <p:cNvSpPr/>
          <p:nvPr/>
        </p:nvSpPr>
        <p:spPr>
          <a:xfrm>
            <a:off x="8399678" y="2057400"/>
            <a:ext cx="384048" cy="384048"/>
          </a:xfrm>
          <a:prstGeom prst="ellipse">
            <a:avLst/>
          </a:prstGeom>
          <a:solidFill>
            <a:srgbClr val="0080B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3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11" name="Estado 111"/>
          <p:cNvSpPr/>
          <p:nvPr/>
        </p:nvSpPr>
        <p:spPr>
          <a:xfrm>
            <a:off x="407822" y="3794760"/>
            <a:ext cx="3657600" cy="566928"/>
          </a:xfrm>
          <a:prstGeom prst="roundRect">
            <a:avLst>
              <a:gd name="adj" fmla="val 30000"/>
            </a:avLst>
          </a:prstGeom>
          <a:solidFill>
            <a:srgbClr val="E7F4EC"/>
          </a:solidFill>
          <a:ln w="12700">
            <a:solidFill>
              <a:srgbClr val="1E7B4F"/>
            </a:solidFill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1E7B4F"/>
                </a:solidFill>
                <a:latin typeface="Century Gothic" panose="020B0502020202020204" pitchFamily="34" charset="0"/>
              </a:rPr>
              <a:t>Cuadra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 ·  el dato es correcto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12" name="Estado 112"/>
          <p:cNvSpPr/>
          <p:nvPr/>
        </p:nvSpPr>
        <p:spPr>
          <a:xfrm>
            <a:off x="4266590" y="3794760"/>
            <a:ext cx="3657600" cy="566928"/>
          </a:xfrm>
          <a:prstGeom prst="roundRect">
            <a:avLst>
              <a:gd name="adj" fmla="val 30000"/>
            </a:avLst>
          </a:prstGeom>
          <a:solidFill>
            <a:srgbClr val="FDF6E9"/>
          </a:solidFill>
          <a:ln w="12700">
            <a:solidFill>
              <a:srgbClr val="B45309"/>
            </a:solidFill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B45309"/>
                </a:solidFill>
                <a:latin typeface="Century Gothic" panose="020B0502020202020204" pitchFamily="34" charset="0"/>
              </a:rPr>
              <a:t>Revisar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 ·  hay dudas sobre la definición o el origen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13" name="Estado 113"/>
          <p:cNvSpPr/>
          <p:nvPr/>
        </p:nvSpPr>
        <p:spPr>
          <a:xfrm>
            <a:off x="8125358" y="3794760"/>
            <a:ext cx="3657600" cy="566928"/>
          </a:xfrm>
          <a:prstGeom prst="roundRect">
            <a:avLst>
              <a:gd name="adj" fmla="val 30000"/>
            </a:avLst>
          </a:prstGeom>
          <a:solidFill>
            <a:srgbClr val="FBEAEA"/>
          </a:solidFill>
          <a:ln w="12700">
            <a:solidFill>
              <a:srgbClr val="C0262D"/>
            </a:solidFill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C0262D"/>
                </a:solidFill>
                <a:latin typeface="Century Gothic" panose="020B0502020202020204" pitchFamily="34" charset="0"/>
              </a:rPr>
              <a:t>No cuadra</a:t>
            </a: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 xml:space="preserve">  ·  la cifra no se corresponde con la realidad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14" name="Nota 114"/>
          <p:cNvSpPr/>
          <p:nvPr/>
        </p:nvSpPr>
        <p:spPr>
          <a:xfrm>
            <a:off x="407822" y="4663440"/>
            <a:ext cx="11365992" cy="731520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1100" b="1" dirty="0">
                <a:solidFill>
                  <a:srgbClr val="B45309"/>
                </a:solidFill>
                <a:latin typeface="Century Gothic" panose="020B0502020202020204" pitchFamily="34" charset="0"/>
              </a:rPr>
              <a:t>Lo que buscamos</a:t>
            </a:r>
            <a:endParaRPr lang="es-ES" sz="1100" dirty="0">
              <a:latin typeface="Century Gothic" panose="020B0502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Que el cuadro de mando refleje vuestro proceso. Cada «Revisar» y cada «No cuadra» nos dice qué ajustar antes de darlo por bueno.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38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Ejecutiva · Indicadores de cabecera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1701698" y="1207008"/>
            <a:ext cx="8778240" cy="10058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graphicFrame>
        <p:nvGraphicFramePr>
          <p:cNvPr id="103" name="Tabla 103"/>
          <p:cNvGraphicFramePr>
            <a:graphicFrameLocks noGrp="1"/>
          </p:cNvGraphicFramePr>
          <p:nvPr/>
        </p:nvGraphicFramePr>
        <p:xfrm>
          <a:off x="407822" y="2377440"/>
          <a:ext cx="11365992" cy="3200400"/>
        </p:xfrm>
        <a:graphic>
          <a:graphicData uri="http://schemas.openxmlformats.org/drawingml/2006/table">
            <a:tbl>
              <a:tblPr firstRow="1" bandRow="1"/>
              <a:tblGrid>
                <a:gridCol w="2148840"/>
                <a:gridCol w="1417320"/>
                <a:gridCol w="3108960"/>
                <a:gridCol w="4690872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Indicador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Valor hoy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Lo que entendemos que mide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Para validar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Expedientes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105K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Expedientes de PnC dentro del intervalo de datos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¿Os cuadra el volumen? ¿Incluye migrados, revisiones y reclamaciones?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Tiempo medio resolución trámite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–  (obj. 90 días)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Días desde la presentación hasta la resolución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Sale vacío: ¿qué fecha marca la resolución en vuestro sistema?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Tiempo medio tramitación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111 días  (obj. 90)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Días de tramitación efectiva del expediente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¿Es correcto el objetivo de 90 días? ¿Se cuenta desde la presentación o desde la apertura?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% cumplimiento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0 %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Expedientes resueltos dentro de plazo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Sale 0 %: ¿qué plazo se considera «en plazo»?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% Resueltos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Expedientes con resolución sobre el total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Sale 0, pero el 48 % figura como aprobado: ¿qué estados cuentan como resuelto?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% Telemáticas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15 %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Solicitudes presentadas por vía electrónica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5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¿Os parece realista? ¿De qué campo sale el canal de entrada?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39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Ejecutiva · Los tres bloques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sp>
        <p:nvSpPr>
          <p:cNvPr id="102" name="Texto 102"/>
          <p:cNvSpPr txBox="1"/>
          <p:nvPr/>
        </p:nvSpPr>
        <p:spPr>
          <a:xfrm>
            <a:off x="407822" y="12070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0080B1"/>
                </a:solidFill>
                <a:latin typeface="Century Gothic" panose="020B0502020202020204" pitchFamily="34" charset="0"/>
              </a:rPr>
              <a:t>TIEMPO MEDIO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pic>
        <p:nvPicPr>
          <p:cNvPr id="103" name="Captura del cuadro de mando de PnC 103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07822" y="1628463"/>
            <a:ext cx="3657600" cy="56526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4" name="Texto 104"/>
          <p:cNvSpPr/>
          <p:nvPr/>
        </p:nvSpPr>
        <p:spPr>
          <a:xfrm>
            <a:off x="407822" y="2377440"/>
            <a:ext cx="3657600" cy="3429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wrap="square" lIns="201168" tIns="164592" rIns="201168" bIns="10972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150" b="1" dirty="0">
                <a:solidFill>
                  <a:srgbClr val="6B7080"/>
                </a:solidFill>
                <a:latin typeface="Century Gothic" panose="020B0502020202020204" pitchFamily="34" charset="0"/>
              </a:rPr>
              <a:t>Qué vemos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7.10K expedientes · 3 días de tramitación · resolución vacía («–»).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s-ES" sz="1150" b="1" dirty="0">
                <a:solidFill>
                  <a:srgbClr val="0080B1"/>
                </a:solidFill>
                <a:latin typeface="Century Gothic" panose="020B0502020202020204" pitchFamily="34" charset="0"/>
              </a:rPr>
              <a:t>Para validar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¿Por qué 7.100 aquí y 105.000 en la cabecera? Coincide con los 7,1K casos del Análisis del proceso: ¿cuenta expedientes o etapas?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3 días frente a 111 en la cabecera: ¿miden lo mismo?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¿Qué fecha marca la resolución de un expediente?</a:t>
            </a:r>
            <a:endParaRPr lang="es-ES" sz="1150" dirty="0">
              <a:latin typeface="Century Gothic" panose="020B0502020202020204" pitchFamily="34" charset="0"/>
            </a:endParaRPr>
          </a:p>
        </p:txBody>
      </p:sp>
      <p:sp>
        <p:nvSpPr>
          <p:cNvPr id="105" name="Texto 105"/>
          <p:cNvSpPr txBox="1"/>
          <p:nvPr/>
        </p:nvSpPr>
        <p:spPr>
          <a:xfrm>
            <a:off x="4266590" y="12070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0080B1"/>
                </a:solidFill>
                <a:latin typeface="Century Gothic" panose="020B0502020202020204" pitchFamily="34" charset="0"/>
              </a:rPr>
              <a:t>CUMPLIMIENTO / CALIDAD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pic>
        <p:nvPicPr>
          <p:cNvPr id="106" name="Captura del cuadro de mando de PnC 106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266590" y="1628463"/>
            <a:ext cx="3657600" cy="56526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7" name="Texto 107"/>
          <p:cNvSpPr/>
          <p:nvPr/>
        </p:nvSpPr>
        <p:spPr>
          <a:xfrm>
            <a:off x="4266590" y="2377440"/>
            <a:ext cx="3657600" cy="3429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wrap="square" lIns="201168" tIns="164592" rIns="201168" bIns="10972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150" b="1" dirty="0">
                <a:solidFill>
                  <a:srgbClr val="6B7080"/>
                </a:solidFill>
                <a:latin typeface="Century Gothic" panose="020B0502020202020204" pitchFamily="34" charset="0"/>
              </a:rPr>
              <a:t>Qué vemos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48 % aprobados · 20 % denegaciones · 2 % archivados · 30 % sin resolución. Suman 100 %.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s-ES" sz="1150" b="1" dirty="0">
                <a:solidFill>
                  <a:srgbClr val="0080B1"/>
                </a:solidFill>
                <a:latin typeface="Century Gothic" panose="020B0502020202020204" pitchFamily="34" charset="0"/>
              </a:rPr>
              <a:t>Para validar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¿Es el reparto que esperáis?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¿Dónde caen desistimientos, renuncias y revisiones?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Si el 70 % está aprobado, denegado o archivado, ¿por qué % Resueltos marca 0?</a:t>
            </a:r>
            <a:endParaRPr lang="es-ES" sz="1150" dirty="0">
              <a:latin typeface="Century Gothic" panose="020B0502020202020204" pitchFamily="34" charset="0"/>
            </a:endParaRPr>
          </a:p>
        </p:txBody>
      </p:sp>
      <p:sp>
        <p:nvSpPr>
          <p:cNvPr id="108" name="Texto 108"/>
          <p:cNvSpPr txBox="1"/>
          <p:nvPr/>
        </p:nvSpPr>
        <p:spPr>
          <a:xfrm>
            <a:off x="8125358" y="12070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0080B1"/>
                </a:solidFill>
                <a:latin typeface="Century Gothic" panose="020B0502020202020204" pitchFamily="34" charset="0"/>
              </a:rPr>
              <a:t>EFICIENCIA OPERACIONAL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pic>
        <p:nvPicPr>
          <p:cNvPr id="109" name="Captura del cuadro de mando de PnC 109" descr="Captura del cuadro de mando de PnC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8125358" y="1628463"/>
            <a:ext cx="3657600" cy="56526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10" name="Texto 110"/>
          <p:cNvSpPr/>
          <p:nvPr/>
        </p:nvSpPr>
        <p:spPr>
          <a:xfrm>
            <a:off x="8125358" y="2377440"/>
            <a:ext cx="3657600" cy="3429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wrap="square" lIns="201168" tIns="164592" rIns="201168" bIns="10972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1150" b="1" dirty="0">
                <a:solidFill>
                  <a:srgbClr val="6B7080"/>
                </a:solidFill>
                <a:latin typeface="Century Gothic" panose="020B0502020202020204" pitchFamily="34" charset="0"/>
              </a:rPr>
              <a:t>Qué vemos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37 tramitadores · 8 auxiliares · 219 etapas al día · 352 expedientes al día.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s-ES" sz="1150" b="1" dirty="0">
                <a:solidFill>
                  <a:srgbClr val="0080B1"/>
                </a:solidFill>
                <a:latin typeface="Century Gothic" panose="020B0502020202020204" pitchFamily="34" charset="0"/>
              </a:rPr>
              <a:t>Para validar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¿Son 37 tramitadores reales? ¿Cómo se distingue tramitador de auxiliar?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¿Qué entendéis por «etapa al día» y por «eficiencia global»?</a:t>
            </a:r>
            <a:endParaRPr lang="es-ES" sz="11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8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50" dirty="0">
                <a:solidFill>
                  <a:srgbClr val="070F26"/>
                </a:solidFill>
                <a:latin typeface="Century Gothic" panose="020B0502020202020204" pitchFamily="34" charset="0"/>
              </a:rPr>
              <a:t>352 expedientes al día frente a 219 etapas: ¿cómo se calcula?</a:t>
            </a:r>
            <a:endParaRPr lang="es-ES" sz="115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40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Ejecutiva · Gráficas de evolución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1253740" y="1188720"/>
            <a:ext cx="9674157" cy="29718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3" name="Texto 103"/>
          <p:cNvSpPr/>
          <p:nvPr/>
        </p:nvSpPr>
        <p:spPr>
          <a:xfrm>
            <a:off x="407822" y="4315968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09728" rIns="182880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>Evolución temporal de solicitudes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00" dirty="0">
                <a:solidFill>
                  <a:srgbClr val="070F26"/>
                </a:solidFill>
                <a:latin typeface="Century Gothic" panose="020B0502020202020204" pitchFamily="34" charset="0"/>
              </a:rPr>
              <a:t>El eje usa «Última actualización Trámite»: por eso arranca en 2026-03 aunque los datos empiezan el 14-07-2025. ¿Lo queréis por fecha de presentación?</a:t>
            </a:r>
            <a:endParaRPr lang="es-ES" sz="10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00" dirty="0">
                <a:solidFill>
                  <a:srgbClr val="070F26"/>
                </a:solidFill>
                <a:latin typeface="Century Gothic" panose="020B0502020202020204" pitchFamily="34" charset="0"/>
              </a:rPr>
              <a:t>El tiempo medio va de 0 a 3 días (la cabecera dice 111) y la línea de finalización no aparece.</a:t>
            </a: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4" name="Texto 104"/>
          <p:cNvSpPr/>
          <p:nvPr/>
        </p:nvSpPr>
        <p:spPr>
          <a:xfrm>
            <a:off x="4266590" y="4315968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09728" rIns="182880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>Evolución de estados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00" dirty="0">
                <a:solidFill>
                  <a:srgbClr val="070F26"/>
                </a:solidFill>
                <a:latin typeface="Century Gothic" panose="020B0502020202020204" pitchFamily="34" charset="0"/>
              </a:rPr>
              <a:t>% cumplimiento solo aparece en 2026-05 (≈ 2 %) y la cabecera marca 0 %: ¿cómo se calcula?</a:t>
            </a:r>
            <a:endParaRPr lang="es-ES" sz="10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00" dirty="0">
                <a:solidFill>
                  <a:srgbClr val="070F26"/>
                </a:solidFill>
                <a:latin typeface="Century Gothic" panose="020B0502020202020204" pitchFamily="34" charset="0"/>
              </a:rPr>
              <a:t>Los aprobados crecen con fuerza desde 2026-07: ¿carga real o efecto de la migración?</a:t>
            </a: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5" name="Texto 105"/>
          <p:cNvSpPr/>
          <p:nvPr/>
        </p:nvSpPr>
        <p:spPr>
          <a:xfrm>
            <a:off x="8125358" y="4315968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09728" rIns="182880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>Tramitaciones vs capacidad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00" dirty="0">
                <a:solidFill>
                  <a:srgbClr val="070F26"/>
                </a:solidFill>
                <a:latin typeface="Century Gothic" panose="020B0502020202020204" pitchFamily="34" charset="0"/>
              </a:rPr>
              <a:t>Los tramitadores pasan de 0 a unos 35 entre 2025-11 y 2026-08: ¿altas reales o arranque del registro?</a:t>
            </a:r>
            <a:endParaRPr lang="es-ES" sz="10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4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00" dirty="0">
                <a:solidFill>
                  <a:srgbClr val="070F26"/>
                </a:solidFill>
                <a:latin typeface="Century Gothic" panose="020B0502020202020204" pitchFamily="34" charset="0"/>
              </a:rPr>
              <a:t>¿Cómo contamos a un tramitador: quien firma, quien cierra etapas…?</a:t>
            </a:r>
            <a:endParaRPr lang="es-ES" sz="1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41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Operativa · Priorización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07822" y="1234440"/>
            <a:ext cx="6949440" cy="84933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103" name="Captura del cuadro de mando de PnC 103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07822" y="2240280"/>
            <a:ext cx="6949440" cy="282420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4" name="Texto 104"/>
          <p:cNvSpPr/>
          <p:nvPr/>
        </p:nvSpPr>
        <p:spPr>
          <a:xfrm>
            <a:off x="7635240" y="1234440"/>
            <a:ext cx="4142232" cy="475488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txBody>
          <a:bodyPr wrap="square" lIns="228600" tIns="182880" rIns="22860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200" b="1" dirty="0">
                <a:solidFill>
                  <a:srgbClr val="0080B1"/>
                </a:solidFill>
                <a:latin typeface="Century Gothic" panose="020B0502020202020204" pitchFamily="34" charset="0"/>
              </a:rPr>
              <a:t>Para validar</a:t>
            </a:r>
            <a:endParaRPr lang="es-ES" sz="12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>Tiempo medio de finalización (92 días) menor que el efectivo (111): ¿qué diferencia hay entre los dos?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>Muchos expedientes marcan exactamente 3.516 días (inicio en torno a marzo de 2017), no solo los de MIGRACIÓN PNC: ¿fecha real o fecha de carga? ¿Cuentan en los tiempos?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>La lista sale ordenada por ID: ¿qué orden os sirve para priorizar (días, plazo, etapa)?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>«Usuario tras reasignación» dice «No Hay dato» en todas las filas visibles: ¿se registra la reasignación?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>¿Los nombres de etapa (NM - Notificar resolución…) son los que usáis en el día a día?</a:t>
            </a:r>
            <a:endParaRPr lang="es-ES" sz="105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7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050" dirty="0">
                <a:solidFill>
                  <a:srgbClr val="070F26"/>
                </a:solidFill>
                <a:latin typeface="Century Gothic" panose="020B0502020202020204" pitchFamily="34" charset="0"/>
              </a:rPr>
              <a:t>390K etapas para 105K expedientes: ¿unas 4 etapas por expediente os parece normal?</a:t>
            </a:r>
            <a:endParaRPr lang="es-ES" sz="105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42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Análisis del proceso · Variantes y trámites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07822" y="1234440"/>
            <a:ext cx="3291840" cy="430305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103" name="Captura del cuadro de mando de PnC 103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3892731" y="1234440"/>
            <a:ext cx="1358537" cy="475488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4" name="Texto 104"/>
          <p:cNvSpPr/>
          <p:nvPr/>
        </p:nvSpPr>
        <p:spPr>
          <a:xfrm>
            <a:off x="5532120" y="1234440"/>
            <a:ext cx="6245352" cy="475488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0116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200" b="1" dirty="0">
                <a:solidFill>
                  <a:srgbClr val="0080B1"/>
                </a:solidFill>
                <a:latin typeface="Century Gothic" panose="020B0502020202020204" pitchFamily="34" charset="0"/>
              </a:rPr>
              <a:t>Para validar</a:t>
            </a:r>
            <a:endParaRPr lang="es-ES" sz="12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9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El análisis cuenta etapas de expediente (objeto ExpedienteEtapa), no expedientes: ¿queréis seguir el expediente entero o cada etapa?</a:t>
            </a:r>
            <a:endParaRPr lang="es-ES" sz="11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9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La vista trae un filtro puesto («Exclude any event Finalización de la Eta…»): los 7.100 casos y las 5.070 variantes son con ese filtro. ¿Qué queréis ver por defecto?</a:t>
            </a:r>
            <a:endParaRPr lang="es-ES" sz="11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9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Aun así, 5.070 variantes para 7.100 casos: casi cada caso sigue su propio camino. ¿Hay trámites que conviene agrupar?</a:t>
            </a:r>
            <a:endParaRPr lang="es-ES" sz="11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9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El camino más frecuente (174 casos, 7 días) solo cubre el 2 %: ¿a qué tipo de etapa corresponde?</a:t>
            </a:r>
            <a:endParaRPr lang="es-ES" sz="1100" dirty="0">
              <a:latin typeface="Century Gothic" panose="020B0502020202020204" pitchFamily="34" charset="0"/>
            </a:endParaRPr>
          </a:p>
          <a:p>
            <a:pPr algn="l" marL="164592" indent="-164592">
              <a:spcBef>
                <a:spcPts val="0"/>
              </a:spcBef>
              <a:spcAft>
                <a:spcPts val="900"/>
              </a:spcAft>
              <a:buClr>
                <a:srgbClr val="0080B1"/>
              </a:buClr>
              <a:buFont typeface="Arial"/>
              <a:buChar char="•"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Trámites técnicos como Consulta y Respuesta ICDA o Generación y Firma de documento: ¿os aporta verlos o los agrupamos?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43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Lo que nos llama la atención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02" name="Tabla 102"/>
          <p:cNvGraphicFramePr>
            <a:graphicFrameLocks noGrp="1"/>
          </p:cNvGraphicFramePr>
          <p:nvPr/>
        </p:nvGraphicFramePr>
        <p:xfrm>
          <a:off x="407822" y="1234440"/>
          <a:ext cx="11365992" cy="4526280"/>
        </p:xfrm>
        <a:graphic>
          <a:graphicData uri="http://schemas.openxmlformats.org/drawingml/2006/table">
            <a:tbl>
              <a:tblPr firstRow="1" bandRow="1"/>
              <a:tblGrid>
                <a:gridCol w="411480"/>
                <a:gridCol w="4160520"/>
                <a:gridCol w="2788920"/>
                <a:gridCol w="4005072"/>
              </a:tblGrid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#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Lo que vemos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Dónde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Lo que necesitamos saber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070F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% cumplimiento 0 % (≈ 2 % en la gráfica) y % Resueltos 0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Cabecera y gráfica de estados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estados y qué plazo definen «resuelto» y «en plazo»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Tiempo medio de resolución vacío («–»)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Cabecera y Tiempo medio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fecha es la de resolución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105K expedientes, 7,1K en bloques y proceso, 390K etapas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Cabecera, bloques, proceso y Vista Operativa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cuenta cada cifra y cuál es el universo correcto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111 días frente a 3 días de tramitación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Cabecera frente a Tiempo medio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Si los dos indicadores miden lo mismo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Muchos expedientes con exactamente 3.516 días (≈ marzo 2017)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Vista Operativa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Si es la fecha de la migración y si cuentan en los tiempos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Usuario tras reasignación sin dato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Vista Operativa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Si la reasignación se registra en el sistema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Gráficas por «Última actualización Trámite», desde 2026-03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Gráficas de evolución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fecha usar en el eje de cada gráfica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Análisis del proceso con un filtro ya puesto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Análisis del proceso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vista queréis por defecto, con o sin filtro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«Última actualización» en blanco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Página de inicio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fecha de carga queréis ver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Filtros sin nombre («Filter dropdown»)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Barra de filtros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solidFill>
                            <a:srgbClr val="070F26"/>
                          </a:solidFill>
                          <a:latin typeface="Century Gothic" panose="020B0502020202020204" pitchFamily="34" charset="0"/>
                        </a:rPr>
                        <a:t>Qué filtros necesitáis y con qué nombre</a:t>
                      </a:r>
                    </a:p>
                  </a:txBody>
                  <a:tcPr marL="73152" marR="73152" marT="41148" marB="41148" anchor="ctr">
                    <a:lnL w="6350">
                      <a:solidFill>
                        <a:srgbClr val="D9DEE8"/>
                      </a:solidFill>
                    </a:lnL>
                    <a:lnR w="6350">
                      <a:solidFill>
                        <a:srgbClr val="D9DEE8"/>
                      </a:solidFill>
                    </a:lnR>
                    <a:lnT w="6350">
                      <a:solidFill>
                        <a:srgbClr val="D9DEE8"/>
                      </a:solidFill>
                    </a:lnT>
                    <a:lnB w="6350">
                      <a:solidFill>
                        <a:srgbClr val="D9DEE8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44</a:t>
            </a:r>
          </a:p>
        </p:txBody>
      </p:sp>
      <p:sp>
        <p:nvSpPr>
          <p:cNvPr id="101" name="Subtítulo 101"/>
          <p:cNvSpPr txBox="1"/>
          <p:nvPr/>
        </p:nvSpPr>
        <p:spPr>
          <a:xfrm>
            <a:off x="407822" y="73152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Próximos pasos</a:t>
            </a:r>
            <a:endParaRPr lang="es-ES" sz="1600" dirty="0">
              <a:latin typeface="Century Gothic" panose="020B0502020202020204" pitchFamily="34" charset="0"/>
            </a:endParaRPr>
          </a:p>
        </p:txBody>
      </p:sp>
      <p:sp>
        <p:nvSpPr>
          <p:cNvPr id="102" name="Paso 102"/>
          <p:cNvSpPr/>
          <p:nvPr/>
        </p:nvSpPr>
        <p:spPr>
          <a:xfrm>
            <a:off x="407822" y="14630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56692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Hoja de validación</a:t>
            </a:r>
            <a:endParaRPr lang="es-ES" sz="1500" dirty="0">
              <a:latin typeface="Century Gothic" panose="020B050202020202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6B7080"/>
                </a:solidFill>
                <a:latin typeface="Century Gothic" panose="020B0502020202020204" pitchFamily="34" charset="0"/>
              </a:rPr>
              <a:t>Os dejamos cada indicador con su definición. Marcáis Cuadra, Revisar o No cuadra y añadís un comentario.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3" name="Número 103"/>
          <p:cNvSpPr/>
          <p:nvPr/>
        </p:nvSpPr>
        <p:spPr>
          <a:xfrm>
            <a:off x="682142" y="1600200"/>
            <a:ext cx="384048" cy="384048"/>
          </a:xfrm>
          <a:prstGeom prst="ellipse">
            <a:avLst/>
          </a:prstGeom>
          <a:solidFill>
            <a:srgbClr val="0080B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1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4" name="Flecha 104"/>
          <p:cNvSpPr/>
          <p:nvPr/>
        </p:nvSpPr>
        <p:spPr>
          <a:xfrm>
            <a:off x="4083710" y="2468880"/>
            <a:ext cx="164592" cy="274320"/>
          </a:xfrm>
          <a:prstGeom prst="rightArrow">
            <a:avLst/>
          </a:prstGeom>
          <a:solidFill>
            <a:srgbClr val="C9D3E3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5" name="Paso 105"/>
          <p:cNvSpPr/>
          <p:nvPr/>
        </p:nvSpPr>
        <p:spPr>
          <a:xfrm>
            <a:off x="4266590" y="14630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56692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Definiciones clave</a:t>
            </a:r>
            <a:endParaRPr lang="es-ES" sz="1500" dirty="0">
              <a:latin typeface="Century Gothic" panose="020B050202020202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6B7080"/>
                </a:solidFill>
                <a:latin typeface="Century Gothic" panose="020B0502020202020204" pitchFamily="34" charset="0"/>
              </a:rPr>
              <a:t>Plazo de resolución, estados que cuentan como resueltos, fecha de resolución y universo de expedientes (¿con o sin migrados?).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6" name="Número 106"/>
          <p:cNvSpPr/>
          <p:nvPr/>
        </p:nvSpPr>
        <p:spPr>
          <a:xfrm>
            <a:off x="4540910" y="1600200"/>
            <a:ext cx="384048" cy="384048"/>
          </a:xfrm>
          <a:prstGeom prst="ellipse">
            <a:avLst/>
          </a:prstGeom>
          <a:solidFill>
            <a:srgbClr val="0080B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2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7" name="Flecha 107"/>
          <p:cNvSpPr/>
          <p:nvPr/>
        </p:nvSpPr>
        <p:spPr>
          <a:xfrm>
            <a:off x="7942478" y="2468880"/>
            <a:ext cx="164592" cy="274320"/>
          </a:xfrm>
          <a:prstGeom prst="rightArrow">
            <a:avLst/>
          </a:prstGeom>
          <a:solidFill>
            <a:srgbClr val="C9D3E3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8" name="Paso 108"/>
          <p:cNvSpPr/>
          <p:nvPr/>
        </p:nvSpPr>
        <p:spPr>
          <a:xfrm>
            <a:off x="8125358" y="14630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566928" rIns="27432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Ajuste y repaso</a:t>
            </a:r>
            <a:endParaRPr lang="es-ES" sz="1500" dirty="0">
              <a:latin typeface="Century Gothic" panose="020B050202020202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6B7080"/>
                </a:solidFill>
                <a:latin typeface="Century Gothic" panose="020B0502020202020204" pitchFamily="34" charset="0"/>
              </a:rPr>
              <a:t>Aplicamos los cambios en el cuadro de mando y lo repasamos con vosotros en una sesión corta.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09" name="Número 109"/>
          <p:cNvSpPr/>
          <p:nvPr/>
        </p:nvSpPr>
        <p:spPr>
          <a:xfrm>
            <a:off x="8399678" y="1600200"/>
            <a:ext cx="384048" cy="384048"/>
          </a:xfrm>
          <a:prstGeom prst="ellipse">
            <a:avLst/>
          </a:prstGeom>
          <a:solidFill>
            <a:srgbClr val="0080B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3</a:t>
            </a:r>
            <a:endParaRPr lang="es-ES" sz="1200" dirty="0">
              <a:latin typeface="Century Gothic" panose="020B0502020202020204" pitchFamily="34" charset="0"/>
            </a:endParaRPr>
          </a:p>
        </p:txBody>
      </p:sp>
      <p:sp>
        <p:nvSpPr>
          <p:cNvPr id="110" name="Nota 110"/>
          <p:cNvSpPr/>
          <p:nvPr/>
        </p:nvSpPr>
        <p:spPr>
          <a:xfrm>
            <a:off x="407822" y="3886200"/>
            <a:ext cx="11365992" cy="868680"/>
          </a:xfrm>
          <a:prstGeom prst="roundRect">
            <a:avLst>
              <a:gd name="adj" fmla="val 12000"/>
            </a:avLst>
          </a:prstGeom>
          <a:solidFill>
            <a:srgbClr val="E8F2F7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>Por qué importa</a:t>
            </a:r>
            <a:endParaRPr lang="es-ES" sz="1100" dirty="0">
              <a:latin typeface="Century Gothic" panose="020B0502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rgbClr val="070F26"/>
                </a:solidFill>
                <a:latin typeface="Century Gothic" panose="020B0502020202020204" pitchFamily="34" charset="0"/>
              </a:rPr>
              <a:t>Sin estas definiciones, % cumplimiento, % Resueltos y el tiempo de resolución no se pueden dar por buenos: son los indicadores que más preguntas van a recibir.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Pregunta 1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25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914400" y="1188720"/>
            <a:ext cx="10360152" cy="9601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En la Vista Ejecutiva, ¿qué porcentaje de las solicitudes llega por vía telemática?</a:t>
            </a:r>
            <a:endParaRPr lang="es-ES" sz="2000" dirty="0">
              <a:latin typeface="Century Gothic" panose="020B0502020202020204" pitchFamily="34" charset="0"/>
            </a:endParaRPr>
          </a:p>
        </p:txBody>
      </p:sp>
      <p:sp>
        <p:nvSpPr>
          <p:cNvPr id="102" name="Pista 102"/>
          <p:cNvSpPr/>
          <p:nvPr/>
        </p:nvSpPr>
        <p:spPr>
          <a:xfrm>
            <a:off x="3355848" y="2377440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Dónde buscarlo: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Ejecutiva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3" name="Pista 103"/>
          <p:cNvSpPr/>
          <p:nvPr/>
        </p:nvSpPr>
        <p:spPr>
          <a:xfrm>
            <a:off x="3355848" y="2816352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Pista: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La fila de indicadores de arriba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1005840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48 %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6245352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15 %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1005840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30 %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6245352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0 %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 txBox="1"/>
          <p:nvPr/>
        </p:nvSpPr>
        <p:spPr>
          <a:xfrm>
            <a:off x="1005840" y="5669280"/>
            <a:ext cx="10177272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i="1" dirty="0">
                <a:solidFill>
                  <a:srgbClr val="6B7080"/>
                </a:solidFill>
                <a:latin typeface="Century Gothic" panose="020B0502020202020204" pitchFamily="34" charset="0"/>
              </a:rPr>
              <a:t>Respuestas según los datos hasta el 20-10-2026 y los filtros de las capturas: en el entorno las cifras pueden haber cambiado.</a:t>
            </a:r>
            <a:endParaRPr lang="es-ES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Solución 1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26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407822" y="73152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En la Vista Ejecutiva, ¿qué porcentaje de las solicitudes llega por vía telemática?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07822" y="2992279"/>
            <a:ext cx="7223760" cy="82772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3" name="Resalte 103"/>
          <p:cNvSpPr/>
          <p:nvPr/>
        </p:nvSpPr>
        <p:spPr>
          <a:xfrm>
            <a:off x="6350025" y="3065177"/>
            <a:ext cx="1283906" cy="48126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8001000" y="1417320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48 %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8001000" y="2404872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0080B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 xml:space="preserve">B   </a:t>
            </a: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15 %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8001000" y="3392424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30 %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8001000" y="4379976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0 %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/>
          <p:nvPr/>
        </p:nvSpPr>
        <p:spPr>
          <a:xfrm>
            <a:off x="407822" y="5623560"/>
            <a:ext cx="11365992" cy="411480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15 %: menos de 1 de cada 6 solicitudes llega por vía electrónica.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Pregunta 2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27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914400" y="1188720"/>
            <a:ext cx="10360152" cy="9601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¿Cuántos tramitadores hay y cuántas etapas se tramitan al día?</a:t>
            </a:r>
            <a:endParaRPr lang="es-ES" sz="2000" dirty="0">
              <a:latin typeface="Century Gothic" panose="020B0502020202020204" pitchFamily="34" charset="0"/>
            </a:endParaRPr>
          </a:p>
        </p:txBody>
      </p:sp>
      <p:sp>
        <p:nvSpPr>
          <p:cNvPr id="102" name="Pista 102"/>
          <p:cNvSpPr/>
          <p:nvPr/>
        </p:nvSpPr>
        <p:spPr>
          <a:xfrm>
            <a:off x="3355848" y="2377440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Dónde buscarlo: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Ejecutiva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3" name="Pista 103"/>
          <p:cNvSpPr/>
          <p:nvPr/>
        </p:nvSpPr>
        <p:spPr>
          <a:xfrm>
            <a:off x="3355848" y="2816352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Pista: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Bloque Eficiencia operacional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1005840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8 · 352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6245352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37 · 219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1005840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37 · 390K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6245352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8 · 219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 txBox="1"/>
          <p:nvPr/>
        </p:nvSpPr>
        <p:spPr>
          <a:xfrm>
            <a:off x="1005840" y="5669280"/>
            <a:ext cx="10177272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i="1" dirty="0">
                <a:solidFill>
                  <a:srgbClr val="6B7080"/>
                </a:solidFill>
                <a:latin typeface="Century Gothic" panose="020B0502020202020204" pitchFamily="34" charset="0"/>
              </a:rPr>
              <a:t>Respuestas según los datos hasta el 20-10-2026 y los filtros de las capturas: en el entorno las cifras pueden haber cambiado.</a:t>
            </a:r>
            <a:endParaRPr lang="es-ES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Solución 2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28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407822" y="73152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¿Cuántos tramitadores hay y cuántas etapas se tramitan al día?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07822" y="2847940"/>
            <a:ext cx="7223760" cy="111639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3" name="Resalte 103"/>
          <p:cNvSpPr/>
          <p:nvPr/>
        </p:nvSpPr>
        <p:spPr>
          <a:xfrm>
            <a:off x="402281" y="3072245"/>
            <a:ext cx="777240" cy="70062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4" name="Resalte 104"/>
          <p:cNvSpPr/>
          <p:nvPr/>
        </p:nvSpPr>
        <p:spPr>
          <a:xfrm>
            <a:off x="1814197" y="3072245"/>
            <a:ext cx="2594125" cy="70062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8001000" y="1417320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8 · 352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8001000" y="2404872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0080B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 xml:space="preserve">B   </a:t>
            </a: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37 · 219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8001000" y="3392424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37 · 390K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8" name="Opción 108"/>
          <p:cNvSpPr/>
          <p:nvPr/>
        </p:nvSpPr>
        <p:spPr>
          <a:xfrm>
            <a:off x="8001000" y="4379976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8 · 219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9" name="Nota 109"/>
          <p:cNvSpPr/>
          <p:nvPr/>
        </p:nvSpPr>
        <p:spPr>
          <a:xfrm>
            <a:off x="407822" y="5623560"/>
            <a:ext cx="11365992" cy="411480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37 tramitadores y 219 etapas al día: unas 6 etapas por persona y día.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Pregunta 3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29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914400" y="1188720"/>
            <a:ext cx="10360152" cy="9601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¿Cuántos casos siguen el camino más frecuente y cuánto tardan de media?</a:t>
            </a:r>
            <a:endParaRPr lang="es-ES" sz="2000" dirty="0">
              <a:latin typeface="Century Gothic" panose="020B0502020202020204" pitchFamily="34" charset="0"/>
            </a:endParaRPr>
          </a:p>
        </p:txBody>
      </p:sp>
      <p:sp>
        <p:nvSpPr>
          <p:cNvPr id="102" name="Pista 102"/>
          <p:cNvSpPr/>
          <p:nvPr/>
        </p:nvSpPr>
        <p:spPr>
          <a:xfrm>
            <a:off x="3355848" y="2377440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Dónde buscarlo: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Análisis del proceso › Variant Explorer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3" name="Pista 103"/>
          <p:cNvSpPr/>
          <p:nvPr/>
        </p:nvSpPr>
        <p:spPr>
          <a:xfrm>
            <a:off x="3355848" y="2816352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Pista: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Tabla de variantes: columnas Count y Avg TPT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1005840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174 · 7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6245352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168 · 57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1005840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53 · 174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6245352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6.370 · 118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 txBox="1"/>
          <p:nvPr/>
        </p:nvSpPr>
        <p:spPr>
          <a:xfrm>
            <a:off x="1005840" y="5669280"/>
            <a:ext cx="10177272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i="1" dirty="0">
                <a:solidFill>
                  <a:srgbClr val="6B7080"/>
                </a:solidFill>
                <a:latin typeface="Century Gothic" panose="020B0502020202020204" pitchFamily="34" charset="0"/>
              </a:rPr>
              <a:t>Respuestas según los datos hasta el 20-10-2026 y los filtros de las capturas: en el entorno las cifras pueden haber cambiado.</a:t>
            </a:r>
            <a:endParaRPr lang="es-ES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Solución 3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407822" y="73152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¿Cuántos casos siguen el camino más frecuente y cuánto tardan de media?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2428304" y="1325880"/>
            <a:ext cx="3182798" cy="41605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3" name="Resalte 103"/>
          <p:cNvSpPr/>
          <p:nvPr/>
        </p:nvSpPr>
        <p:spPr>
          <a:xfrm>
            <a:off x="2463279" y="2848242"/>
            <a:ext cx="3040037" cy="28369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8001000" y="1417320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0080B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 xml:space="preserve">A   </a:t>
            </a: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174 · 7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8001000" y="2404872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168 · 57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8001000" y="3392424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53 · 174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8001000" y="4379976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6.370 · 118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/>
          <p:nvPr/>
        </p:nvSpPr>
        <p:spPr>
          <a:xfrm>
            <a:off x="407822" y="5623560"/>
            <a:ext cx="11365992" cy="411480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174 casos (2 %) en 7 días. El 90 % cae en «Others»: el proceso es muy variable.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Pregunta 4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31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914400" y="1188720"/>
            <a:ext cx="10360152" cy="9601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Busca el expediente 0803750000102006. ¿En qué trámite está y cuánto tiempo lleva?</a:t>
            </a:r>
            <a:endParaRPr lang="es-ES" sz="2000" dirty="0">
              <a:latin typeface="Century Gothic" panose="020B0502020202020204" pitchFamily="34" charset="0"/>
            </a:endParaRPr>
          </a:p>
        </p:txBody>
      </p:sp>
      <p:sp>
        <p:nvSpPr>
          <p:cNvPr id="102" name="Pista 102"/>
          <p:cNvSpPr/>
          <p:nvPr/>
        </p:nvSpPr>
        <p:spPr>
          <a:xfrm>
            <a:off x="3355848" y="2377440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Dónde buscarlo: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Vista Operativa › Priorización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3" name="Pista 103"/>
          <p:cNvSpPr/>
          <p:nvPr/>
        </p:nvSpPr>
        <p:spPr>
          <a:xfrm>
            <a:off x="3355848" y="2816352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Pista: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Filtra o busca por ID Expediente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1005840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ARCHIVO EXPEDIENTE · 465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6245352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MIGRACIÓN PNC · 3.516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1005840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PENDIENTE ELABORACIÓN PROPUESTA · 3.516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6245352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MIGRACIÓN PNC · 786 días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 txBox="1"/>
          <p:nvPr/>
        </p:nvSpPr>
        <p:spPr>
          <a:xfrm>
            <a:off x="1005840" y="5669280"/>
            <a:ext cx="10177272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i="1" dirty="0">
                <a:solidFill>
                  <a:srgbClr val="6B7080"/>
                </a:solidFill>
                <a:latin typeface="Century Gothic" panose="020B0502020202020204" pitchFamily="34" charset="0"/>
              </a:rPr>
              <a:t>Respuestas según los datos hasta el 20-10-2026 y los filtros de las capturas: en el entorno las cifras pueden haber cambiado.</a:t>
            </a:r>
            <a:endParaRPr lang="es-ES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Solución 4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32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407822" y="73152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Busca el expediente 0803750000102006. ¿En qué trámite está y cuánto tiempo lleva?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07822" y="2630988"/>
            <a:ext cx="7223760" cy="155030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3" name="Resalte 103"/>
          <p:cNvSpPr/>
          <p:nvPr/>
        </p:nvSpPr>
        <p:spPr>
          <a:xfrm>
            <a:off x="400182" y="3256663"/>
            <a:ext cx="7245639" cy="19999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8001000" y="1417320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ARCHIVO EXPEDIENTE · 465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8001000" y="2404872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0080B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 xml:space="preserve">B   </a:t>
            </a: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MIGRACIÓN PNC · 3.516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8001000" y="3392424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PENDIENTE ELABORACIÓN PROPUESTA · 3.516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8001000" y="4379976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MIGRACIÓN PNC · 786 días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/>
          <p:nvPr/>
        </p:nvSpPr>
        <p:spPr>
          <a:xfrm>
            <a:off x="407822" y="5623560"/>
            <a:ext cx="11365992" cy="411480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3.516 días son casi 10 años y su último trámite es MIGRACIÓN PNC. ¿Debe contar en los tiempos? Lo apuntamos para validar.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Pregunta 5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33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914400" y="1188720"/>
            <a:ext cx="10360152" cy="9601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Selecciona la variante #4: la siguen 53 casos. ¿Cuántas veces aparece «Asociación de Interesados»?</a:t>
            </a:r>
            <a:endParaRPr lang="es-ES" sz="2000" dirty="0">
              <a:latin typeface="Century Gothic" panose="020B0502020202020204" pitchFamily="34" charset="0"/>
            </a:endParaRPr>
          </a:p>
        </p:txBody>
      </p:sp>
      <p:sp>
        <p:nvSpPr>
          <p:cNvPr id="102" name="Pista 102"/>
          <p:cNvSpPr/>
          <p:nvPr/>
        </p:nvSpPr>
        <p:spPr>
          <a:xfrm>
            <a:off x="3355848" y="2377440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Dónde buscarlo: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Análisis del proceso › Variant Explorer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3" name="Pista 103"/>
          <p:cNvSpPr/>
          <p:nvPr/>
        </p:nvSpPr>
        <p:spPr>
          <a:xfrm>
            <a:off x="3355848" y="2816352"/>
            <a:ext cx="5486400" cy="347472"/>
          </a:xfrm>
          <a:prstGeom prst="roundRect">
            <a:avLst>
              <a:gd name="adj" fmla="val 30000"/>
            </a:avLst>
          </a:prstGeom>
          <a:solidFill>
            <a:srgbClr val="E8F2F7"/>
          </a:solidFill>
          <a:ln w="9525">
            <a:solidFill>
              <a:srgbClr val="0072B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Pista:  </a:t>
            </a:r>
            <a:r>
              <a:rPr lang="es-ES" sz="1050" b="1" dirty="0">
                <a:solidFill>
                  <a:srgbClr val="070F26"/>
                </a:solidFill>
                <a:latin typeface="Century Gothic" panose="020B0502020202020204" pitchFamily="34" charset="0"/>
              </a:rPr>
              <a:t>El número bajo cada caja del recorrido</a:t>
            </a:r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104" name="Opción 104"/>
          <p:cNvSpPr/>
          <p:nvPr/>
        </p:nvSpPr>
        <p:spPr>
          <a:xfrm>
            <a:off x="1005840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53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5" name="Opción 105"/>
          <p:cNvSpPr/>
          <p:nvPr/>
        </p:nvSpPr>
        <p:spPr>
          <a:xfrm>
            <a:off x="6245352" y="3566160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106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1005840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C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114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6245352" y="4590288"/>
            <a:ext cx="4937760" cy="80467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  </a:t>
            </a: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7.100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sp>
        <p:nvSpPr>
          <p:cNvPr id="108" name="Nota 108"/>
          <p:cNvSpPr txBox="1"/>
          <p:nvPr/>
        </p:nvSpPr>
        <p:spPr>
          <a:xfrm>
            <a:off x="1005840" y="5669280"/>
            <a:ext cx="10177272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i="1" dirty="0">
                <a:solidFill>
                  <a:srgbClr val="6B7080"/>
                </a:solidFill>
                <a:latin typeface="Century Gothic" panose="020B0502020202020204" pitchFamily="34" charset="0"/>
              </a:rPr>
              <a:t>Respuestas según los datos hasta el 20-10-2026 y los filtros de las capturas: en el entorno las cifras pueden haber cambiado.</a:t>
            </a:r>
            <a:endParaRPr lang="es-ES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B87E-B26E-4513-C95A-3CFBDE3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EC55-3563-5378-F34B-07979093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Caso práctico · Solución 5 de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F80B-53B2-B1B1-D200-D36AF104F243}"/>
              </a:ext>
            </a:extLst>
          </p:cNvPr>
          <p:cNvSpPr txBox="1"/>
          <p:nvPr/>
        </p:nvSpPr>
        <p:spPr>
          <a:xfrm>
            <a:off x="411480" y="6446520"/>
            <a:ext cx="1005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© 2026 NTT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40D4E-5CC2-3DAE-7308-7F5C4CE7507B}"/>
              </a:ext>
            </a:extLst>
          </p:cNvPr>
          <p:cNvSpPr txBox="1"/>
          <p:nvPr/>
        </p:nvSpPr>
        <p:spPr>
          <a:xfrm>
            <a:off x="11554988" y="6446520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080"/>
                </a:solidFill>
                <a:latin typeface="Century Gothic" panose="020B0502020202020204" pitchFamily="34" charset="0"/>
              </a:rPr>
              <a:t>34</a:t>
            </a:r>
          </a:p>
        </p:txBody>
      </p:sp>
      <p:sp>
        <p:nvSpPr>
          <p:cNvPr id="101" name="Pregunta 101"/>
          <p:cNvSpPr txBox="1"/>
          <p:nvPr/>
        </p:nvSpPr>
        <p:spPr>
          <a:xfrm>
            <a:off x="407822" y="73152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Selecciona la variante #4: la siguen 53 casos. ¿Cuántas veces aparece «Asociación de Interesados»?</a:t>
            </a:r>
            <a:endParaRPr lang="es-ES" sz="1300" dirty="0">
              <a:latin typeface="Century Gothic" panose="020B0502020202020204" pitchFamily="34" charset="0"/>
            </a:endParaRPr>
          </a:p>
        </p:txBody>
      </p:sp>
      <p:pic>
        <p:nvPicPr>
          <p:cNvPr id="102" name="Captura del cuadro de mando de PnC 102" descr="Captura del cuadro de mando de PnC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599503" y="1325880"/>
            <a:ext cx="3182798" cy="41605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3" name="Resalte 103"/>
          <p:cNvSpPr/>
          <p:nvPr/>
        </p:nvSpPr>
        <p:spPr>
          <a:xfrm>
            <a:off x="634479" y="3555530"/>
            <a:ext cx="3040037" cy="28369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pic>
        <p:nvPicPr>
          <p:cNvPr id="104" name="Captura del cuadro de mando de PnC 104" descr="Captura del cuadro de mando de PnC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718423" y="1325880"/>
            <a:ext cx="2351598" cy="41605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5" name="Resalte 105"/>
          <p:cNvSpPr/>
          <p:nvPr/>
        </p:nvSpPr>
        <p:spPr>
          <a:xfrm>
            <a:off x="5468828" y="2935522"/>
            <a:ext cx="1266842" cy="38047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5262B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s-ES" sz="1000" dirty="0">
              <a:latin typeface="Century Gothic" panose="020B0502020202020204" pitchFamily="34" charset="0"/>
            </a:endParaRPr>
          </a:p>
        </p:txBody>
      </p:sp>
      <p:sp>
        <p:nvSpPr>
          <p:cNvPr id="106" name="Opción 106"/>
          <p:cNvSpPr/>
          <p:nvPr/>
        </p:nvSpPr>
        <p:spPr>
          <a:xfrm>
            <a:off x="8001000" y="1417320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A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53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7" name="Opción 107"/>
          <p:cNvSpPr/>
          <p:nvPr/>
        </p:nvSpPr>
        <p:spPr>
          <a:xfrm>
            <a:off x="8001000" y="2404872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B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106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8" name="Opción 108"/>
          <p:cNvSpPr/>
          <p:nvPr/>
        </p:nvSpPr>
        <p:spPr>
          <a:xfrm>
            <a:off x="8001000" y="3392424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0080B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 xml:space="preserve">C   </a:t>
            </a:r>
            <a:r>
              <a:rPr lang="es-ES" sz="11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114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09" name="Opción 109"/>
          <p:cNvSpPr/>
          <p:nvPr/>
        </p:nvSpPr>
        <p:spPr>
          <a:xfrm>
            <a:off x="8001000" y="4379976"/>
            <a:ext cx="3776472" cy="786384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80B1"/>
                </a:solidFill>
                <a:latin typeface="Century Gothic" panose="020B0502020202020204" pitchFamily="34" charset="0"/>
              </a:rPr>
              <a:t xml:space="preserve">D   </a:t>
            </a: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7.100</a:t>
            </a:r>
            <a:endParaRPr lang="es-ES" sz="1100" dirty="0">
              <a:latin typeface="Century Gothic" panose="020B0502020202020204" pitchFamily="34" charset="0"/>
            </a:endParaRPr>
          </a:p>
        </p:txBody>
      </p:sp>
      <p:sp>
        <p:nvSpPr>
          <p:cNvPr id="110" name="Nota 110"/>
          <p:cNvSpPr/>
          <p:nvPr/>
        </p:nvSpPr>
        <p:spPr>
          <a:xfrm>
            <a:off x="407822" y="5623560"/>
            <a:ext cx="11365992" cy="411480"/>
          </a:xfrm>
          <a:prstGeom prst="roundRect">
            <a:avLst>
              <a:gd name="adj" fmla="val 12000"/>
            </a:avLst>
          </a:prstGeom>
          <a:solidFill>
            <a:srgbClr val="FDF6E9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Century Gothic" panose="020B0502020202020204" pitchFamily="34" charset="0"/>
              </a:rPr>
              <a:t>114 veces para 53 casos: el trámite se repite. La flecha que vuelve sobre la caja es el bucle.</a:t>
            </a:r>
            <a:endParaRPr lang="es-ES" sz="1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705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0</a:t>
            </a:r>
            <a:r>
              <a:rPr lang="es-ES">
                <a:latin typeface="Century Gothic" panose="020B0502020202020204" pitchFamily="34" charset="0"/>
              </a:rPr>
              <a:t>3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entury Gothic" panose="020B0502020202020204" pitchFamily="34" charset="0"/>
              </a:rPr>
              <a:t>Validación del cuadro de mando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latin typeface="Century Gothic" panose="020B0502020202020204" pitchFamily="34" charset="0"/>
              </a:rPr>
              <a:t>Repasamos juntos qué muestra cada indicador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3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9&quot;&gt;&lt;elem m_fUsage=&quot;4.02712669455234362204E+00&quot;&gt;&lt;m_msothmcolidx val=&quot;0&quot;/&gt;&lt;m_rgb r=&quot;FF&quot; g=&quot;DB&quot; b=&quot;66&quot;/&gt;&lt;/elem&gt;&lt;elem m_fUsage=&quot;8.36621842477666133320E-01&quot;&gt;&lt;m_msothmcolidx val=&quot;0&quot;/&gt;&lt;m_rgb r=&quot;FF&quot; g=&quot;C4&quot; b=&quot;00&quot;/&gt;&lt;/elem&gt;&lt;elem m_fUsage=&quot;8.10000000000000053291E-01&quot;&gt;&lt;m_msothmcolidx val=&quot;0&quot;/&gt;&lt;m_rgb r=&quot;00&quot; g=&quot;CB&quot; b=&quot;5D&quot;/&gt;&lt;/elem&gt;&lt;elem m_fUsage=&quot;7.29000000000000092371E-01&quot;&gt;&lt;m_msothmcolidx val=&quot;0&quot;/&gt;&lt;m_rgb r=&quot;38&quot; g=&quot;F9&quot; b=&quot;90&quot;/&gt;&lt;/elem&gt;&lt;elem m_fUsage=&quot;6.64029471985660535438E-01&quot;&gt;&lt;m_msothmcolidx val=&quot;0&quot;/&gt;&lt;m_rgb r=&quot;F5&quot; g=&quot;81&quot; b=&quot;20&quot;/&gt;&lt;/elem&gt;&lt;elem m_fUsage=&quot;6.56100000000000127542E-01&quot;&gt;&lt;m_msothmcolidx val=&quot;0&quot;/&gt;&lt;m_rgb r=&quot;06&quot; g=&quot;89&quot; b=&quot;41&quot;/&gt;&lt;/elem&gt;&lt;elem m_fUsage=&quot;6.53017654590569485151E-01&quot;&gt;&lt;m_msothmcolidx val=&quot;0&quot;/&gt;&lt;m_rgb r=&quot;F6&quot; g=&quot;A6&quot; b=&quot;0E&quot;/&gt;&lt;/elem&gt;&lt;elem m_fUsage=&quot;6.28391535296999315108E-01&quot;&gt;&lt;m_msothmcolidx val=&quot;0&quot;/&gt;&lt;m_rgb r=&quot;FE&quot; g=&quot;D7&quot; b=&quot;4A&quot;/&gt;&lt;/elem&gt;&lt;elem m_fUsage=&quot;1.09418989131512434110E-01&quot;&gt;&lt;m_msothmcolidx val=&quot;0&quot;/&gt;&lt;m_rgb r=&quot;FE&quot; g=&quot;C5&quot; b=&quot;47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PP9o03JULWlGO5nXoWfG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NTT DATA EMEAL">
  <a:themeElements>
    <a:clrScheme name="NTT DATA EMEAL">
      <a:dk1>
        <a:srgbClr val="000000"/>
      </a:dk1>
      <a:lt1>
        <a:srgbClr val="FFFFFF"/>
      </a:lt1>
      <a:dk2>
        <a:srgbClr val="000000"/>
      </a:dk2>
      <a:lt2>
        <a:srgbClr val="D5DDF0"/>
      </a:lt2>
      <a:accent1>
        <a:srgbClr val="6785C1"/>
      </a:accent1>
      <a:accent2>
        <a:srgbClr val="070F26"/>
      </a:accent2>
      <a:accent3>
        <a:srgbClr val="0080B1"/>
      </a:accent3>
      <a:accent4>
        <a:srgbClr val="E6B600"/>
      </a:accent4>
      <a:accent5>
        <a:srgbClr val="BC4328"/>
      </a:accent5>
      <a:accent6>
        <a:srgbClr val="D5DDF0"/>
      </a:accent6>
      <a:hlink>
        <a:srgbClr val="6785C1"/>
      </a:hlink>
      <a:folHlink>
        <a:srgbClr val="070F26"/>
      </a:folHlink>
    </a:clrScheme>
    <a:fontScheme name="NTT DATA EME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defRPr dirty="0" smtClean="0"/>
        </a:defPPr>
      </a:lstStyle>
    </a:txDef>
  </a:objectDefaults>
  <a:extraClrSchemeLst/>
  <a:custClrLst>
    <a:custClr name="Orange">
      <a:srgbClr val="D76B00"/>
    </a:custClr>
    <a:custClr name="Purple">
      <a:srgbClr val="8246AF"/>
    </a:custClr>
    <a:custClr name="Green">
      <a:srgbClr val="00B176"/>
    </a:custClr>
    <a:custClr name="Silver">
      <a:srgbClr val="C6C8CA"/>
    </a:custClr>
    <a:custClr name="Human Blue 60">
      <a:srgbClr val="8FACD9"/>
    </a:custClr>
    <a:custClr name="Smart Navy 60">
      <a:srgbClr val="1D264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Human Blue 40">
      <a:srgbClr val="B1C4E4"/>
    </a:custClr>
    <a:custClr name="Smart Navy 50">
      <a:srgbClr val="3B486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Human Blue 20">
      <a:srgbClr val="E1E7F3"/>
    </a:custClr>
    <a:custClr name="Smart Navy 40">
      <a:srgbClr val="667493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Smart Navy 30">
      <a:srgbClr val="A0A9C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Smart Navy 20">
      <a:srgbClr val="D5DDEB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NTT DATA_PPT template_small" id="{98097D8B-866D-4AFF-BF38-7DD5A6B5B8ED}" vid="{2C25164B-8894-458B-9CB2-FA03D03517E7}"/>
    </a:ext>
  </a:extLst>
</a:theme>
</file>

<file path=ppt/theme/theme2.xml><?xml version="1.0" encoding="utf-8"?>
<a:theme xmlns:a="http://schemas.openxmlformats.org/drawingml/2006/main" name="NTT DATA DARK ">
  <a:themeElements>
    <a:clrScheme name="NTT DATA 23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7F7F7F"/>
      </a:accent6>
      <a:hlink>
        <a:srgbClr val="19A3FC"/>
      </a:hlink>
      <a:folHlink>
        <a:srgbClr val="0072BC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9525"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 DATA Global template" id="{FC089707-98A7-4F06-8FFC-C2077F8D6AD0}" vid="{0A14853D-B10E-493F-A8FA-788633399261}"/>
    </a:ext>
  </a:extLst>
</a:theme>
</file>

<file path=ppt/theme/theme3.xml><?xml version="1.0" encoding="utf-8"?>
<a:theme xmlns:a="http://schemas.openxmlformats.org/drawingml/2006/main" name="1_NTT DATA DARK ">
  <a:themeElements>
    <a:clrScheme name="NTT DATA 23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7F7F7F"/>
      </a:accent6>
      <a:hlink>
        <a:srgbClr val="19A3FC"/>
      </a:hlink>
      <a:folHlink>
        <a:srgbClr val="0072BC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9525"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 DATA Global template" id="{FC089707-98A7-4F06-8FFC-C2077F8D6AD0}" vid="{0A14853D-B10E-493F-A8FA-788633399261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C8BBA24117348A2DC7B7D80EC38E8" ma:contentTypeVersion="15" ma:contentTypeDescription="Create a new document." ma:contentTypeScope="" ma:versionID="72f73359423c59463bf99a13f449cbd9">
  <xsd:schema xmlns:xsd="http://www.w3.org/2001/XMLSchema" xmlns:xs="http://www.w3.org/2001/XMLSchema" xmlns:p="http://schemas.microsoft.com/office/2006/metadata/properties" xmlns:ns2="868d6c58-a729-4647-a7b1-f6bfc2bac5cb" xmlns:ns3="102e8190-a7af-489d-82e1-d07cf18db675" targetNamespace="http://schemas.microsoft.com/office/2006/metadata/properties" ma:root="true" ma:fieldsID="4e38adbf9aaa3db07ff2f628799b9295" ns2:_="" ns3:_="">
    <xsd:import namespace="868d6c58-a729-4647-a7b1-f6bfc2bac5cb"/>
    <xsd:import namespace="102e8190-a7af-489d-82e1-d07cf18db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8d6c58-a729-4647-a7b1-f6bfc2bac5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e8190-a7af-489d-82e1-d07cf18db67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8d6c58-a729-4647-a7b1-f6bfc2bac5cb">
      <Terms xmlns="http://schemas.microsoft.com/office/infopath/2007/PartnerControls"/>
    </lcf76f155ced4ddcb4097134ff3c332f>
    <SharedWithUsers xmlns="102e8190-a7af-489d-82e1-d07cf18db675">
      <UserInfo>
        <DisplayName>Gonzalo Maria Perez-Seoane Torres-Cabrera</DisplayName>
        <AccountId>146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56C993-BA05-456E-94D3-10B879017491}">
  <ds:schemaRefs>
    <ds:schemaRef ds:uri="102e8190-a7af-489d-82e1-d07cf18db675"/>
    <ds:schemaRef ds:uri="868d6c58-a729-4647-a7b1-f6bfc2bac5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40E87D-25BE-4E35-B215-DC86C0D238B0}">
  <ds:schemaRefs>
    <ds:schemaRef ds:uri="102e8190-a7af-489d-82e1-d07cf18db675"/>
    <ds:schemaRef ds:uri="868d6c58-a729-4647-a7b1-f6bfc2bac5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F8A2A3B-241E-4E52-BE57-FD0F15F216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48</Slides>
  <Notes>0</Notes>
  <HiddenSlides>6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1_NTT DATA EMEAL</vt:lpstr>
      <vt:lpstr>NTT DATA DARK </vt:lpstr>
      <vt:lpstr>1_NTT DATA DARK </vt:lpstr>
      <vt:lpstr>Minería de Procesos con Celonis</vt:lpstr>
      <vt:lpstr>Agenda</vt:lpstr>
      <vt:lpstr>01</vt:lpstr>
      <vt:lpstr>Qué veremos en este bloque</vt:lpstr>
      <vt:lpstr>La complejidad genera ineficiencias ocultas</vt:lpstr>
      <vt:lpstr>Diferencias entre el proceso diseñado y el AS-IS</vt:lpstr>
      <vt:lpstr>Utilizar Celonis para comprender y optimizar sus procesos</vt:lpstr>
      <vt:lpstr>Plataforma Celonis</vt:lpstr>
      <vt:lpstr>Modalidades de formación</vt:lpstr>
      <vt:lpstr>Qué veremos en este bloque</vt:lpstr>
      <vt:lpstr>Conexión al entorno</vt:lpstr>
      <vt:lpstr>Conexión al entorno</vt:lpstr>
      <vt:lpstr>Qué veremos en este bloque</vt:lpstr>
      <vt:lpstr>Navegación por los cuadros de mando</vt:lpstr>
      <vt:lpstr>Navegación por los cuadros de mando</vt:lpstr>
      <vt:lpstr>Navegación por los cuadros de mando</vt:lpstr>
      <vt:lpstr>Navegación por los cuadros de mando</vt:lpstr>
      <vt:lpstr>Navegación por los cuadros de mando</vt:lpstr>
      <vt:lpstr>Qué veremos en este bloque</vt:lpstr>
      <vt:lpstr>Filtros </vt:lpstr>
      <vt:lpstr>Filtros en componentes</vt:lpstr>
      <vt:lpstr>Filtros en componentes</vt:lpstr>
      <vt:lpstr>Filtros en proceso</vt:lpstr>
      <vt:lpstr>Filtros de proceso</vt:lpstr>
      <vt:lpstr>Filtros</vt:lpstr>
      <vt:lpstr>02</vt:lpstr>
      <vt:lpstr>Caso práctico · Pregunta 1 de 5</vt:lpstr>
      <vt:lpstr>Caso práctico · Solución 1 de 5</vt:lpstr>
      <vt:lpstr>Caso práctico · Pregunta 2 de 5</vt:lpstr>
      <vt:lpstr>Caso práctico · Solución 2 de 5</vt:lpstr>
      <vt:lpstr>Caso práctico · Pregunta 3 de 5</vt:lpstr>
      <vt:lpstr>Caso práctico · Solución 3 de 5</vt:lpstr>
      <vt:lpstr>Caso práctico · Pregunta 4 de 5</vt:lpstr>
      <vt:lpstr>Caso práctico · Solución 4 de 5</vt:lpstr>
      <vt:lpstr>Caso práctico · Pregunta 5 de 5</vt:lpstr>
      <vt:lpstr>Caso práctico · Solución 5 de 5</vt:lpstr>
      <vt:lpstr>Lo que acabáis de hacer</vt:lpstr>
      <vt:lpstr>03</vt:lpstr>
      <vt:lpstr>Gracias.</vt:lpstr>
      <vt:lpstr>Anexo</vt:lpstr>
      <vt:lpstr>Navegación por los cuadros de mando</vt:lpstr>
      <vt:lpstr>Navegación por los cuadros de mando</vt:lpstr>
      <vt:lpstr>PowerPoint Presentation</vt:lpstr>
      <vt:lpstr>Navegación por los cuadros de mando</vt:lpstr>
      <vt:lpstr>Navegación por los cuadros de mando</vt:lpstr>
      <vt:lpstr>Navegación por los cuadros de mando</vt:lpstr>
      <vt:lpstr>Navegación por los cuadros de mando</vt:lpstr>
      <vt:lpstr>Navegación por los cuadros de mando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Capilla Blázquez</dc:creator>
  <cp:revision>1</cp:revision>
  <cp:lastPrinted>2023-10-10T16:46:42Z</cp:lastPrinted>
  <dcterms:created xsi:type="dcterms:W3CDTF">2021-04-26T09:22:33Z</dcterms:created>
  <dcterms:modified xsi:type="dcterms:W3CDTF">2026-09-14T09:26:36Z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879356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S9.0.3</vt:lpwstr>
  </property>
  <property fmtid="{D5CDD505-2E9C-101B-9397-08002B2CF9AE}" pid="5" name="TogoLocations">
    <vt:lpwstr/>
  </property>
  <property fmtid="{D5CDD505-2E9C-101B-9397-08002B2CF9AE}" pid="6" name="TogoTags">
    <vt:lpwstr/>
  </property>
  <property fmtid="{D5CDD505-2E9C-101B-9397-08002B2CF9AE}" pid="7" name="TogoDepartments">
    <vt:lpwstr/>
  </property>
  <property fmtid="{D5CDD505-2E9C-101B-9397-08002B2CF9AE}" pid="8" name="TogoDocumentsCategory">
    <vt:lpwstr/>
  </property>
  <property fmtid="{D5CDD505-2E9C-101B-9397-08002B2CF9AE}" pid="9" name="TogoDueDate">
    <vt:lpwstr>2099-12-31T00:00:00Z</vt:lpwstr>
  </property>
  <property fmtid="{D5CDD505-2E9C-101B-9397-08002B2CF9AE}" pid="10" name="TogoHighlight">
    <vt:bool>false</vt:bool>
  </property>
  <property fmtid="{D5CDD505-2E9C-101B-9397-08002B2CF9AE}" pid="11" name="n63ae9402be240f1a4937184116f6bcc">
    <vt:lpwstr/>
  </property>
  <property fmtid="{D5CDD505-2E9C-101B-9397-08002B2CF9AE}" pid="12" name="fa99d158c7f14474ab98801009d80b56">
    <vt:lpwstr/>
  </property>
  <property fmtid="{D5CDD505-2E9C-101B-9397-08002B2CF9AE}" pid="13" name="TaxCatchAll">
    <vt:lpwstr/>
  </property>
  <property fmtid="{D5CDD505-2E9C-101B-9397-08002B2CF9AE}" pid="14" name="a01feae194714aa882aedc460c3c0dc2">
    <vt:lpwstr/>
  </property>
  <property fmtid="{D5CDD505-2E9C-101B-9397-08002B2CF9AE}" pid="15" name="gd3a7737cb0047dc8ce44bed1647af23">
    <vt:lpwstr/>
  </property>
  <property fmtid="{D5CDD505-2E9C-101B-9397-08002B2CF9AE}" pid="16" name="MediaServiceImageTags">
    <vt:lpwstr/>
  </property>
  <property fmtid="{D5CDD505-2E9C-101B-9397-08002B2CF9AE}" pid="17" name="ComplianceAssetId">
    <vt:lpwstr/>
  </property>
  <property fmtid="{D5CDD505-2E9C-101B-9397-08002B2CF9AE}" pid="18" name="TriggerFlowInfo">
    <vt:lpwstr/>
  </property>
  <property fmtid="{D5CDD505-2E9C-101B-9397-08002B2CF9AE}" pid="19" name="TemplateUrl">
    <vt:lpwstr/>
  </property>
  <property fmtid="{D5CDD505-2E9C-101B-9397-08002B2CF9AE}" pid="20" name="_ExtendedDescription">
    <vt:lpwstr/>
  </property>
  <property fmtid="{D5CDD505-2E9C-101B-9397-08002B2CF9AE}" pid="21" name="xd_Signature">
    <vt:lpwstr/>
  </property>
  <property fmtid="{D5CDD505-2E9C-101B-9397-08002B2CF9AE}" pid="22" name="xd_ProgID">
    <vt:lpwstr/>
  </property>
  <property fmtid="{D5CDD505-2E9C-101B-9397-08002B2CF9AE}" pid="23" name="Order">
    <vt:r8>662400</vt:r8>
  </property>
  <property fmtid="{D5CDD505-2E9C-101B-9397-08002B2CF9AE}" pid="24" name="SharedWithUsers">
    <vt:lpwstr>146;#Gonzalo Maria Perez-Seoane Torres-Cabrera</vt:lpwstr>
  </property>
  <property fmtid="{D5CDD505-2E9C-101B-9397-08002B2CF9AE}" pid="25" name="ContentTypeId">
    <vt:lpwstr>0x010100946C8BBA24117348A2DC7B7D80EC38E8</vt:lpwstr>
  </property>
</Properties>
</file>
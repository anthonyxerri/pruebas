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fntdata" ContentType="application/x-fontdata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theme/theme2.xml" ContentType="application/vnd.openxmlformats-officedocument.theme+xml"/>
  <Override PartName="/ppt/tags/tag6.xml" ContentType="application/vnd.openxmlformats-officedocument.presentationml.tags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theme/theme3.xml" ContentType="application/vnd.openxmlformats-officedocument.theme+xml"/>
  <Override PartName="/ppt/tags/tag7.xml" ContentType="application/vnd.openxmlformats-officedocument.presentationml.tags+xml"/>
  <Override PartName="/ppt/theme/theme4.xml" ContentType="application/vnd.openxmlformats-officedocument.theme+xml"/>
  <Override PartName="/ppt/theme/theme5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10" r:id="rId4"/>
    <p:sldMasterId id="2147483824" r:id="rId5"/>
    <p:sldMasterId id="2147483847" r:id="rId6"/>
  </p:sldMasterIdLst>
  <p:notesMasterIdLst>
    <p:notesMasterId r:id="rId55"/>
  </p:notesMasterIdLst>
  <p:handoutMasterIdLst>
    <p:handoutMasterId r:id="rId56"/>
  </p:handout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91" r:id="rId16"/>
    <p:sldId id="271" r:id="rId17"/>
    <p:sldId id="292" r:id="rId19"/>
    <p:sldId id="304" r:id="rId20"/>
    <p:sldId id="321" r:id="rId84"/>
    <p:sldId id="322" r:id="rId85"/>
    <p:sldId id="323" r:id="rId86"/>
    <p:sldId id="295" r:id="rId25"/>
    <p:sldId id="267" r:id="rId26"/>
    <p:sldId id="313" r:id="rId27"/>
    <p:sldId id="314" r:id="rId28"/>
    <p:sldId id="315" r:id="rId29"/>
    <p:sldId id="316" r:id="rId30"/>
    <p:sldId id="317" r:id="rId31"/>
    <p:sldId id="272" r:id="rId32"/>
    <p:sldId id="332" r:id="rId95"/>
    <p:sldId id="333" r:id="rId96"/>
    <p:sldId id="334" r:id="rId97"/>
    <p:sldId id="335" r:id="rId98"/>
    <p:sldId id="336" r:id="rId99"/>
    <p:sldId id="337" r:id="rId100"/>
    <p:sldId id="338" r:id="rId101"/>
    <p:sldId id="339" r:id="rId102"/>
    <p:sldId id="340" r:id="rId103"/>
    <p:sldId id="341" r:id="rId104"/>
    <p:sldId id="283" r:id="rId43"/>
    <p:sldId id="342" r:id="rId105"/>
    <p:sldId id="324" r:id="rId87"/>
    <p:sldId id="325" r:id="rId88"/>
    <p:sldId id="326" r:id="rId89"/>
    <p:sldId id="327" r:id="rId90"/>
    <p:sldId id="328" r:id="rId91"/>
    <p:sldId id="329" r:id="rId92"/>
    <p:sldId id="330" r:id="rId93"/>
    <p:sldId id="331" r:id="rId94"/>
    <p:sldId id="289" r:id="rId44"/>
    <p:sldId id="290" r:id="rId45"/>
  </p:sldIdLst>
  <p:sldSz cx="12192000" cy="6858000"/>
  <p:notesSz cx="6797675" cy="9926638"/>
  <p:embeddedFontLst>
    <p:embeddedFont>
      <p:font typeface="Century Gothic" panose="020B0604020202020204" charset="0"/>
      <p:regular r:id="rId57"/>
      <p:bold r:id="rId58"/>
      <p:italic r:id="rId59"/>
      <p:boldItalic r:id="rId60"/>
    </p:embeddedFont>
    <p:embeddedFont>
      <p:font typeface="Georgia" panose="02040502050405020303" pitchFamily="18" charset="0"/>
      <p:regular r:id="rId61"/>
      <p:bold r:id="rId62"/>
      <p:italic r:id="rId63"/>
      <p:boldItalic r:id="rId64"/>
    </p:embeddedFont>
    <p:embeddedFont>
      <p:font typeface="Poppins Light" panose="020B0604020202020204" charset="0"/>
      <p:regular r:id="rId65"/>
      <p:italic r:id="rId66"/>
    </p:embeddedFont>
    <p:embeddedFont>
      <p:font typeface="Roboto" panose="020B0604020202020204" charset="0"/>
      <p:regular r:id="rId67"/>
      <p:bold r:id="rId68"/>
      <p:italic r:id="rId69"/>
      <p:boldItalic r:id="rId70"/>
    </p:embeddedFont>
    <p:embeddedFont>
      <p:font typeface="Verdana" panose="020B0604030504040204" pitchFamily="34" charset="0"/>
      <p:regular r:id="rId71"/>
      <p:bold r:id="rId72"/>
      <p:italic r:id="rId73"/>
      <p:boldItalic r:id="rId74"/>
    </p:embeddedFont>
  </p:embeddedFontLst>
  <p:custDataLst>
    <p:tags r:id="rId75"/>
  </p:custDataLst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35" userDrawn="1">
          <p15:clr>
            <a:srgbClr val="A4A3A4"/>
          </p15:clr>
        </p15:guide>
        <p15:guide id="2" pos="3885" userDrawn="1">
          <p15:clr>
            <a:srgbClr val="A4A3A4"/>
          </p15:clr>
        </p15:guide>
        <p15:guide id="3" orient="horz" pos="1344" userDrawn="1">
          <p15:clr>
            <a:srgbClr val="A4A3A4"/>
          </p15:clr>
        </p15:guide>
        <p15:guide id="4" pos="325" userDrawn="1">
          <p15:clr>
            <a:srgbClr val="A4A3A4"/>
          </p15:clr>
        </p15:guide>
        <p15:guide id="5" pos="7423" userDrawn="1">
          <p15:clr>
            <a:srgbClr val="A4A3A4"/>
          </p15:clr>
        </p15:guide>
        <p15:guide id="6" pos="1368" userDrawn="1">
          <p15:clr>
            <a:srgbClr val="FBAE40"/>
          </p15:clr>
        </p15:guide>
        <p15:guide id="7" pos="574" userDrawn="1">
          <p15:clr>
            <a:srgbClr val="FBAE40"/>
          </p15:clr>
        </p15:guide>
        <p15:guide id="8" pos="2570" userDrawn="1">
          <p15:clr>
            <a:srgbClr val="FBAE40"/>
          </p15:clr>
        </p15:guide>
        <p15:guide id="9" pos="6380" userDrawn="1">
          <p15:clr>
            <a:srgbClr val="FBAE40"/>
          </p15:clr>
        </p15:guide>
        <p15:guide id="10" pos="7310" userDrawn="1">
          <p15:clr>
            <a:srgbClr val="FBAE40"/>
          </p15:clr>
        </p15:guide>
        <p15:guide id="11" orient="horz" pos="1185" userDrawn="1">
          <p15:clr>
            <a:srgbClr val="FBAE40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482C0D00-1B7C-9845-7580-FE549F475D53}" name="Juan Jiménez-Filpo Núñez" initials="JJFN" userId="Juan Jiménez-Filpo Núñez" providerId="None"/>
  <p188:author id="{0274750C-866B-BE15-9ACB-DB7847A7C77E}" name="Esteban Portilla" initials="EP" userId="S::esportil@emeal.nttdata.com::acb8df91-8e9f-446a-a681-47ceb5200b3e" providerId="AD"/>
  <p188:author id="{E5A9484F-9646-B038-0296-E6623F61B833}" name="Javier Pérez Caballero" initials="" userId="S::jperecab@emeal.nttdata.com::d6f33190-c072-4c24-8579-72ae0f1d89ad" providerId="AD"/>
  <p188:author id="{D9256077-4714-68EA-2EE8-DC595F9749FB}" name="Gonzalo Maria Perez-Seoane Torres-Cabrera" initials="GMPSTC" userId="S::gperezse@emeal.nttdata.com::a6aecec6-4885-40ae-aa6d-e6b81d7aef49" providerId="AD"/>
  <p188:author id="{0AA14F80-ECA4-95C6-1F4F-41D153C3C1EF}" name="Joel Cerezo Redondo" initials="JC" userId="S::jcerezre@emeal.nttdata.com::783445c2-51ec-4d65-a20d-48b753784191" providerId="AD"/>
  <p188:author id="{05925199-7DB8-C734-DC2C-4CE889C6E33F}" name="Marta Calvo Heras" initials="MCH" userId="S::mcalvher@emeal.nttdata.com::0579ecfa-ccd9-4768-8d4f-d7d59163f25a" providerId="AD"/>
  <p188:author id="{CA5E5B9F-49D0-3FD3-57C6-D06B3192F864}" name="Victor Agustin Ordoñez Garrido" initials="VAOG" userId="S::vordoneg@emeal.nttdata.com::8b980256-2152-43f0-b3b3-30a3b2f2b91a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Raquel Capilla Blázquez" initials="RCB" lastIdx="1" clrIdx="0">
    <p:extLst>
      <p:ext uri="{19B8F6BF-5375-455C-9EA6-DF929625EA0E}">
        <p15:presenceInfo xmlns:p15="http://schemas.microsoft.com/office/powerpoint/2012/main" userId="S::rcapilla@everis.com::a3d8edcb-b008-47f2-bc96-80d449495021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80B1"/>
    <a:srgbClr val="F0F2F6"/>
    <a:srgbClr val="6B7080"/>
    <a:srgbClr val="9EA2AE"/>
    <a:srgbClr val="FFFFFF"/>
    <a:srgbClr val="0072BC"/>
    <a:srgbClr val="0072BD"/>
    <a:srgbClr val="F1F0F5"/>
    <a:srgbClr val="B7B7B7"/>
    <a:srgbClr val="467F9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C62CBBC-72F6-6449-9490-4B97C7F8A7B0}" v="39" dt="2026-09-14T09:03:37.800"/>
    <p1510:client id="{FCA2D7AA-6EFA-4BAD-9F76-BD108BF4448D}" v="15" dt="2026-09-14T09:26:05.42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>
        <p:scale>
          <a:sx n="1" d="2"/>
          <a:sy n="1" d="2"/>
        </p:scale>
        <p:origin x="0" y="0"/>
      </p:cViewPr>
      <p:guideLst>
        <p:guide orient="horz" pos="3135"/>
        <p:guide pos="3885"/>
        <p:guide orient="horz" pos="1344"/>
        <p:guide pos="325"/>
        <p:guide pos="7423"/>
        <p:guide pos="1368"/>
        <p:guide pos="574"/>
        <p:guide pos="2570"/>
        <p:guide pos="6380"/>
        <p:guide pos="7310"/>
        <p:guide orient="horz" pos="1185"/>
      </p:guideLst>
    </p:cSldViewPr>
  </p:slideViewPr>
  <p:gridSpacing cx="76200" cy="76200"/>
</p:viewPr>
</file>

<file path=ppt/_rels/presentation.xml.rels><?xml version="1.0" encoding="utf-8"?><Relationships xmlns="http://schemas.openxmlformats.org/package/2006/relationships"><Relationship Id="rId26" Type="http://schemas.openxmlformats.org/officeDocument/2006/relationships/slide" Target="slides/slide20.xml"/><Relationship Id="rId63" Type="http://schemas.openxmlformats.org/officeDocument/2006/relationships/font" Target="fonts/font7.fntdata"/><Relationship Id="rId68" Type="http://schemas.openxmlformats.org/officeDocument/2006/relationships/font" Target="fonts/font12.fntdata"/><Relationship Id="rId16" Type="http://schemas.openxmlformats.org/officeDocument/2006/relationships/slide" Target="slides/slide10.xml"/><Relationship Id="rId11" Type="http://schemas.openxmlformats.org/officeDocument/2006/relationships/slide" Target="slides/slide5.xml"/><Relationship Id="rId32" Type="http://schemas.openxmlformats.org/officeDocument/2006/relationships/slide" Target="slides/slide26.xml"/><Relationship Id="rId58" Type="http://schemas.openxmlformats.org/officeDocument/2006/relationships/font" Target="fonts/font2.fntdata"/><Relationship Id="rId74" Type="http://schemas.openxmlformats.org/officeDocument/2006/relationships/font" Target="fonts/font18.fntdata"/><Relationship Id="rId79" Type="http://schemas.openxmlformats.org/officeDocument/2006/relationships/theme" Target="theme/theme1.xml"/><Relationship Id="rId5" Type="http://schemas.openxmlformats.org/officeDocument/2006/relationships/slideMaster" Target="slideMasters/slideMaster2.xml"/><Relationship Id="rId61" Type="http://schemas.openxmlformats.org/officeDocument/2006/relationships/font" Target="fonts/font5.fntdata"/><Relationship Id="rId82" Type="http://schemas.microsoft.com/office/2015/10/relationships/revisionInfo" Target="revisionInfo.xml"/><Relationship Id="rId19" Type="http://schemas.openxmlformats.org/officeDocument/2006/relationships/slide" Target="slides/slide13.xml"/><Relationship Id="rId14" Type="http://schemas.openxmlformats.org/officeDocument/2006/relationships/slide" Target="slides/slide8.xml"/><Relationship Id="rId27" Type="http://schemas.openxmlformats.org/officeDocument/2006/relationships/slide" Target="slides/slide21.xml"/><Relationship Id="rId30" Type="http://schemas.openxmlformats.org/officeDocument/2006/relationships/slide" Target="slides/slide24.xml"/><Relationship Id="rId43" Type="http://schemas.openxmlformats.org/officeDocument/2006/relationships/slide" Target="slides/slide37.xml"/><Relationship Id="rId56" Type="http://schemas.openxmlformats.org/officeDocument/2006/relationships/handoutMaster" Target="handoutMasters/handoutMaster1.xml"/><Relationship Id="rId64" Type="http://schemas.openxmlformats.org/officeDocument/2006/relationships/font" Target="fonts/font8.fntdata"/><Relationship Id="rId69" Type="http://schemas.openxmlformats.org/officeDocument/2006/relationships/font" Target="fonts/font13.fntdata"/><Relationship Id="rId77" Type="http://schemas.openxmlformats.org/officeDocument/2006/relationships/presProps" Target="presProps.xml"/><Relationship Id="rId8" Type="http://schemas.openxmlformats.org/officeDocument/2006/relationships/slide" Target="slides/slide2.xml"/><Relationship Id="rId72" Type="http://schemas.openxmlformats.org/officeDocument/2006/relationships/font" Target="fonts/font16.fntdata"/><Relationship Id="rId80" Type="http://schemas.openxmlformats.org/officeDocument/2006/relationships/tableStyles" Target="tableStyles.xml"/><Relationship Id="rId3" Type="http://schemas.openxmlformats.org/officeDocument/2006/relationships/customXml" Target="../customXml/item3.xml"/><Relationship Id="rId12" Type="http://schemas.openxmlformats.org/officeDocument/2006/relationships/slide" Target="slides/slide6.xml"/><Relationship Id="rId17" Type="http://schemas.openxmlformats.org/officeDocument/2006/relationships/slide" Target="slides/slide11.xml"/><Relationship Id="rId25" Type="http://schemas.openxmlformats.org/officeDocument/2006/relationships/slide" Target="slides/slide19.xml"/><Relationship Id="rId59" Type="http://schemas.openxmlformats.org/officeDocument/2006/relationships/font" Target="fonts/font3.fntdata"/><Relationship Id="rId67" Type="http://schemas.openxmlformats.org/officeDocument/2006/relationships/font" Target="fonts/font11.fntdata"/><Relationship Id="rId20" Type="http://schemas.openxmlformats.org/officeDocument/2006/relationships/slide" Target="slides/slide14.xml"/><Relationship Id="rId62" Type="http://schemas.openxmlformats.org/officeDocument/2006/relationships/font" Target="fonts/font6.fntdata"/><Relationship Id="rId70" Type="http://schemas.openxmlformats.org/officeDocument/2006/relationships/font" Target="fonts/font14.fntdata"/><Relationship Id="rId75" Type="http://schemas.openxmlformats.org/officeDocument/2006/relationships/tags" Target="tags/tag1.xml"/><Relationship Id="rId83" Type="http://schemas.microsoft.com/office/2018/10/relationships/authors" Target="authors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3.xml"/><Relationship Id="rId15" Type="http://schemas.openxmlformats.org/officeDocument/2006/relationships/slide" Target="slides/slide9.xml"/><Relationship Id="rId28" Type="http://schemas.openxmlformats.org/officeDocument/2006/relationships/slide" Target="slides/slide22.xml"/><Relationship Id="rId57" Type="http://schemas.openxmlformats.org/officeDocument/2006/relationships/font" Target="fonts/font1.fntdata"/><Relationship Id="rId10" Type="http://schemas.openxmlformats.org/officeDocument/2006/relationships/slide" Target="slides/slide4.xml"/><Relationship Id="rId31" Type="http://schemas.openxmlformats.org/officeDocument/2006/relationships/slide" Target="slides/slide25.xml"/><Relationship Id="rId44" Type="http://schemas.openxmlformats.org/officeDocument/2006/relationships/slide" Target="slides/slide38.xml"/><Relationship Id="rId60" Type="http://schemas.openxmlformats.org/officeDocument/2006/relationships/font" Target="fonts/font4.fntdata"/><Relationship Id="rId65" Type="http://schemas.openxmlformats.org/officeDocument/2006/relationships/font" Target="fonts/font9.fntdata"/><Relationship Id="rId73" Type="http://schemas.openxmlformats.org/officeDocument/2006/relationships/font" Target="fonts/font17.fntdata"/><Relationship Id="rId78" Type="http://schemas.openxmlformats.org/officeDocument/2006/relationships/viewProps" Target="viewProps.xml"/><Relationship Id="rId81" Type="http://schemas.microsoft.com/office/2016/11/relationships/changesInfo" Target="changesInfos/changesInfo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13" Type="http://schemas.openxmlformats.org/officeDocument/2006/relationships/slide" Target="slides/slide7.xml"/><Relationship Id="rId55" Type="http://schemas.openxmlformats.org/officeDocument/2006/relationships/notesMaster" Target="notesMasters/notesMaster1.xml"/><Relationship Id="rId76" Type="http://schemas.openxmlformats.org/officeDocument/2006/relationships/commentAuthors" Target="commentAuthors.xml"/><Relationship Id="rId7" Type="http://schemas.openxmlformats.org/officeDocument/2006/relationships/slide" Target="slides/slide1.xml"/><Relationship Id="rId71" Type="http://schemas.openxmlformats.org/officeDocument/2006/relationships/font" Target="fonts/font15.fntdata"/><Relationship Id="rId2" Type="http://schemas.openxmlformats.org/officeDocument/2006/relationships/customXml" Target="../customXml/item2.xml"/><Relationship Id="rId29" Type="http://schemas.openxmlformats.org/officeDocument/2006/relationships/slide" Target="slides/slide23.xml"/><Relationship Id="rId45" Type="http://schemas.openxmlformats.org/officeDocument/2006/relationships/slide" Target="slides/slide39.xml"/><Relationship Id="rId66" Type="http://schemas.openxmlformats.org/officeDocument/2006/relationships/font" Target="fonts/font10.fntdata"/>  <Relationship Id="rId84" Type="http://schemas.openxmlformats.org/officeDocument/2006/relationships/slide" Target="slides/slide49.xml"/>
  <Relationship Id="rId85" Type="http://schemas.openxmlformats.org/officeDocument/2006/relationships/slide" Target="slides/slide50.xml"/>
  <Relationship Id="rId86" Type="http://schemas.openxmlformats.org/officeDocument/2006/relationships/slide" Target="slides/slide51.xml"/>
  <Relationship Id="rId87" Type="http://schemas.openxmlformats.org/officeDocument/2006/relationships/slide" Target="slides/slide52.xml"/>
  <Relationship Id="rId88" Type="http://schemas.openxmlformats.org/officeDocument/2006/relationships/slide" Target="slides/slide53.xml"/>
  <Relationship Id="rId89" Type="http://schemas.openxmlformats.org/officeDocument/2006/relationships/slide" Target="slides/slide54.xml"/>
  <Relationship Id="rId90" Type="http://schemas.openxmlformats.org/officeDocument/2006/relationships/slide" Target="slides/slide55.xml"/>
  <Relationship Id="rId91" Type="http://schemas.openxmlformats.org/officeDocument/2006/relationships/slide" Target="slides/slide56.xml"/>
  <Relationship Id="rId92" Type="http://schemas.openxmlformats.org/officeDocument/2006/relationships/slide" Target="slides/slide57.xml"/>
  <Relationship Id="rId93" Type="http://schemas.openxmlformats.org/officeDocument/2006/relationships/slide" Target="slides/slide58.xml"/>
  <Relationship Id="rId94" Type="http://schemas.openxmlformats.org/officeDocument/2006/relationships/slide" Target="slides/slide59.xml"/>
  <Relationship Id="rId95" Type="http://schemas.openxmlformats.org/officeDocument/2006/relationships/slide" Target="slides/slide60.xml"/>
  <Relationship Id="rId96" Type="http://schemas.openxmlformats.org/officeDocument/2006/relationships/slide" Target="slides/slide61.xml"/>
  <Relationship Id="rId97" Type="http://schemas.openxmlformats.org/officeDocument/2006/relationships/slide" Target="slides/slide62.xml"/>
  <Relationship Id="rId98" Type="http://schemas.openxmlformats.org/officeDocument/2006/relationships/slide" Target="slides/slide63.xml"/>
  <Relationship Id="rId99" Type="http://schemas.openxmlformats.org/officeDocument/2006/relationships/slide" Target="slides/slide64.xml"/>
  <Relationship Id="rId100" Type="http://schemas.openxmlformats.org/officeDocument/2006/relationships/slide" Target="slides/slide65.xml"/>
  <Relationship Id="rId101" Type="http://schemas.openxmlformats.org/officeDocument/2006/relationships/slide" Target="slides/slide66.xml"/>
  <Relationship Id="rId102" Type="http://schemas.openxmlformats.org/officeDocument/2006/relationships/slide" Target="slides/slide67.xml"/>
  <Relationship Id="rId103" Type="http://schemas.openxmlformats.org/officeDocument/2006/relationships/slide" Target="slides/slide68.xml"/>
  <Relationship Id="rId104" Type="http://schemas.openxmlformats.org/officeDocument/2006/relationships/slide" Target="slides/slide69.xml"/>
  <Relationship Id="rId105" Type="http://schemas.openxmlformats.org/officeDocument/2006/relationships/slide" Target="slides/slide70.xml"/>
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nthony Sebastian Xerri Hawley" userId="79b7d0b5-0742-4a77-b818-949165fafb9c" providerId="ADAL" clId="{0564B858-5026-4537-9AFD-34C08ED5C8C2}"/>
    <pc:docChg chg="undo redo custSel addSld delSld modSld sldOrd">
      <pc:chgData name="Anthony Sebastian Xerri Hawley" userId="79b7d0b5-0742-4a77-b818-949165fafb9c" providerId="ADAL" clId="{0564B858-5026-4537-9AFD-34C08ED5C8C2}" dt="2026-09-10T09:31:07.521" v="2686" actId="20577"/>
      <pc:docMkLst>
        <pc:docMk/>
      </pc:docMkLst>
      <pc:sldChg chg="modSp mod">
        <pc:chgData name="Anthony Sebastian Xerri Hawley" userId="79b7d0b5-0742-4a77-b818-949165fafb9c" providerId="ADAL" clId="{0564B858-5026-4537-9AFD-34C08ED5C8C2}" dt="2026-09-08T12:19:54.795" v="1709" actId="20577"/>
        <pc:sldMkLst>
          <pc:docMk/>
          <pc:sldMk cId="0" sldId="257"/>
        </pc:sldMkLst>
        <pc:spChg chg="mod">
          <ac:chgData name="Anthony Sebastian Xerri Hawley" userId="79b7d0b5-0742-4a77-b818-949165fafb9c" providerId="ADAL" clId="{0564B858-5026-4537-9AFD-34C08ED5C8C2}" dt="2026-09-08T12:19:54.795" v="1709" actId="20577"/>
          <ac:spMkLst>
            <pc:docMk/>
            <pc:sldMk cId="0" sldId="257"/>
            <ac:spMk id="3" creationId="{00000000-0000-0000-0000-000000000000}"/>
          </ac:spMkLst>
        </pc:spChg>
      </pc:sldChg>
      <pc:sldChg chg="addSp delSp modSp mod">
        <pc:chgData name="Anthony Sebastian Xerri Hawley" userId="79b7d0b5-0742-4a77-b818-949165fafb9c" providerId="ADAL" clId="{0564B858-5026-4537-9AFD-34C08ED5C8C2}" dt="2026-09-09T08:34:26.745" v="2439" actId="554"/>
        <pc:sldMkLst>
          <pc:docMk/>
          <pc:sldMk cId="0" sldId="259"/>
        </pc:sldMkLst>
        <pc:spChg chg="add">
          <ac:chgData name="Anthony Sebastian Xerri Hawley" userId="79b7d0b5-0742-4a77-b818-949165fafb9c" providerId="ADAL" clId="{0564B858-5026-4537-9AFD-34C08ED5C8C2}" dt="2026-09-09T08:27:28.526" v="2353" actId="22"/>
          <ac:spMkLst>
            <pc:docMk/>
            <pc:sldMk cId="0" sldId="259"/>
            <ac:spMk id="38" creationId="{F280171D-D5BF-9C24-3500-397AB8B9723C}"/>
          </ac:spMkLst>
        </pc:spChg>
        <pc:spChg chg="add">
          <ac:chgData name="Anthony Sebastian Xerri Hawley" userId="79b7d0b5-0742-4a77-b818-949165fafb9c" providerId="ADAL" clId="{0564B858-5026-4537-9AFD-34C08ED5C8C2}" dt="2026-09-09T08:27:28.526" v="2353" actId="22"/>
          <ac:spMkLst>
            <pc:docMk/>
            <pc:sldMk cId="0" sldId="259"/>
            <ac:spMk id="42" creationId="{6BF930BA-80BE-1E67-C13D-88EC431A9961}"/>
          </ac:spMkLst>
        </pc:spChg>
        <pc:spChg chg="add">
          <ac:chgData name="Anthony Sebastian Xerri Hawley" userId="79b7d0b5-0742-4a77-b818-949165fafb9c" providerId="ADAL" clId="{0564B858-5026-4537-9AFD-34C08ED5C8C2}" dt="2026-09-09T08:27:28.526" v="2353" actId="22"/>
          <ac:spMkLst>
            <pc:docMk/>
            <pc:sldMk cId="0" sldId="259"/>
            <ac:spMk id="44" creationId="{07B30017-9405-5582-C3DC-D28C158E98A8}"/>
          </ac:spMkLst>
        </pc:spChg>
        <pc:spChg chg="add">
          <ac:chgData name="Anthony Sebastian Xerri Hawley" userId="79b7d0b5-0742-4a77-b818-949165fafb9c" providerId="ADAL" clId="{0564B858-5026-4537-9AFD-34C08ED5C8C2}" dt="2026-09-09T08:27:28.526" v="2353" actId="22"/>
          <ac:spMkLst>
            <pc:docMk/>
            <pc:sldMk cId="0" sldId="259"/>
            <ac:spMk id="46" creationId="{28A021BE-8C0C-A77A-EDE3-979C77602840}"/>
          </ac:spMkLst>
        </pc:spChg>
        <pc:spChg chg="add">
          <ac:chgData name="Anthony Sebastian Xerri Hawley" userId="79b7d0b5-0742-4a77-b818-949165fafb9c" providerId="ADAL" clId="{0564B858-5026-4537-9AFD-34C08ED5C8C2}" dt="2026-09-09T08:27:28.526" v="2353" actId="22"/>
          <ac:spMkLst>
            <pc:docMk/>
            <pc:sldMk cId="0" sldId="259"/>
            <ac:spMk id="50" creationId="{3CBD389C-0572-BE81-E0D5-C354DA5745F0}"/>
          </ac:spMkLst>
        </pc:spChg>
        <pc:spChg chg="add">
          <ac:chgData name="Anthony Sebastian Xerri Hawley" userId="79b7d0b5-0742-4a77-b818-949165fafb9c" providerId="ADAL" clId="{0564B858-5026-4537-9AFD-34C08ED5C8C2}" dt="2026-09-09T08:27:28.526" v="2353" actId="22"/>
          <ac:spMkLst>
            <pc:docMk/>
            <pc:sldMk cId="0" sldId="259"/>
            <ac:spMk id="52" creationId="{599A1AB2-57FE-193A-D84D-A789E1E261F1}"/>
          </ac:spMkLst>
        </pc:spChg>
        <pc:spChg chg="add">
          <ac:chgData name="Anthony Sebastian Xerri Hawley" userId="79b7d0b5-0742-4a77-b818-949165fafb9c" providerId="ADAL" clId="{0564B858-5026-4537-9AFD-34C08ED5C8C2}" dt="2026-09-09T08:27:28.526" v="2353" actId="22"/>
          <ac:spMkLst>
            <pc:docMk/>
            <pc:sldMk cId="0" sldId="259"/>
            <ac:spMk id="54" creationId="{AFB34C42-AB91-E755-9666-A874ABE556FB}"/>
          </ac:spMkLst>
        </pc:spChg>
        <pc:spChg chg="add">
          <ac:chgData name="Anthony Sebastian Xerri Hawley" userId="79b7d0b5-0742-4a77-b818-949165fafb9c" providerId="ADAL" clId="{0564B858-5026-4537-9AFD-34C08ED5C8C2}" dt="2026-09-09T08:27:28.526" v="2353" actId="22"/>
          <ac:spMkLst>
            <pc:docMk/>
            <pc:sldMk cId="0" sldId="259"/>
            <ac:spMk id="60" creationId="{C689B4EB-7FDE-40FE-4449-B8598AD9B252}"/>
          </ac:spMkLst>
        </pc:spChg>
        <pc:spChg chg="add">
          <ac:chgData name="Anthony Sebastian Xerri Hawley" userId="79b7d0b5-0742-4a77-b818-949165fafb9c" providerId="ADAL" clId="{0564B858-5026-4537-9AFD-34C08ED5C8C2}" dt="2026-09-09T08:27:28.526" v="2353" actId="22"/>
          <ac:spMkLst>
            <pc:docMk/>
            <pc:sldMk cId="0" sldId="259"/>
            <ac:spMk id="62" creationId="{83C463B4-0AB2-63BA-DBF1-25C4A8FC39DA}"/>
          </ac:spMkLst>
        </pc:spChg>
        <pc:spChg chg="add">
          <ac:chgData name="Anthony Sebastian Xerri Hawley" userId="79b7d0b5-0742-4a77-b818-949165fafb9c" providerId="ADAL" clId="{0564B858-5026-4537-9AFD-34C08ED5C8C2}" dt="2026-09-09T08:27:28.526" v="2353" actId="22"/>
          <ac:spMkLst>
            <pc:docMk/>
            <pc:sldMk cId="0" sldId="259"/>
            <ac:spMk id="68" creationId="{7D3EC879-A946-EAD3-C123-AAC1781031F0}"/>
          </ac:spMkLst>
        </pc:spChg>
        <pc:picChg chg="mod">
          <ac:chgData name="Anthony Sebastian Xerri Hawley" userId="79b7d0b5-0742-4a77-b818-949165fafb9c" providerId="ADAL" clId="{0564B858-5026-4537-9AFD-34C08ED5C8C2}" dt="2026-09-09T08:34:26.745" v="2439" actId="554"/>
          <ac:picMkLst>
            <pc:docMk/>
            <pc:sldMk cId="0" sldId="259"/>
            <ac:picMk id="40" creationId="{D8020098-2F3A-F704-1782-80B6FD976304}"/>
          </ac:picMkLst>
        </pc:picChg>
        <pc:picChg chg="mod">
          <ac:chgData name="Anthony Sebastian Xerri Hawley" userId="79b7d0b5-0742-4a77-b818-949165fafb9c" providerId="ADAL" clId="{0564B858-5026-4537-9AFD-34C08ED5C8C2}" dt="2026-09-09T08:34:26.745" v="2439" actId="554"/>
          <ac:picMkLst>
            <pc:docMk/>
            <pc:sldMk cId="0" sldId="259"/>
            <ac:picMk id="48" creationId="{A9BF0212-1C01-3E40-F083-B58788F914CF}"/>
          </ac:picMkLst>
        </pc:picChg>
        <pc:picChg chg="mod">
          <ac:chgData name="Anthony Sebastian Xerri Hawley" userId="79b7d0b5-0742-4a77-b818-949165fafb9c" providerId="ADAL" clId="{0564B858-5026-4537-9AFD-34C08ED5C8C2}" dt="2026-09-09T08:34:26.745" v="2439" actId="554"/>
          <ac:picMkLst>
            <pc:docMk/>
            <pc:sldMk cId="0" sldId="259"/>
            <ac:picMk id="56" creationId="{2175629F-C361-B543-71E3-D49119FBB220}"/>
          </ac:picMkLst>
        </pc:picChg>
        <pc:picChg chg="mod">
          <ac:chgData name="Anthony Sebastian Xerri Hawley" userId="79b7d0b5-0742-4a77-b818-949165fafb9c" providerId="ADAL" clId="{0564B858-5026-4537-9AFD-34C08ED5C8C2}" dt="2026-09-09T08:34:26.745" v="2439" actId="554"/>
          <ac:picMkLst>
            <pc:docMk/>
            <pc:sldMk cId="0" sldId="259"/>
            <ac:picMk id="64" creationId="{03265CDE-6CD2-23E5-23DE-7057C55EC13C}"/>
          </ac:picMkLst>
        </pc:picChg>
      </pc:sldChg>
      <pc:sldChg chg="modSp mod">
        <pc:chgData name="Anthony Sebastian Xerri Hawley" userId="79b7d0b5-0742-4a77-b818-949165fafb9c" providerId="ADAL" clId="{0564B858-5026-4537-9AFD-34C08ED5C8C2}" dt="2026-09-09T09:03:18.366" v="2532" actId="20577"/>
        <pc:sldMkLst>
          <pc:docMk/>
          <pc:sldMk cId="0" sldId="260"/>
        </pc:sldMkLst>
        <pc:spChg chg="mod">
          <ac:chgData name="Anthony Sebastian Xerri Hawley" userId="79b7d0b5-0742-4a77-b818-949165fafb9c" providerId="ADAL" clId="{0564B858-5026-4537-9AFD-34C08ED5C8C2}" dt="2026-09-09T09:03:18.366" v="2532" actId="20577"/>
          <ac:spMkLst>
            <pc:docMk/>
            <pc:sldMk cId="0" sldId="260"/>
            <ac:spMk id="4" creationId="{F934B866-7EA9-EE1E-ED3E-89C0571AAF8D}"/>
          </ac:spMkLst>
        </pc:spChg>
      </pc:sldChg>
      <pc:sldChg chg="modSp mod">
        <pc:chgData name="Anthony Sebastian Xerri Hawley" userId="79b7d0b5-0742-4a77-b818-949165fafb9c" providerId="ADAL" clId="{0564B858-5026-4537-9AFD-34C08ED5C8C2}" dt="2026-09-09T09:12:38.915" v="2624" actId="1076"/>
        <pc:sldMkLst>
          <pc:docMk/>
          <pc:sldMk cId="0" sldId="261"/>
        </pc:sldMkLst>
        <pc:spChg chg="mod">
          <ac:chgData name="Anthony Sebastian Xerri Hawley" userId="79b7d0b5-0742-4a77-b818-949165fafb9c" providerId="ADAL" clId="{0564B858-5026-4537-9AFD-34C08ED5C8C2}" dt="2026-09-09T09:12:38.915" v="2624" actId="1076"/>
          <ac:spMkLst>
            <pc:docMk/>
            <pc:sldMk cId="0" sldId="261"/>
            <ac:spMk id="16" creationId="{00000000-0000-0000-0000-000000000000}"/>
          </ac:spMkLst>
        </pc:spChg>
        <pc:spChg chg="mod">
          <ac:chgData name="Anthony Sebastian Xerri Hawley" userId="79b7d0b5-0742-4a77-b818-949165fafb9c" providerId="ADAL" clId="{0564B858-5026-4537-9AFD-34C08ED5C8C2}" dt="2026-09-09T09:12:36.669" v="2623" actId="1076"/>
          <ac:spMkLst>
            <pc:docMk/>
            <pc:sldMk cId="0" sldId="261"/>
            <ac:spMk id="19" creationId="{00000000-0000-0000-0000-000000000000}"/>
          </ac:spMkLst>
        </pc:spChg>
        <pc:picChg chg="mod">
          <ac:chgData name="Anthony Sebastian Xerri Hawley" userId="79b7d0b5-0742-4a77-b818-949165fafb9c" providerId="ADAL" clId="{0564B858-5026-4537-9AFD-34C08ED5C8C2}" dt="2026-09-09T09:12:34.307" v="2622" actId="12788"/>
          <ac:picMkLst>
            <pc:docMk/>
            <pc:sldMk cId="0" sldId="261"/>
            <ac:picMk id="18" creationId="{00000000-0000-0000-0000-000000000000}"/>
          </ac:picMkLst>
        </pc:picChg>
      </pc:sldChg>
      <pc:sldChg chg="addSp delSp modSp mod">
        <pc:chgData name="Anthony Sebastian Xerri Hawley" userId="79b7d0b5-0742-4a77-b818-949165fafb9c" providerId="ADAL" clId="{0564B858-5026-4537-9AFD-34C08ED5C8C2}" dt="2026-09-10T09:31:07.521" v="2686" actId="20577"/>
        <pc:sldMkLst>
          <pc:docMk/>
          <pc:sldMk cId="0" sldId="262"/>
        </pc:sldMkLst>
        <pc:spChg chg="add del mod">
          <ac:chgData name="Anthony Sebastian Xerri Hawley" userId="79b7d0b5-0742-4a77-b818-949165fafb9c" providerId="ADAL" clId="{0564B858-5026-4537-9AFD-34C08ED5C8C2}" dt="2026-09-10T09:30:48.656" v="2678" actId="478"/>
          <ac:spMkLst>
            <pc:docMk/>
            <pc:sldMk cId="0" sldId="262"/>
            <ac:spMk id="3" creationId="{64CF6DB6-5629-3DDD-A325-A527C245AEA1}"/>
          </ac:spMkLst>
        </pc:spChg>
        <pc:spChg chg="mod">
          <ac:chgData name="Anthony Sebastian Xerri Hawley" userId="79b7d0b5-0742-4a77-b818-949165fafb9c" providerId="ADAL" clId="{0564B858-5026-4537-9AFD-34C08ED5C8C2}" dt="2026-09-10T09:30:54.998" v="2680" actId="20577"/>
          <ac:spMkLst>
            <pc:docMk/>
            <pc:sldMk cId="0" sldId="262"/>
            <ac:spMk id="8" creationId="{00000000-0000-0000-0000-000000000000}"/>
          </ac:spMkLst>
        </pc:spChg>
        <pc:spChg chg="mod">
          <ac:chgData name="Anthony Sebastian Xerri Hawley" userId="79b7d0b5-0742-4a77-b818-949165fafb9c" providerId="ADAL" clId="{0564B858-5026-4537-9AFD-34C08ED5C8C2}" dt="2026-09-10T09:31:02.032" v="2683" actId="20577"/>
          <ac:spMkLst>
            <pc:docMk/>
            <pc:sldMk cId="0" sldId="262"/>
            <ac:spMk id="10" creationId="{00000000-0000-0000-0000-000000000000}"/>
          </ac:spMkLst>
        </pc:spChg>
        <pc:spChg chg="mod">
          <ac:chgData name="Anthony Sebastian Xerri Hawley" userId="79b7d0b5-0742-4a77-b818-949165fafb9c" providerId="ADAL" clId="{0564B858-5026-4537-9AFD-34C08ED5C8C2}" dt="2026-09-10T09:31:07.521" v="2686" actId="20577"/>
          <ac:spMkLst>
            <pc:docMk/>
            <pc:sldMk cId="0" sldId="262"/>
            <ac:spMk id="12" creationId="{00000000-0000-0000-0000-000000000000}"/>
          </ac:spMkLst>
        </pc:spChg>
      </pc:sldChg>
      <pc:sldChg chg="modSp mod">
        <pc:chgData name="Anthony Sebastian Xerri Hawley" userId="79b7d0b5-0742-4a77-b818-949165fafb9c" providerId="ADAL" clId="{0564B858-5026-4537-9AFD-34C08ED5C8C2}" dt="2026-09-10T08:21:23.209" v="2663" actId="14100"/>
        <pc:sldMkLst>
          <pc:docMk/>
          <pc:sldMk cId="0" sldId="263"/>
        </pc:sldMkLst>
        <pc:spChg chg="mod">
          <ac:chgData name="Anthony Sebastian Xerri Hawley" userId="79b7d0b5-0742-4a77-b818-949165fafb9c" providerId="ADAL" clId="{0564B858-5026-4537-9AFD-34C08ED5C8C2}" dt="2026-09-10T08:21:23.209" v="2663" actId="14100"/>
          <ac:spMkLst>
            <pc:docMk/>
            <pc:sldMk cId="0" sldId="263"/>
            <ac:spMk id="63" creationId="{441BE7B9-F64D-7C80-5BB3-304023D492F6}"/>
          </ac:spMkLst>
        </pc:spChg>
      </pc:sldChg>
      <pc:sldChg chg="modSp mod">
        <pc:chgData name="Anthony Sebastian Xerri Hawley" userId="79b7d0b5-0742-4a77-b818-949165fafb9c" providerId="ADAL" clId="{0564B858-5026-4537-9AFD-34C08ED5C8C2}" dt="2026-09-09T06:41:16.283" v="1781" actId="20577"/>
        <pc:sldMkLst>
          <pc:docMk/>
          <pc:sldMk cId="0" sldId="264"/>
        </pc:sldMkLst>
        <pc:spChg chg="mod">
          <ac:chgData name="Anthony Sebastian Xerri Hawley" userId="79b7d0b5-0742-4a77-b818-949165fafb9c" providerId="ADAL" clId="{0564B858-5026-4537-9AFD-34C08ED5C8C2}" dt="2026-09-09T06:41:16.283" v="1781" actId="20577"/>
          <ac:spMkLst>
            <pc:docMk/>
            <pc:sldMk cId="0" sldId="264"/>
            <ac:spMk id="16" creationId="{910E99F9-0D1B-9FD9-4A59-0D368E2FB46C}"/>
          </ac:spMkLst>
        </pc:spChg>
        <pc:spChg chg="mod">
          <ac:chgData name="Anthony Sebastian Xerri Hawley" userId="79b7d0b5-0742-4a77-b818-949165fafb9c" providerId="ADAL" clId="{0564B858-5026-4537-9AFD-34C08ED5C8C2}" dt="2026-09-09T06:40:38.096" v="1778" actId="20577"/>
          <ac:spMkLst>
            <pc:docMk/>
            <pc:sldMk cId="0" sldId="264"/>
            <ac:spMk id="26" creationId="{6F908AD1-CB36-A1D2-6603-1D4D5716316E}"/>
          </ac:spMkLst>
        </pc:spChg>
      </pc:sldChg>
      <pc:sldChg chg="mod ord modShow">
        <pc:chgData name="Anthony Sebastian Xerri Hawley" userId="79b7d0b5-0742-4a77-b818-949165fafb9c" providerId="ADAL" clId="{0564B858-5026-4537-9AFD-34C08ED5C8C2}" dt="2026-09-09T08:35:11.270" v="2444"/>
        <pc:sldMkLst>
          <pc:docMk/>
          <pc:sldMk cId="0" sldId="266"/>
        </pc:sldMkLst>
      </pc:sldChg>
      <pc:sldChg chg="addSp delSp modSp mod">
        <pc:chgData name="Anthony Sebastian Xerri Hawley" userId="79b7d0b5-0742-4a77-b818-949165fafb9c" providerId="ADAL" clId="{0564B858-5026-4537-9AFD-34C08ED5C8C2}" dt="2026-09-08T11:52:53.730" v="1324" actId="1076"/>
        <pc:sldMkLst>
          <pc:docMk/>
          <pc:sldMk cId="0" sldId="267"/>
        </pc:sldMkLst>
        <pc:spChg chg="add mod">
          <ac:chgData name="Anthony Sebastian Xerri Hawley" userId="79b7d0b5-0742-4a77-b818-949165fafb9c" providerId="ADAL" clId="{0564B858-5026-4537-9AFD-34C08ED5C8C2}" dt="2026-09-08T11:52:53.730" v="1324" actId="1076"/>
          <ac:spMkLst>
            <pc:docMk/>
            <pc:sldMk cId="0" sldId="267"/>
            <ac:spMk id="6" creationId="{66F71291-4752-CFF4-1646-FE08B946CF72}"/>
          </ac:spMkLst>
        </pc:spChg>
        <pc:spChg chg="mod">
          <ac:chgData name="Anthony Sebastian Xerri Hawley" userId="79b7d0b5-0742-4a77-b818-949165fafb9c" providerId="ADAL" clId="{0564B858-5026-4537-9AFD-34C08ED5C8C2}" dt="2026-09-08T11:51:02.588" v="1283"/>
          <ac:spMkLst>
            <pc:docMk/>
            <pc:sldMk cId="0" sldId="267"/>
            <ac:spMk id="13" creationId="{1883D492-36C8-E760-E361-3437B4ADEC75}"/>
          </ac:spMkLst>
        </pc:spChg>
        <pc:spChg chg="add mod">
          <ac:chgData name="Anthony Sebastian Xerri Hawley" userId="79b7d0b5-0742-4a77-b818-949165fafb9c" providerId="ADAL" clId="{0564B858-5026-4537-9AFD-34C08ED5C8C2}" dt="2026-09-08T11:52:47.059" v="1323" actId="20577"/>
          <ac:spMkLst>
            <pc:docMk/>
            <pc:sldMk cId="0" sldId="267"/>
            <ac:spMk id="15" creationId="{5CE61D75-3FFA-E64D-C610-C5215D863967}"/>
          </ac:spMkLst>
        </pc:spChg>
        <pc:spChg chg="add mod">
          <ac:chgData name="Anthony Sebastian Xerri Hawley" userId="79b7d0b5-0742-4a77-b818-949165fafb9c" providerId="ADAL" clId="{0564B858-5026-4537-9AFD-34C08ED5C8C2}" dt="2026-09-08T11:52:11.386" v="1295" actId="1076"/>
          <ac:spMkLst>
            <pc:docMk/>
            <pc:sldMk cId="0" sldId="267"/>
            <ac:spMk id="17" creationId="{7F5E3DF4-C838-B1DD-D365-542118D9C1A4}"/>
          </ac:spMkLst>
        </pc:spChg>
        <pc:spChg chg="add mod">
          <ac:chgData name="Anthony Sebastian Xerri Hawley" userId="79b7d0b5-0742-4a77-b818-949165fafb9c" providerId="ADAL" clId="{0564B858-5026-4537-9AFD-34C08ED5C8C2}" dt="2026-09-08T11:52:44.349" v="1320" actId="20577"/>
          <ac:spMkLst>
            <pc:docMk/>
            <pc:sldMk cId="0" sldId="267"/>
            <ac:spMk id="19" creationId="{D479680B-0B5F-8489-69DB-0D39D8B84878}"/>
          </ac:spMkLst>
        </pc:spChg>
        <pc:spChg chg="add mod">
          <ac:chgData name="Anthony Sebastian Xerri Hawley" userId="79b7d0b5-0742-4a77-b818-949165fafb9c" providerId="ADAL" clId="{0564B858-5026-4537-9AFD-34C08ED5C8C2}" dt="2026-09-08T11:52:11.386" v="1295" actId="1076"/>
          <ac:spMkLst>
            <pc:docMk/>
            <pc:sldMk cId="0" sldId="267"/>
            <ac:spMk id="21" creationId="{898CD254-F0DC-AF3C-A013-1A5331BA176B}"/>
          </ac:spMkLst>
        </pc:spChg>
        <pc:spChg chg="add mod">
          <ac:chgData name="Anthony Sebastian Xerri Hawley" userId="79b7d0b5-0742-4a77-b818-949165fafb9c" providerId="ADAL" clId="{0564B858-5026-4537-9AFD-34C08ED5C8C2}" dt="2026-09-08T11:52:11.386" v="1295" actId="1076"/>
          <ac:spMkLst>
            <pc:docMk/>
            <pc:sldMk cId="0" sldId="267"/>
            <ac:spMk id="23" creationId="{24C7E511-422B-289F-FED3-95DE4C3A6E8A}"/>
          </ac:spMkLst>
        </pc:spChg>
      </pc:sldChg>
      <pc:sldChg chg="addSp delSp modSp add mod">
        <pc:chgData name="Anthony Sebastian Xerri Hawley" userId="79b7d0b5-0742-4a77-b818-949165fafb9c" providerId="ADAL" clId="{0564B858-5026-4537-9AFD-34C08ED5C8C2}" dt="2026-09-10T08:23:47.832" v="2677" actId="20577"/>
        <pc:sldMkLst>
          <pc:docMk/>
          <pc:sldMk cId="4080553754" sldId="271"/>
        </pc:sldMkLst>
        <pc:spChg chg="mod">
          <ac:chgData name="Anthony Sebastian Xerri Hawley" userId="79b7d0b5-0742-4a77-b818-949165fafb9c" providerId="ADAL" clId="{0564B858-5026-4537-9AFD-34C08ED5C8C2}" dt="2026-09-10T08:23:47.832" v="2677" actId="20577"/>
          <ac:spMkLst>
            <pc:docMk/>
            <pc:sldMk cId="4080553754" sldId="271"/>
            <ac:spMk id="2" creationId="{00000000-0000-0000-0000-000000000000}"/>
          </ac:spMkLst>
        </pc:spChg>
        <pc:spChg chg="mod">
          <ac:chgData name="Anthony Sebastian Xerri Hawley" userId="79b7d0b5-0742-4a77-b818-949165fafb9c" providerId="ADAL" clId="{0564B858-5026-4537-9AFD-34C08ED5C8C2}" dt="2026-09-09T06:43:47.063" v="1821" actId="13926"/>
          <ac:spMkLst>
            <pc:docMk/>
            <pc:sldMk cId="4080553754" sldId="271"/>
            <ac:spMk id="4" creationId="{402E0DF4-559C-E1C3-CCFF-E9BB92E3DE2B}"/>
          </ac:spMkLst>
        </pc:spChg>
        <pc:picChg chg="add mod">
          <ac:chgData name="Anthony Sebastian Xerri Hawley" userId="79b7d0b5-0742-4a77-b818-949165fafb9c" providerId="ADAL" clId="{0564B858-5026-4537-9AFD-34C08ED5C8C2}" dt="2026-09-09T06:43:18.892" v="1806" actId="1076"/>
          <ac:picMkLst>
            <pc:docMk/>
            <pc:sldMk cId="4080553754" sldId="271"/>
            <ac:picMk id="11" creationId="{17D0A7B5-1BCC-56FA-E249-EDE7D831175F}"/>
          </ac:picMkLst>
        </pc:picChg>
      </pc:sldChg>
      <pc:sldChg chg="modSp mod">
        <pc:chgData name="Anthony Sebastian Xerri Hawley" userId="79b7d0b5-0742-4a77-b818-949165fafb9c" providerId="ADAL" clId="{0564B858-5026-4537-9AFD-34C08ED5C8C2}" dt="2026-09-08T12:20:47.597" v="1717" actId="20577"/>
        <pc:sldMkLst>
          <pc:docMk/>
          <pc:sldMk cId="0" sldId="272"/>
        </pc:sldMkLst>
        <pc:spChg chg="mod">
          <ac:chgData name="Anthony Sebastian Xerri Hawley" userId="79b7d0b5-0742-4a77-b818-949165fafb9c" providerId="ADAL" clId="{0564B858-5026-4537-9AFD-34C08ED5C8C2}" dt="2026-09-08T12:20:47.597" v="1717" actId="20577"/>
          <ac:spMkLst>
            <pc:docMk/>
            <pc:sldMk cId="0" sldId="272"/>
            <ac:spMk id="2" creationId="{00000000-0000-0000-0000-000000000000}"/>
          </ac:spMkLst>
        </pc:spChg>
      </pc:sldChg>
      <pc:sldChg chg="addSp delSp modSp mod">
        <pc:chgData name="Anthony Sebastian Xerri Hawley" userId="79b7d0b5-0742-4a77-b818-949165fafb9c" providerId="ADAL" clId="{0564B858-5026-4537-9AFD-34C08ED5C8C2}" dt="2026-09-09T07:45:05.824" v="2136" actId="14100"/>
        <pc:sldMkLst>
          <pc:docMk/>
          <pc:sldMk cId="0" sldId="273"/>
        </pc:sldMkLst>
        <pc:spChg chg="mod">
          <ac:chgData name="Anthony Sebastian Xerri Hawley" userId="79b7d0b5-0742-4a77-b818-949165fafb9c" providerId="ADAL" clId="{0564B858-5026-4537-9AFD-34C08ED5C8C2}" dt="2026-09-09T07:32:50.676" v="1968"/>
          <ac:spMkLst>
            <pc:docMk/>
            <pc:sldMk cId="0" sldId="273"/>
            <ac:spMk id="2" creationId="{00000000-0000-0000-0000-000000000000}"/>
          </ac:spMkLst>
        </pc:spChg>
        <pc:spChg chg="add mod">
          <ac:chgData name="Anthony Sebastian Xerri Hawley" userId="79b7d0b5-0742-4a77-b818-949165fafb9c" providerId="ADAL" clId="{0564B858-5026-4537-9AFD-34C08ED5C8C2}" dt="2026-09-09T07:33:14.275" v="1972" actId="1076"/>
          <ac:spMkLst>
            <pc:docMk/>
            <pc:sldMk cId="0" sldId="273"/>
            <ac:spMk id="6" creationId="{E14FD8C8-499D-6EB9-1A72-E2392383ECD2}"/>
          </ac:spMkLst>
        </pc:spChg>
        <pc:spChg chg="add mod">
          <ac:chgData name="Anthony Sebastian Xerri Hawley" userId="79b7d0b5-0742-4a77-b818-949165fafb9c" providerId="ADAL" clId="{0564B858-5026-4537-9AFD-34C08ED5C8C2}" dt="2026-09-09T07:45:05.824" v="2136" actId="14100"/>
          <ac:spMkLst>
            <pc:docMk/>
            <pc:sldMk cId="0" sldId="273"/>
            <ac:spMk id="12" creationId="{16EE0AE1-9B6C-782C-2EA1-910A8E5559BF}"/>
          </ac:spMkLst>
        </pc:spChg>
        <pc:spChg chg="add">
          <ac:chgData name="Anthony Sebastian Xerri Hawley" userId="79b7d0b5-0742-4a77-b818-949165fafb9c" providerId="ADAL" clId="{0564B858-5026-4537-9AFD-34C08ED5C8C2}" dt="2026-09-09T07:33:02.530" v="1970" actId="22"/>
          <ac:spMkLst>
            <pc:docMk/>
            <pc:sldMk cId="0" sldId="273"/>
            <ac:spMk id="16" creationId="{97178131-6867-E52A-5856-6EAC87299DC0}"/>
          </ac:spMkLst>
        </pc:spChg>
        <pc:spChg chg="add">
          <ac:chgData name="Anthony Sebastian Xerri Hawley" userId="79b7d0b5-0742-4a77-b818-949165fafb9c" providerId="ADAL" clId="{0564B858-5026-4537-9AFD-34C08ED5C8C2}" dt="2026-09-09T07:33:02.530" v="1970" actId="22"/>
          <ac:spMkLst>
            <pc:docMk/>
            <pc:sldMk cId="0" sldId="273"/>
            <ac:spMk id="18" creationId="{6C7CFE13-8F53-1C43-B4E0-4FABD536A10F}"/>
          </ac:spMkLst>
        </pc:spChg>
        <pc:spChg chg="add">
          <ac:chgData name="Anthony Sebastian Xerri Hawley" userId="79b7d0b5-0742-4a77-b818-949165fafb9c" providerId="ADAL" clId="{0564B858-5026-4537-9AFD-34C08ED5C8C2}" dt="2026-09-09T07:33:02.530" v="1970" actId="22"/>
          <ac:spMkLst>
            <pc:docMk/>
            <pc:sldMk cId="0" sldId="273"/>
            <ac:spMk id="20" creationId="{871BC236-43A3-34DA-321A-07D676CB6680}"/>
          </ac:spMkLst>
        </pc:spChg>
        <pc:spChg chg="add">
          <ac:chgData name="Anthony Sebastian Xerri Hawley" userId="79b7d0b5-0742-4a77-b818-949165fafb9c" providerId="ADAL" clId="{0564B858-5026-4537-9AFD-34C08ED5C8C2}" dt="2026-09-09T07:33:02.530" v="1970" actId="22"/>
          <ac:spMkLst>
            <pc:docMk/>
            <pc:sldMk cId="0" sldId="273"/>
            <ac:spMk id="22" creationId="{C569BD4D-C167-B5BD-D21B-6733DA1F935C}"/>
          </ac:spMkLst>
        </pc:spChg>
        <pc:spChg chg="add mod">
          <ac:chgData name="Anthony Sebastian Xerri Hawley" userId="79b7d0b5-0742-4a77-b818-949165fafb9c" providerId="ADAL" clId="{0564B858-5026-4537-9AFD-34C08ED5C8C2}" dt="2026-09-09T07:45:04.095" v="2135" actId="14100"/>
          <ac:spMkLst>
            <pc:docMk/>
            <pc:sldMk cId="0" sldId="273"/>
            <ac:spMk id="24" creationId="{B865069E-AB8D-EF83-4587-68CEF108A1DE}"/>
          </ac:spMkLst>
        </pc:spChg>
      </pc:sldChg>
      <pc:sldChg chg="addSp delSp modSp mod">
        <pc:chgData name="Anthony Sebastian Xerri Hawley" userId="79b7d0b5-0742-4a77-b818-949165fafb9c" providerId="ADAL" clId="{0564B858-5026-4537-9AFD-34C08ED5C8C2}" dt="2026-09-09T07:38:54.647" v="2041" actId="208"/>
        <pc:sldMkLst>
          <pc:docMk/>
          <pc:sldMk cId="0" sldId="275"/>
        </pc:sldMkLst>
        <pc:spChg chg="mod">
          <ac:chgData name="Anthony Sebastian Xerri Hawley" userId="79b7d0b5-0742-4a77-b818-949165fafb9c" providerId="ADAL" clId="{0564B858-5026-4537-9AFD-34C08ED5C8C2}" dt="2026-09-09T07:37:52.946" v="2014"/>
          <ac:spMkLst>
            <pc:docMk/>
            <pc:sldMk cId="0" sldId="275"/>
            <ac:spMk id="2" creationId="{00000000-0000-0000-0000-000000000000}"/>
          </ac:spMkLst>
        </pc:spChg>
        <pc:spChg chg="add">
          <ac:chgData name="Anthony Sebastian Xerri Hawley" userId="79b7d0b5-0742-4a77-b818-949165fafb9c" providerId="ADAL" clId="{0564B858-5026-4537-9AFD-34C08ED5C8C2}" dt="2026-09-09T07:38:10.353" v="2017" actId="22"/>
          <ac:spMkLst>
            <pc:docMk/>
            <pc:sldMk cId="0" sldId="275"/>
            <ac:spMk id="6" creationId="{AAD93289-6767-884C-73B6-410AA755BBE8}"/>
          </ac:spMkLst>
        </pc:spChg>
        <pc:spChg chg="add mod">
          <ac:chgData name="Anthony Sebastian Xerri Hawley" userId="79b7d0b5-0742-4a77-b818-949165fafb9c" providerId="ADAL" clId="{0564B858-5026-4537-9AFD-34C08ED5C8C2}" dt="2026-09-09T07:38:54.647" v="2041" actId="208"/>
          <ac:spMkLst>
            <pc:docMk/>
            <pc:sldMk cId="0" sldId="275"/>
            <ac:spMk id="8" creationId="{668C4ED9-54DE-6FFF-1E0F-FBEFE500CDAB}"/>
          </ac:spMkLst>
        </pc:spChg>
        <pc:spChg chg="add">
          <ac:chgData name="Anthony Sebastian Xerri Hawley" userId="79b7d0b5-0742-4a77-b818-949165fafb9c" providerId="ADAL" clId="{0564B858-5026-4537-9AFD-34C08ED5C8C2}" dt="2026-09-09T07:38:10.353" v="2017" actId="22"/>
          <ac:spMkLst>
            <pc:docMk/>
            <pc:sldMk cId="0" sldId="275"/>
            <ac:spMk id="10" creationId="{2BDA9A84-F546-AFCC-BB7E-168218D151D8}"/>
          </ac:spMkLst>
        </pc:spChg>
        <pc:spChg chg="add">
          <ac:chgData name="Anthony Sebastian Xerri Hawley" userId="79b7d0b5-0742-4a77-b818-949165fafb9c" providerId="ADAL" clId="{0564B858-5026-4537-9AFD-34C08ED5C8C2}" dt="2026-09-09T07:38:10.353" v="2017" actId="22"/>
          <ac:spMkLst>
            <pc:docMk/>
            <pc:sldMk cId="0" sldId="275"/>
            <ac:spMk id="12" creationId="{03F3333C-13E0-AAEC-6580-4B46D5AC43E9}"/>
          </ac:spMkLst>
        </pc:spChg>
        <pc:spChg chg="add">
          <ac:chgData name="Anthony Sebastian Xerri Hawley" userId="79b7d0b5-0742-4a77-b818-949165fafb9c" providerId="ADAL" clId="{0564B858-5026-4537-9AFD-34C08ED5C8C2}" dt="2026-09-09T07:38:10.353" v="2017" actId="22"/>
          <ac:spMkLst>
            <pc:docMk/>
            <pc:sldMk cId="0" sldId="275"/>
            <ac:spMk id="16" creationId="{04DD6E4B-C734-01E0-2972-515086FF8A56}"/>
          </ac:spMkLst>
        </pc:spChg>
        <pc:spChg chg="add">
          <ac:chgData name="Anthony Sebastian Xerri Hawley" userId="79b7d0b5-0742-4a77-b818-949165fafb9c" providerId="ADAL" clId="{0564B858-5026-4537-9AFD-34C08ED5C8C2}" dt="2026-09-09T07:38:10.353" v="2017" actId="22"/>
          <ac:spMkLst>
            <pc:docMk/>
            <pc:sldMk cId="0" sldId="275"/>
            <ac:spMk id="18" creationId="{F9245CAB-4C37-C6E1-45CA-D8F6BE8E9951}"/>
          </ac:spMkLst>
        </pc:spChg>
      </pc:sldChg>
      <pc:sldChg chg="addSp delSp modSp mod">
        <pc:chgData name="Anthony Sebastian Xerri Hawley" userId="79b7d0b5-0742-4a77-b818-949165fafb9c" providerId="ADAL" clId="{0564B858-5026-4537-9AFD-34C08ED5C8C2}" dt="2026-09-09T08:08:19.833" v="2287" actId="1076"/>
        <pc:sldMkLst>
          <pc:docMk/>
          <pc:sldMk cId="0" sldId="277"/>
        </pc:sldMkLst>
        <pc:spChg chg="mod">
          <ac:chgData name="Anthony Sebastian Xerri Hawley" userId="79b7d0b5-0742-4a77-b818-949165fafb9c" providerId="ADAL" clId="{0564B858-5026-4537-9AFD-34C08ED5C8C2}" dt="2026-09-09T07:52:36.003" v="2137"/>
          <ac:spMkLst>
            <pc:docMk/>
            <pc:sldMk cId="0" sldId="277"/>
            <ac:spMk id="2" creationId="{00000000-0000-0000-0000-000000000000}"/>
          </ac:spMkLst>
        </pc:spChg>
        <pc:spChg chg="add">
          <ac:chgData name="Anthony Sebastian Xerri Hawley" userId="79b7d0b5-0742-4a77-b818-949165fafb9c" providerId="ADAL" clId="{0564B858-5026-4537-9AFD-34C08ED5C8C2}" dt="2026-09-09T07:52:43.992" v="2139" actId="22"/>
          <ac:spMkLst>
            <pc:docMk/>
            <pc:sldMk cId="0" sldId="277"/>
            <ac:spMk id="6" creationId="{5738544E-F862-60EA-D422-0CA9A7ABDFD9}"/>
          </ac:spMkLst>
        </pc:spChg>
        <pc:spChg chg="add">
          <ac:chgData name="Anthony Sebastian Xerri Hawley" userId="79b7d0b5-0742-4a77-b818-949165fafb9c" providerId="ADAL" clId="{0564B858-5026-4537-9AFD-34C08ED5C8C2}" dt="2026-09-09T07:52:43.992" v="2139" actId="22"/>
          <ac:spMkLst>
            <pc:docMk/>
            <pc:sldMk cId="0" sldId="277"/>
            <ac:spMk id="10" creationId="{2697B79C-558C-384A-11D5-DEC839D07548}"/>
          </ac:spMkLst>
        </pc:spChg>
        <pc:spChg chg="add">
          <ac:chgData name="Anthony Sebastian Xerri Hawley" userId="79b7d0b5-0742-4a77-b818-949165fafb9c" providerId="ADAL" clId="{0564B858-5026-4537-9AFD-34C08ED5C8C2}" dt="2026-09-09T07:52:43.992" v="2139" actId="22"/>
          <ac:spMkLst>
            <pc:docMk/>
            <pc:sldMk cId="0" sldId="277"/>
            <ac:spMk id="14" creationId="{CAF19E7F-5DD9-8CE1-B550-323C3B1D3507}"/>
          </ac:spMkLst>
        </pc:spChg>
        <pc:spChg chg="add">
          <ac:chgData name="Anthony Sebastian Xerri Hawley" userId="79b7d0b5-0742-4a77-b818-949165fafb9c" providerId="ADAL" clId="{0564B858-5026-4537-9AFD-34C08ED5C8C2}" dt="2026-09-09T07:52:43.992" v="2139" actId="22"/>
          <ac:spMkLst>
            <pc:docMk/>
            <pc:sldMk cId="0" sldId="277"/>
            <ac:spMk id="18" creationId="{F0218A26-EA07-47E8-4F54-C7725976DB48}"/>
          </ac:spMkLst>
        </pc:spChg>
        <pc:spChg chg="add">
          <ac:chgData name="Anthony Sebastian Xerri Hawley" userId="79b7d0b5-0742-4a77-b818-949165fafb9c" providerId="ADAL" clId="{0564B858-5026-4537-9AFD-34C08ED5C8C2}" dt="2026-09-09T07:52:43.992" v="2139" actId="22"/>
          <ac:spMkLst>
            <pc:docMk/>
            <pc:sldMk cId="0" sldId="277"/>
            <ac:spMk id="21" creationId="{E0416331-FF3D-F13B-CC47-0EEE919AC943}"/>
          </ac:spMkLst>
        </pc:spChg>
        <pc:spChg chg="add mod">
          <ac:chgData name="Anthony Sebastian Xerri Hawley" userId="79b7d0b5-0742-4a77-b818-949165fafb9c" providerId="ADAL" clId="{0564B858-5026-4537-9AFD-34C08ED5C8C2}" dt="2026-09-09T07:55:22.713" v="2151"/>
          <ac:spMkLst>
            <pc:docMk/>
            <pc:sldMk cId="0" sldId="277"/>
            <ac:spMk id="26" creationId="{8E782335-7D71-4FE1-54A4-5864129D1B68}"/>
          </ac:spMkLst>
        </pc:spChg>
        <pc:spChg chg="add mod">
          <ac:chgData name="Anthony Sebastian Xerri Hawley" userId="79b7d0b5-0742-4a77-b818-949165fafb9c" providerId="ADAL" clId="{0564B858-5026-4537-9AFD-34C08ED5C8C2}" dt="2026-09-09T08:07:58.696" v="2282" actId="20577"/>
          <ac:spMkLst>
            <pc:docMk/>
            <pc:sldMk cId="0" sldId="277"/>
            <ac:spMk id="28" creationId="{D9F9729F-3D1F-4D0C-6474-AA40C7F3208F}"/>
          </ac:spMkLst>
        </pc:spChg>
        <pc:picChg chg="add mod ord">
          <ac:chgData name="Anthony Sebastian Xerri Hawley" userId="79b7d0b5-0742-4a77-b818-949165fafb9c" providerId="ADAL" clId="{0564B858-5026-4537-9AFD-34C08ED5C8C2}" dt="2026-09-09T08:08:17.473" v="2286" actId="1076"/>
          <ac:picMkLst>
            <pc:docMk/>
            <pc:sldMk cId="0" sldId="277"/>
            <ac:picMk id="24" creationId="{D5547839-C8F4-3D7B-1A28-75A85BE8FBF9}"/>
          </ac:picMkLst>
        </pc:picChg>
        <pc:picChg chg="add mod">
          <ac:chgData name="Anthony Sebastian Xerri Hawley" userId="79b7d0b5-0742-4a77-b818-949165fafb9c" providerId="ADAL" clId="{0564B858-5026-4537-9AFD-34C08ED5C8C2}" dt="2026-09-09T08:08:19.833" v="2287" actId="1076"/>
          <ac:picMkLst>
            <pc:docMk/>
            <pc:sldMk cId="0" sldId="277"/>
            <ac:picMk id="30" creationId="{4A16414E-A2FC-CDAA-1E9C-A9574DCEFC1D}"/>
          </ac:picMkLst>
        </pc:picChg>
      </pc:sldChg>
      <pc:sldChg chg="addSp delSp modSp mod">
        <pc:chgData name="Anthony Sebastian Xerri Hawley" userId="79b7d0b5-0742-4a77-b818-949165fafb9c" providerId="ADAL" clId="{0564B858-5026-4537-9AFD-34C08ED5C8C2}" dt="2026-09-09T08:02:34.979" v="2219" actId="1076"/>
        <pc:sldMkLst>
          <pc:docMk/>
          <pc:sldMk cId="0" sldId="279"/>
        </pc:sldMkLst>
        <pc:spChg chg="mod">
          <ac:chgData name="Anthony Sebastian Xerri Hawley" userId="79b7d0b5-0742-4a77-b818-949165fafb9c" providerId="ADAL" clId="{0564B858-5026-4537-9AFD-34C08ED5C8C2}" dt="2026-09-09T07:59:44.688" v="2189"/>
          <ac:spMkLst>
            <pc:docMk/>
            <pc:sldMk cId="0" sldId="279"/>
            <ac:spMk id="2" creationId="{00000000-0000-0000-0000-000000000000}"/>
          </ac:spMkLst>
        </pc:spChg>
        <pc:spChg chg="add mod">
          <ac:chgData name="Anthony Sebastian Xerri Hawley" userId="79b7d0b5-0742-4a77-b818-949165fafb9c" providerId="ADAL" clId="{0564B858-5026-4537-9AFD-34C08ED5C8C2}" dt="2026-09-09T08:02:34.979" v="2219" actId="1076"/>
          <ac:spMkLst>
            <pc:docMk/>
            <pc:sldMk cId="0" sldId="279"/>
            <ac:spMk id="6" creationId="{C9825F32-3192-379B-3E04-CAEE4E63EDBE}"/>
          </ac:spMkLst>
        </pc:spChg>
        <pc:spChg chg="add">
          <ac:chgData name="Anthony Sebastian Xerri Hawley" userId="79b7d0b5-0742-4a77-b818-949165fafb9c" providerId="ADAL" clId="{0564B858-5026-4537-9AFD-34C08ED5C8C2}" dt="2026-09-09T07:59:54.911" v="2191" actId="22"/>
          <ac:spMkLst>
            <pc:docMk/>
            <pc:sldMk cId="0" sldId="279"/>
            <ac:spMk id="10" creationId="{96EF5944-86A0-B703-D5F3-857C7928C335}"/>
          </ac:spMkLst>
        </pc:spChg>
        <pc:spChg chg="add">
          <ac:chgData name="Anthony Sebastian Xerri Hawley" userId="79b7d0b5-0742-4a77-b818-949165fafb9c" providerId="ADAL" clId="{0564B858-5026-4537-9AFD-34C08ED5C8C2}" dt="2026-09-09T07:59:54.911" v="2191" actId="22"/>
          <ac:spMkLst>
            <pc:docMk/>
            <pc:sldMk cId="0" sldId="279"/>
            <ac:spMk id="14" creationId="{E46C86A3-24B4-5FAC-C6F4-F86B4587B3DD}"/>
          </ac:spMkLst>
        </pc:spChg>
        <pc:spChg chg="add">
          <ac:chgData name="Anthony Sebastian Xerri Hawley" userId="79b7d0b5-0742-4a77-b818-949165fafb9c" providerId="ADAL" clId="{0564B858-5026-4537-9AFD-34C08ED5C8C2}" dt="2026-09-09T07:59:54.911" v="2191" actId="22"/>
          <ac:spMkLst>
            <pc:docMk/>
            <pc:sldMk cId="0" sldId="279"/>
            <ac:spMk id="18" creationId="{78521030-A907-69FE-737A-3587F76A49C1}"/>
          </ac:spMkLst>
        </pc:spChg>
        <pc:spChg chg="add">
          <ac:chgData name="Anthony Sebastian Xerri Hawley" userId="79b7d0b5-0742-4a77-b818-949165fafb9c" providerId="ADAL" clId="{0564B858-5026-4537-9AFD-34C08ED5C8C2}" dt="2026-09-09T07:59:54.911" v="2191" actId="22"/>
          <ac:spMkLst>
            <pc:docMk/>
            <pc:sldMk cId="0" sldId="279"/>
            <ac:spMk id="22" creationId="{93ABA120-F2AB-8952-B4F3-EA34A86B0F32}"/>
          </ac:spMkLst>
        </pc:spChg>
        <pc:spChg chg="add mod">
          <ac:chgData name="Anthony Sebastian Xerri Hawley" userId="79b7d0b5-0742-4a77-b818-949165fafb9c" providerId="ADAL" clId="{0564B858-5026-4537-9AFD-34C08ED5C8C2}" dt="2026-09-09T08:02:30.102" v="2218" actId="20577"/>
          <ac:spMkLst>
            <pc:docMk/>
            <pc:sldMk cId="0" sldId="279"/>
            <ac:spMk id="24" creationId="{4D770594-2AF8-C394-C2FB-E409EBB295DD}"/>
          </ac:spMkLst>
        </pc:spChg>
        <pc:spChg chg="add mod">
          <ac:chgData name="Anthony Sebastian Xerri Hawley" userId="79b7d0b5-0742-4a77-b818-949165fafb9c" providerId="ADAL" clId="{0564B858-5026-4537-9AFD-34C08ED5C8C2}" dt="2026-09-09T08:02:15.084" v="2208" actId="20577"/>
          <ac:spMkLst>
            <pc:docMk/>
            <pc:sldMk cId="0" sldId="279"/>
            <ac:spMk id="26" creationId="{3819E7A1-08C8-206A-9288-D9A3A2342F4A}"/>
          </ac:spMkLst>
        </pc:spChg>
      </pc:sldChg>
      <pc:sldChg chg="addSp delSp modSp mod">
        <pc:chgData name="Anthony Sebastian Xerri Hawley" userId="79b7d0b5-0742-4a77-b818-949165fafb9c" providerId="ADAL" clId="{0564B858-5026-4537-9AFD-34C08ED5C8C2}" dt="2026-09-09T08:10:40.569" v="2301" actId="14100"/>
        <pc:sldMkLst>
          <pc:docMk/>
          <pc:sldMk cId="0" sldId="281"/>
        </pc:sldMkLst>
        <pc:spChg chg="mod">
          <ac:chgData name="Anthony Sebastian Xerri Hawley" userId="79b7d0b5-0742-4a77-b818-949165fafb9c" providerId="ADAL" clId="{0564B858-5026-4537-9AFD-34C08ED5C8C2}" dt="2026-09-09T08:05:36.204" v="2249"/>
          <ac:spMkLst>
            <pc:docMk/>
            <pc:sldMk cId="0" sldId="281"/>
            <ac:spMk id="2" creationId="{00000000-0000-0000-0000-000000000000}"/>
          </ac:spMkLst>
        </pc:spChg>
        <pc:spChg chg="add mod">
          <ac:chgData name="Anthony Sebastian Xerri Hawley" userId="79b7d0b5-0742-4a77-b818-949165fafb9c" providerId="ADAL" clId="{0564B858-5026-4537-9AFD-34C08ED5C8C2}" dt="2026-09-09T08:05:59.188" v="2255" actId="1076"/>
          <ac:spMkLst>
            <pc:docMk/>
            <pc:sldMk cId="0" sldId="281"/>
            <ac:spMk id="6" creationId="{2B99755F-1A68-EFFF-EB5E-5F8BBBCDFC47}"/>
          </ac:spMkLst>
        </pc:spChg>
        <pc:spChg chg="add">
          <ac:chgData name="Anthony Sebastian Xerri Hawley" userId="79b7d0b5-0742-4a77-b818-949165fafb9c" providerId="ADAL" clId="{0564B858-5026-4537-9AFD-34C08ED5C8C2}" dt="2026-09-09T08:05:52.330" v="2254" actId="22"/>
          <ac:spMkLst>
            <pc:docMk/>
            <pc:sldMk cId="0" sldId="281"/>
            <ac:spMk id="10" creationId="{0FA8178B-1B9A-6144-4F84-5BCF5E6F6A3F}"/>
          </ac:spMkLst>
        </pc:spChg>
        <pc:spChg chg="add">
          <ac:chgData name="Anthony Sebastian Xerri Hawley" userId="79b7d0b5-0742-4a77-b818-949165fafb9c" providerId="ADAL" clId="{0564B858-5026-4537-9AFD-34C08ED5C8C2}" dt="2026-09-09T08:05:52.330" v="2254" actId="22"/>
          <ac:spMkLst>
            <pc:docMk/>
            <pc:sldMk cId="0" sldId="281"/>
            <ac:spMk id="14" creationId="{D240048F-0AD7-7416-D053-8B5E1EF1708D}"/>
          </ac:spMkLst>
        </pc:spChg>
        <pc:spChg chg="add">
          <ac:chgData name="Anthony Sebastian Xerri Hawley" userId="79b7d0b5-0742-4a77-b818-949165fafb9c" providerId="ADAL" clId="{0564B858-5026-4537-9AFD-34C08ED5C8C2}" dt="2026-09-09T08:05:52.330" v="2254" actId="22"/>
          <ac:spMkLst>
            <pc:docMk/>
            <pc:sldMk cId="0" sldId="281"/>
            <ac:spMk id="18" creationId="{D684264C-66A5-9C39-CB22-ADB6CBD3C471}"/>
          </ac:spMkLst>
        </pc:spChg>
        <pc:spChg chg="add">
          <ac:chgData name="Anthony Sebastian Xerri Hawley" userId="79b7d0b5-0742-4a77-b818-949165fafb9c" providerId="ADAL" clId="{0564B858-5026-4537-9AFD-34C08ED5C8C2}" dt="2026-09-09T08:05:52.330" v="2254" actId="22"/>
          <ac:spMkLst>
            <pc:docMk/>
            <pc:sldMk cId="0" sldId="281"/>
            <ac:spMk id="22" creationId="{2569E4B7-83F3-5C73-806A-EC4253847951}"/>
          </ac:spMkLst>
        </pc:spChg>
        <pc:spChg chg="add mod">
          <ac:chgData name="Anthony Sebastian Xerri Hawley" userId="79b7d0b5-0742-4a77-b818-949165fafb9c" providerId="ADAL" clId="{0564B858-5026-4537-9AFD-34C08ED5C8C2}" dt="2026-09-09T08:06:57.157" v="2270" actId="20577"/>
          <ac:spMkLst>
            <pc:docMk/>
            <pc:sldMk cId="0" sldId="281"/>
            <ac:spMk id="26" creationId="{2533B430-07FC-4180-711C-2E8BB1359728}"/>
          </ac:spMkLst>
        </pc:spChg>
        <pc:spChg chg="add">
          <ac:chgData name="Anthony Sebastian Xerri Hawley" userId="79b7d0b5-0742-4a77-b818-949165fafb9c" providerId="ADAL" clId="{0564B858-5026-4537-9AFD-34C08ED5C8C2}" dt="2026-09-09T08:06:16.631" v="2259" actId="22"/>
          <ac:spMkLst>
            <pc:docMk/>
            <pc:sldMk cId="0" sldId="281"/>
            <ac:spMk id="28" creationId="{965CCD28-37E8-B0EF-90BD-A880FF03A225}"/>
          </ac:spMkLst>
        </pc:spChg>
        <pc:spChg chg="add mod">
          <ac:chgData name="Anthony Sebastian Xerri Hawley" userId="79b7d0b5-0742-4a77-b818-949165fafb9c" providerId="ADAL" clId="{0564B858-5026-4537-9AFD-34C08ED5C8C2}" dt="2026-09-09T08:10:40.569" v="2301" actId="14100"/>
          <ac:spMkLst>
            <pc:docMk/>
            <pc:sldMk cId="0" sldId="281"/>
            <ac:spMk id="34" creationId="{B2751AA3-6C7A-05CD-E7D5-D926293B0F0B}"/>
          </ac:spMkLst>
        </pc:spChg>
        <pc:picChg chg="add mod">
          <ac:chgData name="Anthony Sebastian Xerri Hawley" userId="79b7d0b5-0742-4a77-b818-949165fafb9c" providerId="ADAL" clId="{0564B858-5026-4537-9AFD-34C08ED5C8C2}" dt="2026-09-09T08:10:20.245" v="2296" actId="1076"/>
          <ac:picMkLst>
            <pc:docMk/>
            <pc:sldMk cId="0" sldId="281"/>
            <ac:picMk id="32" creationId="{572028A1-DD19-EC51-040E-0FBBAF73C727}"/>
          </ac:picMkLst>
        </pc:picChg>
      </pc:sldChg>
      <pc:sldChg chg="addSp delSp modSp mod">
        <pc:chgData name="Anthony Sebastian Xerri Hawley" userId="79b7d0b5-0742-4a77-b818-949165fafb9c" providerId="ADAL" clId="{0564B858-5026-4537-9AFD-34C08ED5C8C2}" dt="2026-09-09T08:54:20.577" v="2450" actId="20577"/>
        <pc:sldMkLst>
          <pc:docMk/>
          <pc:sldMk cId="0" sldId="283"/>
        </pc:sldMkLst>
        <pc:spChg chg="mod">
          <ac:chgData name="Anthony Sebastian Xerri Hawley" userId="79b7d0b5-0742-4a77-b818-949165fafb9c" providerId="ADAL" clId="{0564B858-5026-4537-9AFD-34C08ED5C8C2}" dt="2026-09-09T08:15:05.828" v="2336"/>
          <ac:spMkLst>
            <pc:docMk/>
            <pc:sldMk cId="0" sldId="283"/>
            <ac:spMk id="2" creationId="{00000000-0000-0000-0000-000000000000}"/>
          </ac:spMkLst>
        </pc:spChg>
        <pc:spChg chg="add">
          <ac:chgData name="Anthony Sebastian Xerri Hawley" userId="79b7d0b5-0742-4a77-b818-949165fafb9c" providerId="ADAL" clId="{0564B858-5026-4537-9AFD-34C08ED5C8C2}" dt="2026-09-09T08:15:31.586" v="2351" actId="22"/>
          <ac:spMkLst>
            <pc:docMk/>
            <pc:sldMk cId="0" sldId="283"/>
            <ac:spMk id="6" creationId="{371730C1-F15C-6BDD-00CB-43DBD1AFA9CE}"/>
          </ac:spMkLst>
        </pc:spChg>
        <pc:spChg chg="add">
          <ac:chgData name="Anthony Sebastian Xerri Hawley" userId="79b7d0b5-0742-4a77-b818-949165fafb9c" providerId="ADAL" clId="{0564B858-5026-4537-9AFD-34C08ED5C8C2}" dt="2026-09-09T08:15:31.586" v="2351" actId="22"/>
          <ac:spMkLst>
            <pc:docMk/>
            <pc:sldMk cId="0" sldId="283"/>
            <ac:spMk id="8" creationId="{4CAEBE12-4A6F-E277-6A48-25B83CBBA7FF}"/>
          </ac:spMkLst>
        </pc:spChg>
        <pc:spChg chg="add">
          <ac:chgData name="Anthony Sebastian Xerri Hawley" userId="79b7d0b5-0742-4a77-b818-949165fafb9c" providerId="ADAL" clId="{0564B858-5026-4537-9AFD-34C08ED5C8C2}" dt="2026-09-09T08:15:31.586" v="2351" actId="22"/>
          <ac:spMkLst>
            <pc:docMk/>
            <pc:sldMk cId="0" sldId="283"/>
            <ac:spMk id="10" creationId="{A8172AEF-4F98-63C3-F14E-100AE190D2E2}"/>
          </ac:spMkLst>
        </pc:spChg>
        <pc:spChg chg="add">
          <ac:chgData name="Anthony Sebastian Xerri Hawley" userId="79b7d0b5-0742-4a77-b818-949165fafb9c" providerId="ADAL" clId="{0564B858-5026-4537-9AFD-34C08ED5C8C2}" dt="2026-09-09T08:15:31.586" v="2351" actId="22"/>
          <ac:spMkLst>
            <pc:docMk/>
            <pc:sldMk cId="0" sldId="283"/>
            <ac:spMk id="15" creationId="{1DD26B09-F4B3-A927-DEB6-8BD4F59F6124}"/>
          </ac:spMkLst>
        </pc:spChg>
        <pc:spChg chg="mod">
          <ac:chgData name="Anthony Sebastian Xerri Hawley" userId="79b7d0b5-0742-4a77-b818-949165fafb9c" providerId="ADAL" clId="{0564B858-5026-4537-9AFD-34C08ED5C8C2}" dt="2026-09-09T08:15:21.140" v="2349"/>
          <ac:spMkLst>
            <pc:docMk/>
            <pc:sldMk cId="0" sldId="283"/>
            <ac:spMk id="16" creationId="{531EFF38-E512-0C34-EEF8-B3C2B4BB1238}"/>
          </ac:spMkLst>
        </pc:spChg>
        <pc:spChg chg="add">
          <ac:chgData name="Anthony Sebastian Xerri Hawley" userId="79b7d0b5-0742-4a77-b818-949165fafb9c" providerId="ADAL" clId="{0564B858-5026-4537-9AFD-34C08ED5C8C2}" dt="2026-09-09T08:15:31.586" v="2351" actId="22"/>
          <ac:spMkLst>
            <pc:docMk/>
            <pc:sldMk cId="0" sldId="283"/>
            <ac:spMk id="19" creationId="{225E05AC-6AD9-A600-1E58-AB68F5C66AFA}"/>
          </ac:spMkLst>
        </pc:spChg>
        <pc:spChg chg="add mod">
          <ac:chgData name="Anthony Sebastian Xerri Hawley" userId="79b7d0b5-0742-4a77-b818-949165fafb9c" providerId="ADAL" clId="{0564B858-5026-4537-9AFD-34C08ED5C8C2}" dt="2026-09-09T08:54:20.577" v="2450" actId="20577"/>
          <ac:spMkLst>
            <pc:docMk/>
            <pc:sldMk cId="0" sldId="283"/>
            <ac:spMk id="23" creationId="{23E5F5D0-890C-EB43-ECB2-D3A52B409DB6}"/>
          </ac:spMkLst>
        </pc:spChg>
      </pc:sldChg>
      <pc:sldChg chg="modSp mod">
        <pc:chgData name="Anthony Sebastian Xerri Hawley" userId="79b7d0b5-0742-4a77-b818-949165fafb9c" providerId="ADAL" clId="{0564B858-5026-4537-9AFD-34C08ED5C8C2}" dt="2026-09-08T12:20:52.249" v="1719" actId="20577"/>
        <pc:sldMkLst>
          <pc:docMk/>
          <pc:sldMk cId="0" sldId="289"/>
        </pc:sldMkLst>
        <pc:spChg chg="mod">
          <ac:chgData name="Anthony Sebastian Xerri Hawley" userId="79b7d0b5-0742-4a77-b818-949165fafb9c" providerId="ADAL" clId="{0564B858-5026-4537-9AFD-34C08ED5C8C2}" dt="2026-09-08T12:20:52.249" v="1719" actId="20577"/>
          <ac:spMkLst>
            <pc:docMk/>
            <pc:sldMk cId="0" sldId="289"/>
            <ac:spMk id="2" creationId="{00000000-0000-0000-0000-000000000000}"/>
          </ac:spMkLst>
        </pc:spChg>
      </pc:sldChg>
      <pc:sldChg chg="addSp delSp modSp mod">
        <pc:chgData name="Anthony Sebastian Xerri Hawley" userId="79b7d0b5-0742-4a77-b818-949165fafb9c" providerId="ADAL" clId="{0564B858-5026-4537-9AFD-34C08ED5C8C2}" dt="2026-09-09T08:34:14.958" v="2437" actId="554"/>
        <pc:sldMkLst>
          <pc:docMk/>
          <pc:sldMk cId="2991031939" sldId="291"/>
        </pc:sldMkLst>
        <pc:spChg chg="mod">
          <ac:chgData name="Anthony Sebastian Xerri Hawley" userId="79b7d0b5-0742-4a77-b818-949165fafb9c" providerId="ADAL" clId="{0564B858-5026-4537-9AFD-34C08ED5C8C2}" dt="2026-09-09T08:29:06.641" v="2367" actId="207"/>
          <ac:spMkLst>
            <pc:docMk/>
            <pc:sldMk cId="2991031939" sldId="291"/>
            <ac:spMk id="59" creationId="{86A7B98B-9300-75A6-7271-47492FE73285}"/>
          </ac:spMkLst>
        </pc:spChg>
        <pc:spChg chg="add del mod">
          <ac:chgData name="Anthony Sebastian Xerri Hawley" userId="79b7d0b5-0742-4a77-b818-949165fafb9c" providerId="ADAL" clId="{0564B858-5026-4537-9AFD-34C08ED5C8C2}" dt="2026-09-09T08:32:16.958" v="2412" actId="20577"/>
          <ac:spMkLst>
            <pc:docMk/>
            <pc:sldMk cId="2991031939" sldId="291"/>
            <ac:spMk id="63" creationId="{44810A7F-DA26-26B7-377A-74981B48C65A}"/>
          </ac:spMkLst>
        </pc:spChg>
        <pc:spChg chg="add mod">
          <ac:chgData name="Anthony Sebastian Xerri Hawley" userId="79b7d0b5-0742-4a77-b818-949165fafb9c" providerId="ADAL" clId="{0564B858-5026-4537-9AFD-34C08ED5C8C2}" dt="2026-09-09T08:32:06.275" v="2407" actId="207"/>
          <ac:spMkLst>
            <pc:docMk/>
            <pc:sldMk cId="2991031939" sldId="291"/>
            <ac:spMk id="65" creationId="{4E0F06B5-F5D2-095A-B287-FCDB00B21E36}"/>
          </ac:spMkLst>
        </pc:spChg>
        <pc:spChg chg="mod">
          <ac:chgData name="Anthony Sebastian Xerri Hawley" userId="79b7d0b5-0742-4a77-b818-949165fafb9c" providerId="ADAL" clId="{0564B858-5026-4537-9AFD-34C08ED5C8C2}" dt="2026-09-09T08:27:52.916" v="2358" actId="207"/>
          <ac:spMkLst>
            <pc:docMk/>
            <pc:sldMk cId="2991031939" sldId="291"/>
            <ac:spMk id="67" creationId="{F7AF73F6-6921-4C7B-E08D-DD3C05AABC20}"/>
          </ac:spMkLst>
        </pc:spChg>
        <pc:spChg chg="add mod">
          <ac:chgData name="Anthony Sebastian Xerri Hawley" userId="79b7d0b5-0742-4a77-b818-949165fafb9c" providerId="ADAL" clId="{0564B858-5026-4537-9AFD-34C08ED5C8C2}" dt="2026-09-09T08:28:56.744" v="2365" actId="207"/>
          <ac:spMkLst>
            <pc:docMk/>
            <pc:sldMk cId="2991031939" sldId="291"/>
            <ac:spMk id="71" creationId="{521A1F91-E0CC-DDC9-303B-05B5C440EC2B}"/>
          </ac:spMkLst>
        </pc:spChg>
        <pc:spChg chg="add mod">
          <ac:chgData name="Anthony Sebastian Xerri Hawley" userId="79b7d0b5-0742-4a77-b818-949165fafb9c" providerId="ADAL" clId="{0564B858-5026-4537-9AFD-34C08ED5C8C2}" dt="2026-09-09T08:29:00.447" v="2366" actId="207"/>
          <ac:spMkLst>
            <pc:docMk/>
            <pc:sldMk cId="2991031939" sldId="291"/>
            <ac:spMk id="73" creationId="{D76898F9-6DA5-36B1-FCCE-D0966668D0A0}"/>
          </ac:spMkLst>
        </pc:spChg>
        <pc:spChg chg="add">
          <ac:chgData name="Anthony Sebastian Xerri Hawley" userId="79b7d0b5-0742-4a77-b818-949165fafb9c" providerId="ADAL" clId="{0564B858-5026-4537-9AFD-34C08ED5C8C2}" dt="2026-09-09T08:27:43.282" v="2357" actId="22"/>
          <ac:spMkLst>
            <pc:docMk/>
            <pc:sldMk cId="2991031939" sldId="291"/>
            <ac:spMk id="75" creationId="{F6569908-0EBD-659C-F45A-415A03680339}"/>
          </ac:spMkLst>
        </pc:spChg>
        <pc:spChg chg="add">
          <ac:chgData name="Anthony Sebastian Xerri Hawley" userId="79b7d0b5-0742-4a77-b818-949165fafb9c" providerId="ADAL" clId="{0564B858-5026-4537-9AFD-34C08ED5C8C2}" dt="2026-09-09T08:27:43.282" v="2357" actId="22"/>
          <ac:spMkLst>
            <pc:docMk/>
            <pc:sldMk cId="2991031939" sldId="291"/>
            <ac:spMk id="79" creationId="{475F3EB0-511C-C34E-22D0-864AD3DB4BAD}"/>
          </ac:spMkLst>
        </pc:spChg>
        <pc:spChg chg="add">
          <ac:chgData name="Anthony Sebastian Xerri Hawley" userId="79b7d0b5-0742-4a77-b818-949165fafb9c" providerId="ADAL" clId="{0564B858-5026-4537-9AFD-34C08ED5C8C2}" dt="2026-09-09T08:27:43.282" v="2357" actId="22"/>
          <ac:spMkLst>
            <pc:docMk/>
            <pc:sldMk cId="2991031939" sldId="291"/>
            <ac:spMk id="81" creationId="{DCCC4FB0-3F3C-2991-A867-98D6C1BE5C4F}"/>
          </ac:spMkLst>
        </pc:spChg>
        <pc:spChg chg="add">
          <ac:chgData name="Anthony Sebastian Xerri Hawley" userId="79b7d0b5-0742-4a77-b818-949165fafb9c" providerId="ADAL" clId="{0564B858-5026-4537-9AFD-34C08ED5C8C2}" dt="2026-09-09T08:27:43.282" v="2357" actId="22"/>
          <ac:spMkLst>
            <pc:docMk/>
            <pc:sldMk cId="2991031939" sldId="291"/>
            <ac:spMk id="83" creationId="{966D0473-303E-E919-4C33-588E3D7749CC}"/>
          </ac:spMkLst>
        </pc:spChg>
        <pc:spChg chg="add">
          <ac:chgData name="Anthony Sebastian Xerri Hawley" userId="79b7d0b5-0742-4a77-b818-949165fafb9c" providerId="ADAL" clId="{0564B858-5026-4537-9AFD-34C08ED5C8C2}" dt="2026-09-09T08:27:43.282" v="2357" actId="22"/>
          <ac:spMkLst>
            <pc:docMk/>
            <pc:sldMk cId="2991031939" sldId="291"/>
            <ac:spMk id="87" creationId="{A4370573-EDE3-0B0B-0323-437CA0CBB6CA}"/>
          </ac:spMkLst>
        </pc:spChg>
        <pc:spChg chg="add">
          <ac:chgData name="Anthony Sebastian Xerri Hawley" userId="79b7d0b5-0742-4a77-b818-949165fafb9c" providerId="ADAL" clId="{0564B858-5026-4537-9AFD-34C08ED5C8C2}" dt="2026-09-09T08:27:43.282" v="2357" actId="22"/>
          <ac:spMkLst>
            <pc:docMk/>
            <pc:sldMk cId="2991031939" sldId="291"/>
            <ac:spMk id="89" creationId="{F4DB1FBF-64BE-AA18-AFA8-5C244830EE2A}"/>
          </ac:spMkLst>
        </pc:spChg>
        <pc:picChg chg="mod">
          <ac:chgData name="Anthony Sebastian Xerri Hawley" userId="79b7d0b5-0742-4a77-b818-949165fafb9c" providerId="ADAL" clId="{0564B858-5026-4537-9AFD-34C08ED5C8C2}" dt="2026-09-09T08:34:14.958" v="2437" actId="554"/>
          <ac:picMkLst>
            <pc:docMk/>
            <pc:sldMk cId="2991031939" sldId="291"/>
            <ac:picMk id="77" creationId="{A198E7F5-DF32-82F7-6715-3F931715A79A}"/>
          </ac:picMkLst>
        </pc:picChg>
        <pc:picChg chg="mod">
          <ac:chgData name="Anthony Sebastian Xerri Hawley" userId="79b7d0b5-0742-4a77-b818-949165fafb9c" providerId="ADAL" clId="{0564B858-5026-4537-9AFD-34C08ED5C8C2}" dt="2026-09-09T08:34:14.958" v="2437" actId="554"/>
          <ac:picMkLst>
            <pc:docMk/>
            <pc:sldMk cId="2991031939" sldId="291"/>
            <ac:picMk id="85" creationId="{9006F479-F226-C474-0704-5289B25834C0}"/>
          </ac:picMkLst>
        </pc:picChg>
        <pc:picChg chg="add mod">
          <ac:chgData name="Anthony Sebastian Xerri Hawley" userId="79b7d0b5-0742-4a77-b818-949165fafb9c" providerId="ADAL" clId="{0564B858-5026-4537-9AFD-34C08ED5C8C2}" dt="2026-09-09T08:34:14.958" v="2437" actId="554"/>
          <ac:picMkLst>
            <pc:docMk/>
            <pc:sldMk cId="2991031939" sldId="291"/>
            <ac:picMk id="91" creationId="{DDC0CF15-05B5-DDEC-99A1-E3D3B66A2D37}"/>
          </ac:picMkLst>
        </pc:picChg>
        <pc:picChg chg="add mod">
          <ac:chgData name="Anthony Sebastian Xerri Hawley" userId="79b7d0b5-0742-4a77-b818-949165fafb9c" providerId="ADAL" clId="{0564B858-5026-4537-9AFD-34C08ED5C8C2}" dt="2026-09-09T08:34:14.958" v="2437" actId="554"/>
          <ac:picMkLst>
            <pc:docMk/>
            <pc:sldMk cId="2991031939" sldId="291"/>
            <ac:picMk id="95" creationId="{95522221-D0B0-13F6-317B-C5029CAC0C7E}"/>
          </ac:picMkLst>
        </pc:picChg>
      </pc:sldChg>
      <pc:sldChg chg="addSp delSp modSp mod">
        <pc:chgData name="Anthony Sebastian Xerri Hawley" userId="79b7d0b5-0742-4a77-b818-949165fafb9c" providerId="ADAL" clId="{0564B858-5026-4537-9AFD-34C08ED5C8C2}" dt="2026-09-09T08:34:05.024" v="2435" actId="554"/>
        <pc:sldMkLst>
          <pc:docMk/>
          <pc:sldMk cId="1227401348" sldId="292"/>
        </pc:sldMkLst>
        <pc:spChg chg="add mod">
          <ac:chgData name="Anthony Sebastian Xerri Hawley" userId="79b7d0b5-0742-4a77-b818-949165fafb9c" providerId="ADAL" clId="{0564B858-5026-4537-9AFD-34C08ED5C8C2}" dt="2026-09-09T08:31:15.073" v="2400" actId="20577"/>
          <ac:spMkLst>
            <pc:docMk/>
            <pc:sldMk cId="1227401348" sldId="292"/>
            <ac:spMk id="124" creationId="{8C3C1A54-6356-C8E6-721D-16179DDA9654}"/>
          </ac:spMkLst>
        </pc:spChg>
        <pc:spChg chg="add mod">
          <ac:chgData name="Anthony Sebastian Xerri Hawley" userId="79b7d0b5-0742-4a77-b818-949165fafb9c" providerId="ADAL" clId="{0564B858-5026-4537-9AFD-34C08ED5C8C2}" dt="2026-09-09T08:31:56.458" v="2406" actId="207"/>
          <ac:spMkLst>
            <pc:docMk/>
            <pc:sldMk cId="1227401348" sldId="292"/>
            <ac:spMk id="126" creationId="{8AF0953E-3F1F-25EB-3D16-064639D779E3}"/>
          </ac:spMkLst>
        </pc:spChg>
        <pc:spChg chg="add mod">
          <ac:chgData name="Anthony Sebastian Xerri Hawley" userId="79b7d0b5-0742-4a77-b818-949165fafb9c" providerId="ADAL" clId="{0564B858-5026-4537-9AFD-34C08ED5C8C2}" dt="2026-09-09T08:30:26.339" v="2387" actId="207"/>
          <ac:spMkLst>
            <pc:docMk/>
            <pc:sldMk cId="1227401348" sldId="292"/>
            <ac:spMk id="128" creationId="{5EFAC773-DB26-3BC8-D7DD-1E85EDA4C9DC}"/>
          </ac:spMkLst>
        </pc:spChg>
        <pc:spChg chg="add mod">
          <ac:chgData name="Anthony Sebastian Xerri Hawley" userId="79b7d0b5-0742-4a77-b818-949165fafb9c" providerId="ADAL" clId="{0564B858-5026-4537-9AFD-34C08ED5C8C2}" dt="2026-09-09T08:31:11.122" v="2397" actId="20577"/>
          <ac:spMkLst>
            <pc:docMk/>
            <pc:sldMk cId="1227401348" sldId="292"/>
            <ac:spMk id="130" creationId="{55690B79-4A4F-48FB-5627-8C893D42CFBB}"/>
          </ac:spMkLst>
        </pc:spChg>
        <pc:spChg chg="add mod">
          <ac:chgData name="Anthony Sebastian Xerri Hawley" userId="79b7d0b5-0742-4a77-b818-949165fafb9c" providerId="ADAL" clId="{0564B858-5026-4537-9AFD-34C08ED5C8C2}" dt="2026-09-09T08:31:47.188" v="2404" actId="207"/>
          <ac:spMkLst>
            <pc:docMk/>
            <pc:sldMk cId="1227401348" sldId="292"/>
            <ac:spMk id="132" creationId="{7D42A4CF-8359-E46A-855A-3C6B467F5A94}"/>
          </ac:spMkLst>
        </pc:spChg>
        <pc:spChg chg="add mod">
          <ac:chgData name="Anthony Sebastian Xerri Hawley" userId="79b7d0b5-0742-4a77-b818-949165fafb9c" providerId="ADAL" clId="{0564B858-5026-4537-9AFD-34C08ED5C8C2}" dt="2026-09-09T08:30:09.851" v="2382" actId="207"/>
          <ac:spMkLst>
            <pc:docMk/>
            <pc:sldMk cId="1227401348" sldId="292"/>
            <ac:spMk id="134" creationId="{ED47B5C8-5D02-0905-219C-CBB9113B0066}"/>
          </ac:spMkLst>
        </pc:spChg>
        <pc:spChg chg="add mod">
          <ac:chgData name="Anthony Sebastian Xerri Hawley" userId="79b7d0b5-0742-4a77-b818-949165fafb9c" providerId="ADAL" clId="{0564B858-5026-4537-9AFD-34C08ED5C8C2}" dt="2026-09-09T08:30:21.678" v="2386" actId="207"/>
          <ac:spMkLst>
            <pc:docMk/>
            <pc:sldMk cId="1227401348" sldId="292"/>
            <ac:spMk id="138" creationId="{EFB74C25-0DC9-E6BE-41B4-6A51BB1B77D4}"/>
          </ac:spMkLst>
        </pc:spChg>
        <pc:spChg chg="mod">
          <ac:chgData name="Anthony Sebastian Xerri Hawley" userId="79b7d0b5-0742-4a77-b818-949165fafb9c" providerId="ADAL" clId="{0564B858-5026-4537-9AFD-34C08ED5C8C2}" dt="2026-09-09T08:30:18.686" v="2385" actId="207"/>
          <ac:spMkLst>
            <pc:docMk/>
            <pc:sldMk cId="1227401348" sldId="292"/>
            <ac:spMk id="140" creationId="{4BE4F80E-C5BB-6206-857B-896847EC983F}"/>
          </ac:spMkLst>
        </pc:spChg>
        <pc:spChg chg="add">
          <ac:chgData name="Anthony Sebastian Xerri Hawley" userId="79b7d0b5-0742-4a77-b818-949165fafb9c" providerId="ADAL" clId="{0564B858-5026-4537-9AFD-34C08ED5C8C2}" dt="2026-09-09T08:29:45.679" v="2376" actId="22"/>
          <ac:spMkLst>
            <pc:docMk/>
            <pc:sldMk cId="1227401348" sldId="292"/>
            <ac:spMk id="142" creationId="{C5D2CBA7-F2BF-ED72-8106-0E3756F0DBD3}"/>
          </ac:spMkLst>
        </pc:spChg>
        <pc:spChg chg="add">
          <ac:chgData name="Anthony Sebastian Xerri Hawley" userId="79b7d0b5-0742-4a77-b818-949165fafb9c" providerId="ADAL" clId="{0564B858-5026-4537-9AFD-34C08ED5C8C2}" dt="2026-09-09T08:29:45.679" v="2376" actId="22"/>
          <ac:spMkLst>
            <pc:docMk/>
            <pc:sldMk cId="1227401348" sldId="292"/>
            <ac:spMk id="146" creationId="{812BBFEB-EE28-08A3-8FFA-37595458C2BE}"/>
          </ac:spMkLst>
        </pc:spChg>
        <pc:spChg chg="add mod">
          <ac:chgData name="Anthony Sebastian Xerri Hawley" userId="79b7d0b5-0742-4a77-b818-949165fafb9c" providerId="ADAL" clId="{0564B858-5026-4537-9AFD-34C08ED5C8C2}" dt="2026-09-09T08:31:40.645" v="2403" actId="207"/>
          <ac:spMkLst>
            <pc:docMk/>
            <pc:sldMk cId="1227401348" sldId="292"/>
            <ac:spMk id="148" creationId="{349E6C6F-AC1D-ED5C-F23C-27920900F5ED}"/>
          </ac:spMkLst>
        </pc:spChg>
        <pc:picChg chg="mod">
          <ac:chgData name="Anthony Sebastian Xerri Hawley" userId="79b7d0b5-0742-4a77-b818-949165fafb9c" providerId="ADAL" clId="{0564B858-5026-4537-9AFD-34C08ED5C8C2}" dt="2026-09-09T08:34:05.024" v="2435" actId="554"/>
          <ac:picMkLst>
            <pc:docMk/>
            <pc:sldMk cId="1227401348" sldId="292"/>
            <ac:picMk id="144" creationId="{7B470C54-B4AF-B26B-36EE-2907D62AEB40}"/>
          </ac:picMkLst>
        </pc:picChg>
        <pc:picChg chg="mod">
          <ac:chgData name="Anthony Sebastian Xerri Hawley" userId="79b7d0b5-0742-4a77-b818-949165fafb9c" providerId="ADAL" clId="{0564B858-5026-4537-9AFD-34C08ED5C8C2}" dt="2026-09-09T08:34:05.024" v="2435" actId="554"/>
          <ac:picMkLst>
            <pc:docMk/>
            <pc:sldMk cId="1227401348" sldId="292"/>
            <ac:picMk id="152" creationId="{556418BE-4651-DECA-D2E5-E02916A8F590}"/>
          </ac:picMkLst>
        </pc:picChg>
        <pc:picChg chg="add mod">
          <ac:chgData name="Anthony Sebastian Xerri Hawley" userId="79b7d0b5-0742-4a77-b818-949165fafb9c" providerId="ADAL" clId="{0564B858-5026-4537-9AFD-34C08ED5C8C2}" dt="2026-09-09T08:34:05.024" v="2435" actId="554"/>
          <ac:picMkLst>
            <pc:docMk/>
            <pc:sldMk cId="1227401348" sldId="292"/>
            <ac:picMk id="156" creationId="{FC57FD82-B9DE-44F0-59CB-9C118E7A4405}"/>
          </ac:picMkLst>
        </pc:picChg>
        <pc:picChg chg="add mod">
          <ac:chgData name="Anthony Sebastian Xerri Hawley" userId="79b7d0b5-0742-4a77-b818-949165fafb9c" providerId="ADAL" clId="{0564B858-5026-4537-9AFD-34C08ED5C8C2}" dt="2026-09-09T08:34:05.024" v="2435" actId="554"/>
          <ac:picMkLst>
            <pc:docMk/>
            <pc:sldMk cId="1227401348" sldId="292"/>
            <ac:picMk id="158" creationId="{327E7826-097B-C0EA-775B-1B0425B09C70}"/>
          </ac:picMkLst>
        </pc:picChg>
      </pc:sldChg>
      <pc:sldChg chg="addSp delSp modSp mod ord">
        <pc:chgData name="Anthony Sebastian Xerri Hawley" userId="79b7d0b5-0742-4a77-b818-949165fafb9c" providerId="ADAL" clId="{0564B858-5026-4537-9AFD-34C08ED5C8C2}" dt="2026-09-09T09:08:36.764" v="2620" actId="13926"/>
        <pc:sldMkLst>
          <pc:docMk/>
          <pc:sldMk cId="322406290" sldId="293"/>
        </pc:sldMkLst>
        <pc:spChg chg="mod">
          <ac:chgData name="Anthony Sebastian Xerri Hawley" userId="79b7d0b5-0742-4a77-b818-949165fafb9c" providerId="ADAL" clId="{0564B858-5026-4537-9AFD-34C08ED5C8C2}" dt="2026-09-08T10:03:52.359" v="638" actId="20577"/>
          <ac:spMkLst>
            <pc:docMk/>
            <pc:sldMk cId="322406290" sldId="293"/>
            <ac:spMk id="14" creationId="{DC9F5E6D-1B33-4611-F18B-BEB79D4A1766}"/>
          </ac:spMkLst>
        </pc:spChg>
        <pc:spChg chg="mod">
          <ac:chgData name="Anthony Sebastian Xerri Hawley" userId="79b7d0b5-0742-4a77-b818-949165fafb9c" providerId="ADAL" clId="{0564B858-5026-4537-9AFD-34C08ED5C8C2}" dt="2026-09-09T09:08:36.764" v="2620" actId="13926"/>
          <ac:spMkLst>
            <pc:docMk/>
            <pc:sldMk cId="322406290" sldId="293"/>
            <ac:spMk id="15" creationId="{93A5E726-1412-08DE-C902-DAA69ACE9BC8}"/>
          </ac:spMkLst>
        </pc:spChg>
        <pc:spChg chg="add mod ord">
          <ac:chgData name="Anthony Sebastian Xerri Hawley" userId="79b7d0b5-0742-4a77-b818-949165fafb9c" providerId="ADAL" clId="{0564B858-5026-4537-9AFD-34C08ED5C8C2}" dt="2026-09-09T09:08:09.270" v="2582"/>
          <ac:spMkLst>
            <pc:docMk/>
            <pc:sldMk cId="322406290" sldId="293"/>
            <ac:spMk id="16" creationId="{28E1A810-2800-76A3-C816-3CBEFC61E605}"/>
          </ac:spMkLst>
        </pc:spChg>
        <pc:grpChg chg="add mod">
          <ac:chgData name="Anthony Sebastian Xerri Hawley" userId="79b7d0b5-0742-4a77-b818-949165fafb9c" providerId="ADAL" clId="{0564B858-5026-4537-9AFD-34C08ED5C8C2}" dt="2026-09-09T09:08:09.270" v="2582"/>
          <ac:grpSpMkLst>
            <pc:docMk/>
            <pc:sldMk cId="322406290" sldId="293"/>
            <ac:grpSpMk id="17" creationId="{5DF00862-A500-0361-D9FD-0A53B1CC27EF}"/>
          </ac:grpSpMkLst>
        </pc:grpChg>
        <pc:picChg chg="add mod">
          <ac:chgData name="Anthony Sebastian Xerri Hawley" userId="79b7d0b5-0742-4a77-b818-949165fafb9c" providerId="ADAL" clId="{0564B858-5026-4537-9AFD-34C08ED5C8C2}" dt="2026-09-08T10:03:47.414" v="620" actId="1076"/>
          <ac:picMkLst>
            <pc:docMk/>
            <pc:sldMk cId="322406290" sldId="293"/>
            <ac:picMk id="7" creationId="{98393429-2E7D-2824-A363-C7A59DFACB62}"/>
          </ac:picMkLst>
        </pc:picChg>
        <pc:picChg chg="add mod">
          <ac:chgData name="Anthony Sebastian Xerri Hawley" userId="79b7d0b5-0742-4a77-b818-949165fafb9c" providerId="ADAL" clId="{0564B858-5026-4537-9AFD-34C08ED5C8C2}" dt="2026-09-08T10:06:08.330" v="684" actId="1076"/>
          <ac:picMkLst>
            <pc:docMk/>
            <pc:sldMk cId="322406290" sldId="293"/>
            <ac:picMk id="10" creationId="{F06978A8-ECC4-1A64-BC40-7AD19309D37E}"/>
          </ac:picMkLst>
        </pc:picChg>
      </pc:sldChg>
      <pc:sldChg chg="addSp delSp modSp mod ord">
        <pc:chgData name="Anthony Sebastian Xerri Hawley" userId="79b7d0b5-0742-4a77-b818-949165fafb9c" providerId="ADAL" clId="{0564B858-5026-4537-9AFD-34C08ED5C8C2}" dt="2026-09-09T09:07:52.160" v="2581" actId="20577"/>
        <pc:sldMkLst>
          <pc:docMk/>
          <pc:sldMk cId="3950070585" sldId="294"/>
        </pc:sldMkLst>
        <pc:spChg chg="mod">
          <ac:chgData name="Anthony Sebastian Xerri Hawley" userId="79b7d0b5-0742-4a77-b818-949165fafb9c" providerId="ADAL" clId="{0564B858-5026-4537-9AFD-34C08ED5C8C2}" dt="2026-09-08T10:05:03.849" v="667" actId="20577"/>
          <ac:spMkLst>
            <pc:docMk/>
            <pc:sldMk cId="3950070585" sldId="294"/>
            <ac:spMk id="14" creationId="{9869C606-C62B-4334-D1F4-9281F6B87B33}"/>
          </ac:spMkLst>
        </pc:spChg>
        <pc:spChg chg="add del mod ord topLvl">
          <ac:chgData name="Anthony Sebastian Xerri Hawley" userId="79b7d0b5-0742-4a77-b818-949165fafb9c" providerId="ADAL" clId="{0564B858-5026-4537-9AFD-34C08ED5C8C2}" dt="2026-09-09T09:06:59.520" v="2533"/>
          <ac:spMkLst>
            <pc:docMk/>
            <pc:sldMk cId="3950070585" sldId="294"/>
            <ac:spMk id="16" creationId="{52E7B4D6-D340-55BB-6E39-CAC408A453FA}"/>
          </ac:spMkLst>
        </pc:spChg>
        <pc:spChg chg="mod topLvl">
          <ac:chgData name="Anthony Sebastian Xerri Hawley" userId="79b7d0b5-0742-4a77-b818-949165fafb9c" providerId="ADAL" clId="{0564B858-5026-4537-9AFD-34C08ED5C8C2}" dt="2026-09-09T09:07:52.160" v="2581" actId="20577"/>
          <ac:spMkLst>
            <pc:docMk/>
            <pc:sldMk cId="3950070585" sldId="294"/>
            <ac:spMk id="19" creationId="{E0B3BBAE-8D95-FA70-C5EB-4AC025D464C1}"/>
          </ac:spMkLst>
        </pc:spChg>
        <pc:grpChg chg="add del mod">
          <ac:chgData name="Anthony Sebastian Xerri Hawley" userId="79b7d0b5-0742-4a77-b818-949165fafb9c" providerId="ADAL" clId="{0564B858-5026-4537-9AFD-34C08ED5C8C2}" dt="2026-09-09T09:06:59.520" v="2533"/>
          <ac:grpSpMkLst>
            <pc:docMk/>
            <pc:sldMk cId="3950070585" sldId="294"/>
            <ac:grpSpMk id="18" creationId="{9B991E98-A67C-C833-65B5-0B6FA11E7DC3}"/>
          </ac:grpSpMkLst>
        </pc:grpChg>
        <pc:picChg chg="add mod">
          <ac:chgData name="Anthony Sebastian Xerri Hawley" userId="79b7d0b5-0742-4a77-b818-949165fafb9c" providerId="ADAL" clId="{0564B858-5026-4537-9AFD-34C08ED5C8C2}" dt="2026-09-08T10:04:59.150" v="649" actId="1076"/>
          <ac:picMkLst>
            <pc:docMk/>
            <pc:sldMk cId="3950070585" sldId="294"/>
            <ac:picMk id="6" creationId="{71D4ACD5-09C4-A54D-82EA-6B9A00451A13}"/>
          </ac:picMkLst>
        </pc:picChg>
        <pc:picChg chg="add del mod">
          <ac:chgData name="Anthony Sebastian Xerri Hawley" userId="79b7d0b5-0742-4a77-b818-949165fafb9c" providerId="ADAL" clId="{0564B858-5026-4537-9AFD-34C08ED5C8C2}" dt="2026-09-08T11:12:41.789" v="1237" actId="208"/>
          <ac:picMkLst>
            <pc:docMk/>
            <pc:sldMk cId="3950070585" sldId="294"/>
            <ac:picMk id="13" creationId="{33638339-979D-F098-C055-81361A6477E8}"/>
          </ac:picMkLst>
        </pc:picChg>
      </pc:sldChg>
      <pc:sldChg chg="addSp delSp modSp mod">
        <pc:chgData name="Anthony Sebastian Xerri Hawley" userId="79b7d0b5-0742-4a77-b818-949165fafb9c" providerId="ADAL" clId="{0564B858-5026-4537-9AFD-34C08ED5C8C2}" dt="2026-09-09T08:33:43.660" v="2433" actId="207"/>
        <pc:sldMkLst>
          <pc:docMk/>
          <pc:sldMk cId="3789711990" sldId="295"/>
        </pc:sldMkLst>
        <pc:spChg chg="add">
          <ac:chgData name="Anthony Sebastian Xerri Hawley" userId="79b7d0b5-0742-4a77-b818-949165fafb9c" providerId="ADAL" clId="{0564B858-5026-4537-9AFD-34C08ED5C8C2}" dt="2026-09-09T08:32:31.845" v="2414" actId="22"/>
          <ac:spMkLst>
            <pc:docMk/>
            <pc:sldMk cId="3789711990" sldId="295"/>
            <ac:spMk id="7" creationId="{D3D1701A-C14B-6FE8-ECCA-C7202EFD71D0}"/>
          </ac:spMkLst>
        </pc:spChg>
        <pc:spChg chg="add">
          <ac:chgData name="Anthony Sebastian Xerri Hawley" userId="79b7d0b5-0742-4a77-b818-949165fafb9c" providerId="ADAL" clId="{0564B858-5026-4537-9AFD-34C08ED5C8C2}" dt="2026-09-09T08:32:31.845" v="2414" actId="22"/>
          <ac:spMkLst>
            <pc:docMk/>
            <pc:sldMk cId="3789711990" sldId="295"/>
            <ac:spMk id="10" creationId="{79DAB299-5F5A-4179-9EEA-4F2A94C1F352}"/>
          </ac:spMkLst>
        </pc:spChg>
        <pc:spChg chg="add">
          <ac:chgData name="Anthony Sebastian Xerri Hawley" userId="79b7d0b5-0742-4a77-b818-949165fafb9c" providerId="ADAL" clId="{0564B858-5026-4537-9AFD-34C08ED5C8C2}" dt="2026-09-09T08:32:31.845" v="2414" actId="22"/>
          <ac:spMkLst>
            <pc:docMk/>
            <pc:sldMk cId="3789711990" sldId="295"/>
            <ac:spMk id="13" creationId="{DC0AD080-17E4-D26B-A301-DC96608CB5E5}"/>
          </ac:spMkLst>
        </pc:spChg>
        <pc:spChg chg="add">
          <ac:chgData name="Anthony Sebastian Xerri Hawley" userId="79b7d0b5-0742-4a77-b818-949165fafb9c" providerId="ADAL" clId="{0564B858-5026-4537-9AFD-34C08ED5C8C2}" dt="2026-09-09T08:32:31.845" v="2414" actId="22"/>
          <ac:spMkLst>
            <pc:docMk/>
            <pc:sldMk cId="3789711990" sldId="295"/>
            <ac:spMk id="16" creationId="{01D38EB7-CC25-4424-2873-F2876EDEB7E0}"/>
          </ac:spMkLst>
        </pc:spChg>
        <pc:spChg chg="add">
          <ac:chgData name="Anthony Sebastian Xerri Hawley" userId="79b7d0b5-0742-4a77-b818-949165fafb9c" providerId="ADAL" clId="{0564B858-5026-4537-9AFD-34C08ED5C8C2}" dt="2026-09-09T08:32:31.845" v="2414" actId="22"/>
          <ac:spMkLst>
            <pc:docMk/>
            <pc:sldMk cId="3789711990" sldId="295"/>
            <ac:spMk id="19" creationId="{345F5A12-90ED-65C2-BF76-19D4C52C2EDA}"/>
          </ac:spMkLst>
        </pc:spChg>
        <pc:spChg chg="add mod">
          <ac:chgData name="Anthony Sebastian Xerri Hawley" userId="79b7d0b5-0742-4a77-b818-949165fafb9c" providerId="ADAL" clId="{0564B858-5026-4537-9AFD-34C08ED5C8C2}" dt="2026-09-09T08:32:57.780" v="2422" actId="207"/>
          <ac:spMkLst>
            <pc:docMk/>
            <pc:sldMk cId="3789711990" sldId="295"/>
            <ac:spMk id="26" creationId="{C04AD5EA-9074-1A78-31E8-F740BA5B5379}"/>
          </ac:spMkLst>
        </pc:spChg>
        <pc:spChg chg="add mod">
          <ac:chgData name="Anthony Sebastian Xerri Hawley" userId="79b7d0b5-0742-4a77-b818-949165fafb9c" providerId="ADAL" clId="{0564B858-5026-4537-9AFD-34C08ED5C8C2}" dt="2026-09-09T08:32:46.140" v="2418" actId="20577"/>
          <ac:spMkLst>
            <pc:docMk/>
            <pc:sldMk cId="3789711990" sldId="295"/>
            <ac:spMk id="29" creationId="{779EDB29-287E-278C-AF9E-44B4FBE4B6DC}"/>
          </ac:spMkLst>
        </pc:spChg>
        <pc:spChg chg="add mod">
          <ac:chgData name="Anthony Sebastian Xerri Hawley" userId="79b7d0b5-0742-4a77-b818-949165fafb9c" providerId="ADAL" clId="{0564B858-5026-4537-9AFD-34C08ED5C8C2}" dt="2026-09-09T08:32:38.495" v="2415" actId="207"/>
          <ac:spMkLst>
            <pc:docMk/>
            <pc:sldMk cId="3789711990" sldId="295"/>
            <ac:spMk id="32" creationId="{414F8887-1711-2744-8D15-E8831EA28348}"/>
          </ac:spMkLst>
        </pc:spChg>
        <pc:spChg chg="mod">
          <ac:chgData name="Anthony Sebastian Xerri Hawley" userId="79b7d0b5-0742-4a77-b818-949165fafb9c" providerId="ADAL" clId="{0564B858-5026-4537-9AFD-34C08ED5C8C2}" dt="2026-09-09T08:33:43.660" v="2433" actId="207"/>
          <ac:spMkLst>
            <pc:docMk/>
            <pc:sldMk cId="3789711990" sldId="295"/>
            <ac:spMk id="35" creationId="{B895A98A-628D-B97B-A707-F08CE2C48E65}"/>
          </ac:spMkLst>
        </pc:spChg>
        <pc:spChg chg="add mod">
          <ac:chgData name="Anthony Sebastian Xerri Hawley" userId="79b7d0b5-0742-4a77-b818-949165fafb9c" providerId="ADAL" clId="{0564B858-5026-4537-9AFD-34C08ED5C8C2}" dt="2026-09-09T08:33:39.196" v="2431" actId="207"/>
          <ac:spMkLst>
            <pc:docMk/>
            <pc:sldMk cId="3789711990" sldId="295"/>
            <ac:spMk id="42" creationId="{19D7856A-2396-D28D-DA4D-E23BCF8B99D5}"/>
          </ac:spMkLst>
        </pc:spChg>
        <pc:spChg chg="add mod">
          <ac:chgData name="Anthony Sebastian Xerri Hawley" userId="79b7d0b5-0742-4a77-b818-949165fafb9c" providerId="ADAL" clId="{0564B858-5026-4537-9AFD-34C08ED5C8C2}" dt="2026-09-09T08:33:41.085" v="2432" actId="207"/>
          <ac:spMkLst>
            <pc:docMk/>
            <pc:sldMk cId="3789711990" sldId="295"/>
            <ac:spMk id="45" creationId="{95478951-75B9-818E-F966-C4744EF9903E}"/>
          </ac:spMkLst>
        </pc:spChg>
        <pc:picChg chg="mod">
          <ac:chgData name="Anthony Sebastian Xerri Hawley" userId="79b7d0b5-0742-4a77-b818-949165fafb9c" providerId="ADAL" clId="{0564B858-5026-4537-9AFD-34C08ED5C8C2}" dt="2026-09-09T08:33:10.808" v="2425" actId="12789"/>
          <ac:picMkLst>
            <pc:docMk/>
            <pc:sldMk cId="3789711990" sldId="295"/>
            <ac:picMk id="48" creationId="{F543F9C2-D8EB-F3AE-84B0-8F435D6BA2B6}"/>
          </ac:picMkLst>
        </pc:picChg>
        <pc:picChg chg="mod">
          <ac:chgData name="Anthony Sebastian Xerri Hawley" userId="79b7d0b5-0742-4a77-b818-949165fafb9c" providerId="ADAL" clId="{0564B858-5026-4537-9AFD-34C08ED5C8C2}" dt="2026-09-09T08:33:10.808" v="2425" actId="12789"/>
          <ac:picMkLst>
            <pc:docMk/>
            <pc:sldMk cId="3789711990" sldId="295"/>
            <ac:picMk id="53" creationId="{9305234B-91D5-D80C-361A-E840EF6EB27F}"/>
          </ac:picMkLst>
        </pc:picChg>
        <pc:picChg chg="add mod">
          <ac:chgData name="Anthony Sebastian Xerri Hawley" userId="79b7d0b5-0742-4a77-b818-949165fafb9c" providerId="ADAL" clId="{0564B858-5026-4537-9AFD-34C08ED5C8C2}" dt="2026-09-09T08:33:10.808" v="2425" actId="12789"/>
          <ac:picMkLst>
            <pc:docMk/>
            <pc:sldMk cId="3789711990" sldId="295"/>
            <ac:picMk id="56" creationId="{7F9FB89C-8397-0B71-BFC7-5E2FCC2D60C8}"/>
          </ac:picMkLst>
        </pc:picChg>
        <pc:picChg chg="add mod">
          <ac:chgData name="Anthony Sebastian Xerri Hawley" userId="79b7d0b5-0742-4a77-b818-949165fafb9c" providerId="ADAL" clId="{0564B858-5026-4537-9AFD-34C08ED5C8C2}" dt="2026-09-09T08:33:20.474" v="2428" actId="1076"/>
          <ac:picMkLst>
            <pc:docMk/>
            <pc:sldMk cId="3789711990" sldId="295"/>
            <ac:picMk id="58" creationId="{110CF342-9508-C398-3E20-EE028173633A}"/>
          </ac:picMkLst>
        </pc:picChg>
      </pc:sldChg>
      <pc:sldChg chg="addSp delSp modSp mod">
        <pc:chgData name="Anthony Sebastian Xerri Hawley" userId="79b7d0b5-0742-4a77-b818-949165fafb9c" providerId="ADAL" clId="{0564B858-5026-4537-9AFD-34C08ED5C8C2}" dt="2026-09-09T07:40:51.227" v="2070" actId="1582"/>
        <pc:sldMkLst>
          <pc:docMk/>
          <pc:sldMk cId="4045286360" sldId="298"/>
        </pc:sldMkLst>
        <pc:spChg chg="mod">
          <ac:chgData name="Anthony Sebastian Xerri Hawley" userId="79b7d0b5-0742-4a77-b818-949165fafb9c" providerId="ADAL" clId="{0564B858-5026-4537-9AFD-34C08ED5C8C2}" dt="2026-09-09T07:35:14.325" v="1979"/>
          <ac:spMkLst>
            <pc:docMk/>
            <pc:sldMk cId="4045286360" sldId="298"/>
            <ac:spMk id="2" creationId="{5D29D3DA-BA24-EA58-498C-998051C3E8C9}"/>
          </ac:spMkLst>
        </pc:spChg>
        <pc:spChg chg="mod">
          <ac:chgData name="Anthony Sebastian Xerri Hawley" userId="79b7d0b5-0742-4a77-b818-949165fafb9c" providerId="ADAL" clId="{0564B858-5026-4537-9AFD-34C08ED5C8C2}" dt="2026-09-09T07:35:32.031" v="1986"/>
          <ac:spMkLst>
            <pc:docMk/>
            <pc:sldMk cId="4045286360" sldId="298"/>
            <ac:spMk id="13" creationId="{FBC2630F-1C60-75E7-0F17-4E9E9E188E0E}"/>
          </ac:spMkLst>
        </pc:spChg>
        <pc:spChg chg="add">
          <ac:chgData name="Anthony Sebastian Xerri Hawley" userId="79b7d0b5-0742-4a77-b818-949165fafb9c" providerId="ADAL" clId="{0564B858-5026-4537-9AFD-34C08ED5C8C2}" dt="2026-09-09T07:35:47.078" v="1988" actId="22"/>
          <ac:spMkLst>
            <pc:docMk/>
            <pc:sldMk cId="4045286360" sldId="298"/>
            <ac:spMk id="18" creationId="{38600E8B-8578-EB83-1152-F714F4DCB42B}"/>
          </ac:spMkLst>
        </pc:spChg>
        <pc:spChg chg="add">
          <ac:chgData name="Anthony Sebastian Xerri Hawley" userId="79b7d0b5-0742-4a77-b818-949165fafb9c" providerId="ADAL" clId="{0564B858-5026-4537-9AFD-34C08ED5C8C2}" dt="2026-09-09T07:35:47.078" v="1988" actId="22"/>
          <ac:spMkLst>
            <pc:docMk/>
            <pc:sldMk cId="4045286360" sldId="298"/>
            <ac:spMk id="20" creationId="{617ACD0A-8A53-0D5D-DA2A-092C6FA6C45B}"/>
          </ac:spMkLst>
        </pc:spChg>
        <pc:spChg chg="add">
          <ac:chgData name="Anthony Sebastian Xerri Hawley" userId="79b7d0b5-0742-4a77-b818-949165fafb9c" providerId="ADAL" clId="{0564B858-5026-4537-9AFD-34C08ED5C8C2}" dt="2026-09-09T07:35:47.078" v="1988" actId="22"/>
          <ac:spMkLst>
            <pc:docMk/>
            <pc:sldMk cId="4045286360" sldId="298"/>
            <ac:spMk id="22" creationId="{461497C1-ABB8-A3B8-A6E4-46B6FC310A12}"/>
          </ac:spMkLst>
        </pc:spChg>
        <pc:spChg chg="add">
          <ac:chgData name="Anthony Sebastian Xerri Hawley" userId="79b7d0b5-0742-4a77-b818-949165fafb9c" providerId="ADAL" clId="{0564B858-5026-4537-9AFD-34C08ED5C8C2}" dt="2026-09-09T07:35:47.078" v="1988" actId="22"/>
          <ac:spMkLst>
            <pc:docMk/>
            <pc:sldMk cId="4045286360" sldId="298"/>
            <ac:spMk id="24" creationId="{ACC61F71-BC50-9315-2769-317B46343ED0}"/>
          </ac:spMkLst>
        </pc:spChg>
        <pc:spChg chg="add mod">
          <ac:chgData name="Anthony Sebastian Xerri Hawley" userId="79b7d0b5-0742-4a77-b818-949165fafb9c" providerId="ADAL" clId="{0564B858-5026-4537-9AFD-34C08ED5C8C2}" dt="2026-09-09T07:37:03.531" v="2010" actId="20577"/>
          <ac:spMkLst>
            <pc:docMk/>
            <pc:sldMk cId="4045286360" sldId="298"/>
            <ac:spMk id="26" creationId="{2610D8B7-05E8-E2AE-6D90-8C874F96287F}"/>
          </ac:spMkLst>
        </pc:spChg>
        <pc:spChg chg="add mod">
          <ac:chgData name="Anthony Sebastian Xerri Hawley" userId="79b7d0b5-0742-4a77-b818-949165fafb9c" providerId="ADAL" clId="{0564B858-5026-4537-9AFD-34C08ED5C8C2}" dt="2026-09-09T07:40:51.227" v="2070" actId="1582"/>
          <ac:spMkLst>
            <pc:docMk/>
            <pc:sldMk cId="4045286360" sldId="298"/>
            <ac:spMk id="30" creationId="{9B06EA00-15BB-12A0-853F-BF848A2CEEF1}"/>
          </ac:spMkLst>
        </pc:spChg>
        <pc:picChg chg="add mod">
          <ac:chgData name="Anthony Sebastian Xerri Hawley" userId="79b7d0b5-0742-4a77-b818-949165fafb9c" providerId="ADAL" clId="{0564B858-5026-4537-9AFD-34C08ED5C8C2}" dt="2026-09-09T07:37:34.589" v="2013" actId="1076"/>
          <ac:picMkLst>
            <pc:docMk/>
            <pc:sldMk cId="4045286360" sldId="298"/>
            <ac:picMk id="28" creationId="{270A0422-C94B-72E6-E74A-F3E644F29F30}"/>
          </ac:picMkLst>
        </pc:picChg>
      </pc:sldChg>
      <pc:sldChg chg="addSp delSp modSp mod">
        <pc:chgData name="Anthony Sebastian Xerri Hawley" userId="79b7d0b5-0742-4a77-b818-949165fafb9c" providerId="ADAL" clId="{0564B858-5026-4537-9AFD-34C08ED5C8C2}" dt="2026-09-09T07:41:06.917" v="2077" actId="14100"/>
        <pc:sldMkLst>
          <pc:docMk/>
          <pc:sldMk cId="3764317147" sldId="299"/>
        </pc:sldMkLst>
        <pc:spChg chg="mod">
          <ac:chgData name="Anthony Sebastian Xerri Hawley" userId="79b7d0b5-0742-4a77-b818-949165fafb9c" providerId="ADAL" clId="{0564B858-5026-4537-9AFD-34C08ED5C8C2}" dt="2026-09-09T07:39:11.687" v="2042"/>
          <ac:spMkLst>
            <pc:docMk/>
            <pc:sldMk cId="3764317147" sldId="299"/>
            <ac:spMk id="2" creationId="{0D90DCEE-99A5-C1C9-8034-4863966E8F4E}"/>
          </ac:spMkLst>
        </pc:spChg>
        <pc:spChg chg="add del">
          <ac:chgData name="Anthony Sebastian Xerri Hawley" userId="79b7d0b5-0742-4a77-b818-949165fafb9c" providerId="ADAL" clId="{0564B858-5026-4537-9AFD-34C08ED5C8C2}" dt="2026-09-09T07:39:37.822" v="2049" actId="478"/>
          <ac:spMkLst>
            <pc:docMk/>
            <pc:sldMk cId="3764317147" sldId="299"/>
            <ac:spMk id="9" creationId="{7FD9977C-3F01-EFCA-6918-B9EA5BEB30F4}"/>
          </ac:spMkLst>
        </pc:spChg>
        <pc:spChg chg="add del">
          <ac:chgData name="Anthony Sebastian Xerri Hawley" userId="79b7d0b5-0742-4a77-b818-949165fafb9c" providerId="ADAL" clId="{0564B858-5026-4537-9AFD-34C08ED5C8C2}" dt="2026-09-09T07:39:37.822" v="2049" actId="478"/>
          <ac:spMkLst>
            <pc:docMk/>
            <pc:sldMk cId="3764317147" sldId="299"/>
            <ac:spMk id="11" creationId="{95707D93-3256-D0E5-8A63-2F45E93FD926}"/>
          </ac:spMkLst>
        </pc:spChg>
        <pc:spChg chg="mod">
          <ac:chgData name="Anthony Sebastian Xerri Hawley" userId="79b7d0b5-0742-4a77-b818-949165fafb9c" providerId="ADAL" clId="{0564B858-5026-4537-9AFD-34C08ED5C8C2}" dt="2026-09-09T07:39:17.716" v="2045"/>
          <ac:spMkLst>
            <pc:docMk/>
            <pc:sldMk cId="3764317147" sldId="299"/>
            <ac:spMk id="13" creationId="{3FA48034-3714-8C26-5624-D58C8CC38E09}"/>
          </ac:spMkLst>
        </pc:spChg>
        <pc:spChg chg="add del">
          <ac:chgData name="Anthony Sebastian Xerri Hawley" userId="79b7d0b5-0742-4a77-b818-949165fafb9c" providerId="ADAL" clId="{0564B858-5026-4537-9AFD-34C08ED5C8C2}" dt="2026-09-09T07:39:37.822" v="2049" actId="478"/>
          <ac:spMkLst>
            <pc:docMk/>
            <pc:sldMk cId="3764317147" sldId="299"/>
            <ac:spMk id="14" creationId="{54AA6F4E-235C-358A-A0D6-4E70AC6D4B67}"/>
          </ac:spMkLst>
        </pc:spChg>
        <pc:spChg chg="add del">
          <ac:chgData name="Anthony Sebastian Xerri Hawley" userId="79b7d0b5-0742-4a77-b818-949165fafb9c" providerId="ADAL" clId="{0564B858-5026-4537-9AFD-34C08ED5C8C2}" dt="2026-09-09T07:39:37.822" v="2049" actId="478"/>
          <ac:spMkLst>
            <pc:docMk/>
            <pc:sldMk cId="3764317147" sldId="299"/>
            <ac:spMk id="16" creationId="{BC68F5B3-A05F-619B-19ED-969FDC73FD37}"/>
          </ac:spMkLst>
        </pc:spChg>
        <pc:spChg chg="add mod">
          <ac:chgData name="Anthony Sebastian Xerri Hawley" userId="79b7d0b5-0742-4a77-b818-949165fafb9c" providerId="ADAL" clId="{0564B858-5026-4537-9AFD-34C08ED5C8C2}" dt="2026-09-09T07:40:01.186" v="2057"/>
          <ac:spMkLst>
            <pc:docMk/>
            <pc:sldMk cId="3764317147" sldId="299"/>
            <ac:spMk id="26" creationId="{EBB7E182-7FAC-42D8-4CD1-08DF9970A2F4}"/>
          </ac:spMkLst>
        </pc:spChg>
        <pc:spChg chg="add mod">
          <ac:chgData name="Anthony Sebastian Xerri Hawley" userId="79b7d0b5-0742-4a77-b818-949165fafb9c" providerId="ADAL" clId="{0564B858-5026-4537-9AFD-34C08ED5C8C2}" dt="2026-09-09T07:41:06.917" v="2077" actId="14100"/>
          <ac:spMkLst>
            <pc:docMk/>
            <pc:sldMk cId="3764317147" sldId="299"/>
            <ac:spMk id="32" creationId="{846FE88F-20F8-20F3-CD9E-60C3C6D2A4B6}"/>
          </ac:spMkLst>
        </pc:spChg>
        <pc:picChg chg="add mod">
          <ac:chgData name="Anthony Sebastian Xerri Hawley" userId="79b7d0b5-0742-4a77-b818-949165fafb9c" providerId="ADAL" clId="{0564B858-5026-4537-9AFD-34C08ED5C8C2}" dt="2026-09-09T07:40:58.568" v="2073" actId="1076"/>
          <ac:picMkLst>
            <pc:docMk/>
            <pc:sldMk cId="3764317147" sldId="299"/>
            <ac:picMk id="30" creationId="{2A30285D-CD71-408D-3C2B-97ED3F3502F5}"/>
          </ac:picMkLst>
        </pc:picChg>
      </pc:sldChg>
      <pc:sldChg chg="addSp delSp modSp mod">
        <pc:chgData name="Anthony Sebastian Xerri Hawley" userId="79b7d0b5-0742-4a77-b818-949165fafb9c" providerId="ADAL" clId="{0564B858-5026-4537-9AFD-34C08ED5C8C2}" dt="2026-09-09T07:59:11.358" v="2188" actId="14100"/>
        <pc:sldMkLst>
          <pc:docMk/>
          <pc:sldMk cId="2875555504" sldId="300"/>
        </pc:sldMkLst>
        <pc:spChg chg="mod">
          <ac:chgData name="Anthony Sebastian Xerri Hawley" userId="79b7d0b5-0742-4a77-b818-949165fafb9c" providerId="ADAL" clId="{0564B858-5026-4537-9AFD-34C08ED5C8C2}" dt="2026-09-09T07:56:37.183" v="2160"/>
          <ac:spMkLst>
            <pc:docMk/>
            <pc:sldMk cId="2875555504" sldId="300"/>
            <ac:spMk id="2" creationId="{89F9FFD9-57F8-E962-E5BF-B08D2E6A0B98}"/>
          </ac:spMkLst>
        </pc:spChg>
        <pc:spChg chg="add">
          <ac:chgData name="Anthony Sebastian Xerri Hawley" userId="79b7d0b5-0742-4a77-b818-949165fafb9c" providerId="ADAL" clId="{0564B858-5026-4537-9AFD-34C08ED5C8C2}" dt="2026-09-09T07:56:58.643" v="2165" actId="22"/>
          <ac:spMkLst>
            <pc:docMk/>
            <pc:sldMk cId="2875555504" sldId="300"/>
            <ac:spMk id="6" creationId="{6845AAE2-4396-7C9C-9464-D7521BE32F24}"/>
          </ac:spMkLst>
        </pc:spChg>
        <pc:spChg chg="add">
          <ac:chgData name="Anthony Sebastian Xerri Hawley" userId="79b7d0b5-0742-4a77-b818-949165fafb9c" providerId="ADAL" clId="{0564B858-5026-4537-9AFD-34C08ED5C8C2}" dt="2026-09-09T07:56:58.643" v="2165" actId="22"/>
          <ac:spMkLst>
            <pc:docMk/>
            <pc:sldMk cId="2875555504" sldId="300"/>
            <ac:spMk id="8" creationId="{5C7DCFC6-41D8-5F01-9D9E-BF8A9769D5D4}"/>
          </ac:spMkLst>
        </pc:spChg>
        <pc:spChg chg="add">
          <ac:chgData name="Anthony Sebastian Xerri Hawley" userId="79b7d0b5-0742-4a77-b818-949165fafb9c" providerId="ADAL" clId="{0564B858-5026-4537-9AFD-34C08ED5C8C2}" dt="2026-09-09T07:56:58.643" v="2165" actId="22"/>
          <ac:spMkLst>
            <pc:docMk/>
            <pc:sldMk cId="2875555504" sldId="300"/>
            <ac:spMk id="10" creationId="{08ECC3D1-E592-EA8E-F937-5687811D12E8}"/>
          </ac:spMkLst>
        </pc:spChg>
        <pc:spChg chg="mod">
          <ac:chgData name="Anthony Sebastian Xerri Hawley" userId="79b7d0b5-0742-4a77-b818-949165fafb9c" providerId="ADAL" clId="{0564B858-5026-4537-9AFD-34C08ED5C8C2}" dt="2026-09-09T07:56:42.954" v="2163"/>
          <ac:spMkLst>
            <pc:docMk/>
            <pc:sldMk cId="2875555504" sldId="300"/>
            <ac:spMk id="11" creationId="{AF771B03-C226-2500-23B7-95AF21963C65}"/>
          </ac:spMkLst>
        </pc:spChg>
        <pc:spChg chg="add">
          <ac:chgData name="Anthony Sebastian Xerri Hawley" userId="79b7d0b5-0742-4a77-b818-949165fafb9c" providerId="ADAL" clId="{0564B858-5026-4537-9AFD-34C08ED5C8C2}" dt="2026-09-09T07:56:58.643" v="2165" actId="22"/>
          <ac:spMkLst>
            <pc:docMk/>
            <pc:sldMk cId="2875555504" sldId="300"/>
            <ac:spMk id="14" creationId="{F361DDC4-021E-FD8C-8B46-CA582EC1F938}"/>
          </ac:spMkLst>
        </pc:spChg>
        <pc:spChg chg="add mod">
          <ac:chgData name="Anthony Sebastian Xerri Hawley" userId="79b7d0b5-0742-4a77-b818-949165fafb9c" providerId="ADAL" clId="{0564B858-5026-4537-9AFD-34C08ED5C8C2}" dt="2026-09-09T07:57:12.215" v="2169" actId="14100"/>
          <ac:spMkLst>
            <pc:docMk/>
            <pc:sldMk cId="2875555504" sldId="300"/>
            <ac:spMk id="18" creationId="{7226B93B-B661-3E26-4F8F-20E7B5C16486}"/>
          </ac:spMkLst>
        </pc:spChg>
        <pc:spChg chg="add mod">
          <ac:chgData name="Anthony Sebastian Xerri Hawley" userId="79b7d0b5-0742-4a77-b818-949165fafb9c" providerId="ADAL" clId="{0564B858-5026-4537-9AFD-34C08ED5C8C2}" dt="2026-09-09T07:59:11.358" v="2188" actId="14100"/>
          <ac:spMkLst>
            <pc:docMk/>
            <pc:sldMk cId="2875555504" sldId="300"/>
            <ac:spMk id="26" creationId="{5E318DA3-9DD5-A57C-6B2D-382F898E5FD5}"/>
          </ac:spMkLst>
        </pc:spChg>
        <pc:picChg chg="add mod modCrop">
          <ac:chgData name="Anthony Sebastian Xerri Hawley" userId="79b7d0b5-0742-4a77-b818-949165fafb9c" providerId="ADAL" clId="{0564B858-5026-4537-9AFD-34C08ED5C8C2}" dt="2026-09-09T07:58:26.714" v="2180" actId="1076"/>
          <ac:picMkLst>
            <pc:docMk/>
            <pc:sldMk cId="2875555504" sldId="300"/>
            <ac:picMk id="21" creationId="{97C52ECD-17CA-A527-B50D-D3624D526EA4}"/>
          </ac:picMkLst>
        </pc:picChg>
        <pc:picChg chg="add mod">
          <ac:chgData name="Anthony Sebastian Xerri Hawley" userId="79b7d0b5-0742-4a77-b818-949165fafb9c" providerId="ADAL" clId="{0564B858-5026-4537-9AFD-34C08ED5C8C2}" dt="2026-09-09T07:58:46.480" v="2183" actId="1076"/>
          <ac:picMkLst>
            <pc:docMk/>
            <pc:sldMk cId="2875555504" sldId="300"/>
            <ac:picMk id="24" creationId="{101875D3-958F-97E2-A050-EC08F30BADA5}"/>
          </ac:picMkLst>
        </pc:picChg>
      </pc:sldChg>
      <pc:sldChg chg="addSp delSp modSp mod">
        <pc:chgData name="Anthony Sebastian Xerri Hawley" userId="79b7d0b5-0742-4a77-b818-949165fafb9c" providerId="ADAL" clId="{0564B858-5026-4537-9AFD-34C08ED5C8C2}" dt="2026-09-09T08:05:16.953" v="2248" actId="14100"/>
        <pc:sldMkLst>
          <pc:docMk/>
          <pc:sldMk cId="3394465261" sldId="301"/>
        </pc:sldMkLst>
        <pc:spChg chg="mod">
          <ac:chgData name="Anthony Sebastian Xerri Hawley" userId="79b7d0b5-0742-4a77-b818-949165fafb9c" providerId="ADAL" clId="{0564B858-5026-4537-9AFD-34C08ED5C8C2}" dt="2026-09-09T08:02:48.113" v="2220"/>
          <ac:spMkLst>
            <pc:docMk/>
            <pc:sldMk cId="3394465261" sldId="301"/>
            <ac:spMk id="2" creationId="{942F8389-A391-696F-9A81-F20E479150F6}"/>
          </ac:spMkLst>
        </pc:spChg>
        <pc:spChg chg="add">
          <ac:chgData name="Anthony Sebastian Xerri Hawley" userId="79b7d0b5-0742-4a77-b818-949165fafb9c" providerId="ADAL" clId="{0564B858-5026-4537-9AFD-34C08ED5C8C2}" dt="2026-09-09T08:03:01.951" v="2225" actId="22"/>
          <ac:spMkLst>
            <pc:docMk/>
            <pc:sldMk cId="3394465261" sldId="301"/>
            <ac:spMk id="6" creationId="{18DF2F4E-100B-B739-9A6E-FC17E55E0678}"/>
          </ac:spMkLst>
        </pc:spChg>
        <pc:spChg chg="add">
          <ac:chgData name="Anthony Sebastian Xerri Hawley" userId="79b7d0b5-0742-4a77-b818-949165fafb9c" providerId="ADAL" clId="{0564B858-5026-4537-9AFD-34C08ED5C8C2}" dt="2026-09-09T08:03:01.951" v="2225" actId="22"/>
          <ac:spMkLst>
            <pc:docMk/>
            <pc:sldMk cId="3394465261" sldId="301"/>
            <ac:spMk id="8" creationId="{8EDCA2FF-49EF-6894-F41A-4DE921539B53}"/>
          </ac:spMkLst>
        </pc:spChg>
        <pc:spChg chg="add">
          <ac:chgData name="Anthony Sebastian Xerri Hawley" userId="79b7d0b5-0742-4a77-b818-949165fafb9c" providerId="ADAL" clId="{0564B858-5026-4537-9AFD-34C08ED5C8C2}" dt="2026-09-09T08:03:01.951" v="2225" actId="22"/>
          <ac:spMkLst>
            <pc:docMk/>
            <pc:sldMk cId="3394465261" sldId="301"/>
            <ac:spMk id="10" creationId="{8AB969E1-06C9-216A-E02D-39F706B50425}"/>
          </ac:spMkLst>
        </pc:spChg>
        <pc:spChg chg="mod">
          <ac:chgData name="Anthony Sebastian Xerri Hawley" userId="79b7d0b5-0742-4a77-b818-949165fafb9c" providerId="ADAL" clId="{0564B858-5026-4537-9AFD-34C08ED5C8C2}" dt="2026-09-09T08:02:53.700" v="2223"/>
          <ac:spMkLst>
            <pc:docMk/>
            <pc:sldMk cId="3394465261" sldId="301"/>
            <ac:spMk id="13" creationId="{D3C2CAB2-6E21-075B-A779-2C74BE13035C}"/>
          </ac:spMkLst>
        </pc:spChg>
        <pc:spChg chg="add">
          <ac:chgData name="Anthony Sebastian Xerri Hawley" userId="79b7d0b5-0742-4a77-b818-949165fafb9c" providerId="ADAL" clId="{0564B858-5026-4537-9AFD-34C08ED5C8C2}" dt="2026-09-09T08:03:01.951" v="2225" actId="22"/>
          <ac:spMkLst>
            <pc:docMk/>
            <pc:sldMk cId="3394465261" sldId="301"/>
            <ac:spMk id="14" creationId="{2027C346-17CA-BAD2-6BAC-21334251F4F5}"/>
          </ac:spMkLst>
        </pc:spChg>
        <pc:spChg chg="add mod">
          <ac:chgData name="Anthony Sebastian Xerri Hawley" userId="79b7d0b5-0742-4a77-b818-949165fafb9c" providerId="ADAL" clId="{0564B858-5026-4537-9AFD-34C08ED5C8C2}" dt="2026-09-09T08:03:10.531" v="2227"/>
          <ac:spMkLst>
            <pc:docMk/>
            <pc:sldMk cId="3394465261" sldId="301"/>
            <ac:spMk id="18" creationId="{88DD0D81-FEFB-8F78-11C2-59C3AE69D42E}"/>
          </ac:spMkLst>
        </pc:spChg>
        <pc:spChg chg="add mod">
          <ac:chgData name="Anthony Sebastian Xerri Hawley" userId="79b7d0b5-0742-4a77-b818-949165fafb9c" providerId="ADAL" clId="{0564B858-5026-4537-9AFD-34C08ED5C8C2}" dt="2026-09-09T08:05:00.156" v="2245" actId="1582"/>
          <ac:spMkLst>
            <pc:docMk/>
            <pc:sldMk cId="3394465261" sldId="301"/>
            <ac:spMk id="26" creationId="{A8487C09-D8FE-8E5D-5C65-10B45995EA8C}"/>
          </ac:spMkLst>
        </pc:spChg>
        <pc:picChg chg="add mod">
          <ac:chgData name="Anthony Sebastian Xerri Hawley" userId="79b7d0b5-0742-4a77-b818-949165fafb9c" providerId="ADAL" clId="{0564B858-5026-4537-9AFD-34C08ED5C8C2}" dt="2026-09-09T08:04:42.778" v="2241" actId="1076"/>
          <ac:picMkLst>
            <pc:docMk/>
            <pc:sldMk cId="3394465261" sldId="301"/>
            <ac:picMk id="22" creationId="{8D66D4B4-4DBA-1DA9-6F43-8196B746053B}"/>
          </ac:picMkLst>
        </pc:picChg>
        <pc:picChg chg="add mod">
          <ac:chgData name="Anthony Sebastian Xerri Hawley" userId="79b7d0b5-0742-4a77-b818-949165fafb9c" providerId="ADAL" clId="{0564B858-5026-4537-9AFD-34C08ED5C8C2}" dt="2026-09-09T08:04:29.636" v="2237" actId="208"/>
          <ac:picMkLst>
            <pc:docMk/>
            <pc:sldMk cId="3394465261" sldId="301"/>
            <ac:picMk id="24" creationId="{A0A8D577-EA18-E14F-8AE6-00D55C5B0EC8}"/>
          </ac:picMkLst>
        </pc:picChg>
        <pc:cxnChg chg="add mod">
          <ac:chgData name="Anthony Sebastian Xerri Hawley" userId="79b7d0b5-0742-4a77-b818-949165fafb9c" providerId="ADAL" clId="{0564B858-5026-4537-9AFD-34C08ED5C8C2}" dt="2026-09-09T08:05:16.953" v="2248" actId="14100"/>
          <ac:cxnSpMkLst>
            <pc:docMk/>
            <pc:sldMk cId="3394465261" sldId="301"/>
            <ac:cxnSpMk id="28" creationId="{AAF44AC0-9030-2FC6-199B-AD08D5D1E3A1}"/>
          </ac:cxnSpMkLst>
        </pc:cxnChg>
      </pc:sldChg>
      <pc:sldChg chg="addSp delSp modSp mod">
        <pc:chgData name="Anthony Sebastian Xerri Hawley" userId="79b7d0b5-0742-4a77-b818-949165fafb9c" providerId="ADAL" clId="{0564B858-5026-4537-9AFD-34C08ED5C8C2}" dt="2026-09-09T08:14:29.290" v="2334" actId="1076"/>
        <pc:sldMkLst>
          <pc:docMk/>
          <pc:sldMk cId="3709059809" sldId="302"/>
        </pc:sldMkLst>
        <pc:spChg chg="mod">
          <ac:chgData name="Anthony Sebastian Xerri Hawley" userId="79b7d0b5-0742-4a77-b818-949165fafb9c" providerId="ADAL" clId="{0564B858-5026-4537-9AFD-34C08ED5C8C2}" dt="2026-09-09T08:10:55.589" v="2302"/>
          <ac:spMkLst>
            <pc:docMk/>
            <pc:sldMk cId="3709059809" sldId="302"/>
            <ac:spMk id="2" creationId="{B3002739-CBFB-94A4-7A5D-E8A9AE664D8D}"/>
          </ac:spMkLst>
        </pc:spChg>
        <pc:spChg chg="add">
          <ac:chgData name="Anthony Sebastian Xerri Hawley" userId="79b7d0b5-0742-4a77-b818-949165fafb9c" providerId="ADAL" clId="{0564B858-5026-4537-9AFD-34C08ED5C8C2}" dt="2026-09-09T08:11:07.879" v="2307" actId="22"/>
          <ac:spMkLst>
            <pc:docMk/>
            <pc:sldMk cId="3709059809" sldId="302"/>
            <ac:spMk id="6" creationId="{299C5B22-BE51-96AB-9803-B9AB771B4C1C}"/>
          </ac:spMkLst>
        </pc:spChg>
        <pc:spChg chg="add">
          <ac:chgData name="Anthony Sebastian Xerri Hawley" userId="79b7d0b5-0742-4a77-b818-949165fafb9c" providerId="ADAL" clId="{0564B858-5026-4537-9AFD-34C08ED5C8C2}" dt="2026-09-09T08:11:07.879" v="2307" actId="22"/>
          <ac:spMkLst>
            <pc:docMk/>
            <pc:sldMk cId="3709059809" sldId="302"/>
            <ac:spMk id="8" creationId="{EEB7DDF6-9426-406A-703C-84CB65AA5B7D}"/>
          </ac:spMkLst>
        </pc:spChg>
        <pc:spChg chg="add">
          <ac:chgData name="Anthony Sebastian Xerri Hawley" userId="79b7d0b5-0742-4a77-b818-949165fafb9c" providerId="ADAL" clId="{0564B858-5026-4537-9AFD-34C08ED5C8C2}" dt="2026-09-09T08:11:07.879" v="2307" actId="22"/>
          <ac:spMkLst>
            <pc:docMk/>
            <pc:sldMk cId="3709059809" sldId="302"/>
            <ac:spMk id="10" creationId="{B70122BF-CCAB-7BCA-D902-45C118EB0FBB}"/>
          </ac:spMkLst>
        </pc:spChg>
        <pc:spChg chg="mod">
          <ac:chgData name="Anthony Sebastian Xerri Hawley" userId="79b7d0b5-0742-4a77-b818-949165fafb9c" providerId="ADAL" clId="{0564B858-5026-4537-9AFD-34C08ED5C8C2}" dt="2026-09-09T08:13:43.482" v="2327" actId="20577"/>
          <ac:spMkLst>
            <pc:docMk/>
            <pc:sldMk cId="3709059809" sldId="302"/>
            <ac:spMk id="11" creationId="{A6592914-5DD5-A85A-48DA-F30889BE42D9}"/>
          </ac:spMkLst>
        </pc:spChg>
        <pc:spChg chg="add">
          <ac:chgData name="Anthony Sebastian Xerri Hawley" userId="79b7d0b5-0742-4a77-b818-949165fafb9c" providerId="ADAL" clId="{0564B858-5026-4537-9AFD-34C08ED5C8C2}" dt="2026-09-09T08:11:07.879" v="2307" actId="22"/>
          <ac:spMkLst>
            <pc:docMk/>
            <pc:sldMk cId="3709059809" sldId="302"/>
            <ac:spMk id="14" creationId="{109A6BDC-BECA-C153-DE81-6BD73A7BEE44}"/>
          </ac:spMkLst>
        </pc:spChg>
        <pc:spChg chg="add mod">
          <ac:chgData name="Anthony Sebastian Xerri Hawley" userId="79b7d0b5-0742-4a77-b818-949165fafb9c" providerId="ADAL" clId="{0564B858-5026-4537-9AFD-34C08ED5C8C2}" dt="2026-09-09T08:11:20.104" v="2310" actId="14100"/>
          <ac:spMkLst>
            <pc:docMk/>
            <pc:sldMk cId="3709059809" sldId="302"/>
            <ac:spMk id="18" creationId="{6E4A15F3-BB92-811F-131B-6F81DAA6123E}"/>
          </ac:spMkLst>
        </pc:spChg>
        <pc:picChg chg="add mod">
          <ac:chgData name="Anthony Sebastian Xerri Hawley" userId="79b7d0b5-0742-4a77-b818-949165fafb9c" providerId="ADAL" clId="{0564B858-5026-4537-9AFD-34C08ED5C8C2}" dt="2026-09-09T08:14:29.290" v="2334" actId="1076"/>
          <ac:picMkLst>
            <pc:docMk/>
            <pc:sldMk cId="3709059809" sldId="302"/>
            <ac:picMk id="26" creationId="{613B4B2A-ECF1-7A32-8EFB-D7B296501DFE}"/>
          </ac:picMkLst>
        </pc:picChg>
      </pc:sldChg>
      <pc:sldChg chg="addSp delSp modSp new mod">
        <pc:chgData name="Anthony Sebastian Xerri Hawley" userId="79b7d0b5-0742-4a77-b818-949165fafb9c" providerId="ADAL" clId="{0564B858-5026-4537-9AFD-34C08ED5C8C2}" dt="2026-09-09T08:34:49.280" v="2441" actId="1582"/>
        <pc:sldMkLst>
          <pc:docMk/>
          <pc:sldMk cId="3892678284" sldId="304"/>
        </pc:sldMkLst>
        <pc:spChg chg="mod">
          <ac:chgData name="Anthony Sebastian Xerri Hawley" userId="79b7d0b5-0742-4a77-b818-949165fafb9c" providerId="ADAL" clId="{0564B858-5026-4537-9AFD-34C08ED5C8C2}" dt="2026-09-08T09:58:45.099" v="566" actId="2711"/>
          <ac:spMkLst>
            <pc:docMk/>
            <pc:sldMk cId="3892678284" sldId="304"/>
            <ac:spMk id="4" creationId="{60C03BD8-8BAC-316C-3EA8-EC4BF04A5B1A}"/>
          </ac:spMkLst>
        </pc:spChg>
        <pc:spChg chg="mod">
          <ac:chgData name="Anthony Sebastian Xerri Hawley" userId="79b7d0b5-0742-4a77-b818-949165fafb9c" providerId="ADAL" clId="{0564B858-5026-4537-9AFD-34C08ED5C8C2}" dt="2026-09-08T09:58:45.099" v="566" actId="2711"/>
          <ac:spMkLst>
            <pc:docMk/>
            <pc:sldMk cId="3892678284" sldId="304"/>
            <ac:spMk id="5" creationId="{EF7033A5-D142-1557-A9C7-315D1FBCD4C3}"/>
          </ac:spMkLst>
        </pc:spChg>
        <pc:spChg chg="add mod ord">
          <ac:chgData name="Anthony Sebastian Xerri Hawley" userId="79b7d0b5-0742-4a77-b818-949165fafb9c" providerId="ADAL" clId="{0564B858-5026-4537-9AFD-34C08ED5C8C2}" dt="2026-09-08T09:58:45.099" v="566" actId="2711"/>
          <ac:spMkLst>
            <pc:docMk/>
            <pc:sldMk cId="3892678284" sldId="304"/>
            <ac:spMk id="9" creationId="{D646F984-D675-5DE0-F6A8-584A87386AA5}"/>
          </ac:spMkLst>
        </pc:spChg>
        <pc:spChg chg="add mod ord">
          <ac:chgData name="Anthony Sebastian Xerri Hawley" userId="79b7d0b5-0742-4a77-b818-949165fafb9c" providerId="ADAL" clId="{0564B858-5026-4537-9AFD-34C08ED5C8C2}" dt="2026-09-08T09:58:45.099" v="566" actId="2711"/>
          <ac:spMkLst>
            <pc:docMk/>
            <pc:sldMk cId="3892678284" sldId="304"/>
            <ac:spMk id="11" creationId="{E411A089-A730-FB9C-AC0E-FA19213AE741}"/>
          </ac:spMkLst>
        </pc:spChg>
        <pc:spChg chg="add mod ord">
          <ac:chgData name="Anthony Sebastian Xerri Hawley" userId="79b7d0b5-0742-4a77-b818-949165fafb9c" providerId="ADAL" clId="{0564B858-5026-4537-9AFD-34C08ED5C8C2}" dt="2026-09-08T09:58:58.164" v="568" actId="113"/>
          <ac:spMkLst>
            <pc:docMk/>
            <pc:sldMk cId="3892678284" sldId="304"/>
            <ac:spMk id="20" creationId="{26D8D892-5FDA-AEA6-BDD5-8C3EFB451C76}"/>
          </ac:spMkLst>
        </pc:spChg>
        <pc:spChg chg="add mod ord">
          <ac:chgData name="Anthony Sebastian Xerri Hawley" userId="79b7d0b5-0742-4a77-b818-949165fafb9c" providerId="ADAL" clId="{0564B858-5026-4537-9AFD-34C08ED5C8C2}" dt="2026-09-08T09:58:45.099" v="566" actId="2711"/>
          <ac:spMkLst>
            <pc:docMk/>
            <pc:sldMk cId="3892678284" sldId="304"/>
            <ac:spMk id="22" creationId="{2061A03C-566E-E8BD-A1FC-967DD94AEEB0}"/>
          </ac:spMkLst>
        </pc:spChg>
        <pc:spChg chg="add mod ord">
          <ac:chgData name="Anthony Sebastian Xerri Hawley" userId="79b7d0b5-0742-4a77-b818-949165fafb9c" providerId="ADAL" clId="{0564B858-5026-4537-9AFD-34C08ED5C8C2}" dt="2026-09-08T09:58:45.099" v="566" actId="2711"/>
          <ac:spMkLst>
            <pc:docMk/>
            <pc:sldMk cId="3892678284" sldId="304"/>
            <ac:spMk id="24" creationId="{CB8C7EA7-A4D2-7B6B-3576-5D4E9233385B}"/>
          </ac:spMkLst>
        </pc:spChg>
        <pc:spChg chg="add mod ord">
          <ac:chgData name="Anthony Sebastian Xerri Hawley" userId="79b7d0b5-0742-4a77-b818-949165fafb9c" providerId="ADAL" clId="{0564B858-5026-4537-9AFD-34C08ED5C8C2}" dt="2026-09-08T09:52:13.263" v="431" actId="166"/>
          <ac:spMkLst>
            <pc:docMk/>
            <pc:sldMk cId="3892678284" sldId="304"/>
            <ac:spMk id="43" creationId="{88EFC0D9-F68E-5796-F561-493E0A6165D9}"/>
          </ac:spMkLst>
        </pc:spChg>
        <pc:spChg chg="add mod ord">
          <ac:chgData name="Anthony Sebastian Xerri Hawley" userId="79b7d0b5-0742-4a77-b818-949165fafb9c" providerId="ADAL" clId="{0564B858-5026-4537-9AFD-34C08ED5C8C2}" dt="2026-09-08T09:58:45.099" v="566" actId="2711"/>
          <ac:spMkLst>
            <pc:docMk/>
            <pc:sldMk cId="3892678284" sldId="304"/>
            <ac:spMk id="45" creationId="{B6C116FB-55E4-734A-9382-C471C543743D}"/>
          </ac:spMkLst>
        </pc:spChg>
        <pc:spChg chg="add mod ord">
          <ac:chgData name="Anthony Sebastian Xerri Hawley" userId="79b7d0b5-0742-4a77-b818-949165fafb9c" providerId="ADAL" clId="{0564B858-5026-4537-9AFD-34C08ED5C8C2}" dt="2026-09-08T09:59:02.755" v="570" actId="20577"/>
          <ac:spMkLst>
            <pc:docMk/>
            <pc:sldMk cId="3892678284" sldId="304"/>
            <ac:spMk id="53" creationId="{0D73C9D6-9241-EA0D-910F-15911B55EDE5}"/>
          </ac:spMkLst>
        </pc:spChg>
        <pc:spChg chg="add mod ord">
          <ac:chgData name="Anthony Sebastian Xerri Hawley" userId="79b7d0b5-0742-4a77-b818-949165fafb9c" providerId="ADAL" clId="{0564B858-5026-4537-9AFD-34C08ED5C8C2}" dt="2026-09-08T09:58:45.099" v="566" actId="2711"/>
          <ac:spMkLst>
            <pc:docMk/>
            <pc:sldMk cId="3892678284" sldId="304"/>
            <ac:spMk id="55" creationId="{F5D0FB4A-50FC-EA68-F0CE-F76BDEBEECF6}"/>
          </ac:spMkLst>
        </pc:spChg>
        <pc:spChg chg="add mod ord">
          <ac:chgData name="Anthony Sebastian Xerri Hawley" userId="79b7d0b5-0742-4a77-b818-949165fafb9c" providerId="ADAL" clId="{0564B858-5026-4537-9AFD-34C08ED5C8C2}" dt="2026-09-09T08:34:49.280" v="2441" actId="1582"/>
          <ac:spMkLst>
            <pc:docMk/>
            <pc:sldMk cId="3892678284" sldId="304"/>
            <ac:spMk id="60" creationId="{D3A95E31-CC1E-3F4D-128A-40B7C7CA039B}"/>
          </ac:spMkLst>
        </pc:spChg>
        <pc:grpChg chg="add mod">
          <ac:chgData name="Anthony Sebastian Xerri Hawley" userId="79b7d0b5-0742-4a77-b818-949165fafb9c" providerId="ADAL" clId="{0564B858-5026-4537-9AFD-34C08ED5C8C2}" dt="2026-09-08T09:51:06.442" v="424" actId="14100"/>
          <ac:grpSpMkLst>
            <pc:docMk/>
            <pc:sldMk cId="3892678284" sldId="304"/>
            <ac:grpSpMk id="39" creationId="{7B391556-AE0E-9594-A761-B3597D576117}"/>
          </ac:grpSpMkLst>
        </pc:grpChg>
        <pc:picChg chg="add mod ord">
          <ac:chgData name="Anthony Sebastian Xerri Hawley" userId="79b7d0b5-0742-4a77-b818-949165fafb9c" providerId="ADAL" clId="{0564B858-5026-4537-9AFD-34C08ED5C8C2}" dt="2026-09-08T09:52:13.263" v="431" actId="166"/>
          <ac:picMkLst>
            <pc:docMk/>
            <pc:sldMk cId="3892678284" sldId="304"/>
            <ac:picMk id="15" creationId="{096D11AB-3119-ABDD-3207-645045BCCBD2}"/>
          </ac:picMkLst>
        </pc:picChg>
        <pc:picChg chg="add mod">
          <ac:chgData name="Anthony Sebastian Xerri Hawley" userId="79b7d0b5-0742-4a77-b818-949165fafb9c" providerId="ADAL" clId="{0564B858-5026-4537-9AFD-34C08ED5C8C2}" dt="2026-09-08T09:42:39.918" v="351" actId="164"/>
          <ac:picMkLst>
            <pc:docMk/>
            <pc:sldMk cId="3892678284" sldId="304"/>
            <ac:picMk id="19" creationId="{EAA86780-FEC9-3399-0227-FFF55E087C45}"/>
          </ac:picMkLst>
        </pc:picChg>
        <pc:picChg chg="add mod">
          <ac:chgData name="Anthony Sebastian Xerri Hawley" userId="79b7d0b5-0742-4a77-b818-949165fafb9c" providerId="ADAL" clId="{0564B858-5026-4537-9AFD-34C08ED5C8C2}" dt="2026-09-08T09:42:39.918" v="351" actId="164"/>
          <ac:picMkLst>
            <pc:docMk/>
            <pc:sldMk cId="3892678284" sldId="304"/>
            <ac:picMk id="26" creationId="{CC2A9B61-A707-6A94-D231-11944F374244}"/>
          </ac:picMkLst>
        </pc:picChg>
        <pc:picChg chg="add mod">
          <ac:chgData name="Anthony Sebastian Xerri Hawley" userId="79b7d0b5-0742-4a77-b818-949165fafb9c" providerId="ADAL" clId="{0564B858-5026-4537-9AFD-34C08ED5C8C2}" dt="2026-09-08T09:42:39.918" v="351" actId="164"/>
          <ac:picMkLst>
            <pc:docMk/>
            <pc:sldMk cId="3892678284" sldId="304"/>
            <ac:picMk id="28" creationId="{9BEB4BE5-C3A6-7AD5-FFE0-B88A4AA764C8}"/>
          </ac:picMkLst>
        </pc:picChg>
        <pc:picChg chg="add mod">
          <ac:chgData name="Anthony Sebastian Xerri Hawley" userId="79b7d0b5-0742-4a77-b818-949165fafb9c" providerId="ADAL" clId="{0564B858-5026-4537-9AFD-34C08ED5C8C2}" dt="2026-09-08T09:42:39.918" v="351" actId="164"/>
          <ac:picMkLst>
            <pc:docMk/>
            <pc:sldMk cId="3892678284" sldId="304"/>
            <ac:picMk id="34" creationId="{F69F3EB2-BA04-27C2-0038-D0DE4BE66648}"/>
          </ac:picMkLst>
        </pc:picChg>
        <pc:picChg chg="add mod">
          <ac:chgData name="Anthony Sebastian Xerri Hawley" userId="79b7d0b5-0742-4a77-b818-949165fafb9c" providerId="ADAL" clId="{0564B858-5026-4537-9AFD-34C08ED5C8C2}" dt="2026-09-08T09:42:39.918" v="351" actId="164"/>
          <ac:picMkLst>
            <pc:docMk/>
            <pc:sldMk cId="3892678284" sldId="304"/>
            <ac:picMk id="36" creationId="{D13ADCB0-908F-3EF4-B498-2A8CDF788EE4}"/>
          </ac:picMkLst>
        </pc:picChg>
        <pc:picChg chg="add mod">
          <ac:chgData name="Anthony Sebastian Xerri Hawley" userId="79b7d0b5-0742-4a77-b818-949165fafb9c" providerId="ADAL" clId="{0564B858-5026-4537-9AFD-34C08ED5C8C2}" dt="2026-09-08T09:42:39.918" v="351" actId="164"/>
          <ac:picMkLst>
            <pc:docMk/>
            <pc:sldMk cId="3892678284" sldId="304"/>
            <ac:picMk id="38" creationId="{497C0E27-585A-591F-0F94-0EB62EFE0A0B}"/>
          </ac:picMkLst>
        </pc:picChg>
        <pc:picChg chg="add mod ord">
          <ac:chgData name="Anthony Sebastian Xerri Hawley" userId="79b7d0b5-0742-4a77-b818-949165fafb9c" providerId="ADAL" clId="{0564B858-5026-4537-9AFD-34C08ED5C8C2}" dt="2026-09-08T09:52:13.263" v="431" actId="166"/>
          <ac:picMkLst>
            <pc:docMk/>
            <pc:sldMk cId="3892678284" sldId="304"/>
            <ac:picMk id="51" creationId="{72558E40-E079-1BB8-AF64-110813254D10}"/>
          </ac:picMkLst>
        </pc:picChg>
        <pc:picChg chg="add mod">
          <ac:chgData name="Anthony Sebastian Xerri Hawley" userId="79b7d0b5-0742-4a77-b818-949165fafb9c" providerId="ADAL" clId="{0564B858-5026-4537-9AFD-34C08ED5C8C2}" dt="2026-09-09T06:45:53.741" v="1822" actId="14100"/>
          <ac:picMkLst>
            <pc:docMk/>
            <pc:sldMk cId="3892678284" sldId="304"/>
            <ac:picMk id="59" creationId="{06A14D7F-67CF-CE9A-9C97-488E67028EA0}"/>
          </ac:picMkLst>
        </pc:picChg>
      </pc:sldChg>
      <pc:sldChg chg="addSp delSp modSp add mod ord">
        <pc:chgData name="Anthony Sebastian Xerri Hawley" userId="79b7d0b5-0742-4a77-b818-949165fafb9c" providerId="ADAL" clId="{0564B858-5026-4537-9AFD-34C08ED5C8C2}" dt="2026-09-09T09:01:49.181" v="2499" actId="1076"/>
        <pc:sldMkLst>
          <pc:docMk/>
          <pc:sldMk cId="4158668941" sldId="305"/>
        </pc:sldMkLst>
        <pc:spChg chg="add del">
          <ac:chgData name="Anthony Sebastian Xerri Hawley" userId="79b7d0b5-0742-4a77-b818-949165fafb9c" providerId="ADAL" clId="{0564B858-5026-4537-9AFD-34C08ED5C8C2}" dt="2026-09-09T09:01:13.367" v="2487" actId="478"/>
          <ac:spMkLst>
            <pc:docMk/>
            <pc:sldMk cId="4158668941" sldId="305"/>
            <ac:spMk id="4" creationId="{444BA5E3-6386-93B8-267C-A9394D6CE7C7}"/>
          </ac:spMkLst>
        </pc:spChg>
        <pc:spChg chg="mod">
          <ac:chgData name="Anthony Sebastian Xerri Hawley" userId="79b7d0b5-0742-4a77-b818-949165fafb9c" providerId="ADAL" clId="{0564B858-5026-4537-9AFD-34C08ED5C8C2}" dt="2026-09-09T06:47:19.754" v="1831" actId="1076"/>
          <ac:spMkLst>
            <pc:docMk/>
            <pc:sldMk cId="4158668941" sldId="305"/>
            <ac:spMk id="14" creationId="{7180E49A-AAF5-141B-E174-BD96C3E4C623}"/>
          </ac:spMkLst>
        </pc:spChg>
        <pc:spChg chg="mod">
          <ac:chgData name="Anthony Sebastian Xerri Hawley" userId="79b7d0b5-0742-4a77-b818-949165fafb9c" providerId="ADAL" clId="{0564B858-5026-4537-9AFD-34C08ED5C8C2}" dt="2026-09-09T08:59:45.273" v="2466"/>
          <ac:spMkLst>
            <pc:docMk/>
            <pc:sldMk cId="4158668941" sldId="305"/>
            <ac:spMk id="29" creationId="{85DAD679-F9EB-DF51-2AB1-FE8F878C95FD}"/>
          </ac:spMkLst>
        </pc:spChg>
        <pc:spChg chg="mod">
          <ac:chgData name="Anthony Sebastian Xerri Hawley" userId="79b7d0b5-0742-4a77-b818-949165fafb9c" providerId="ADAL" clId="{0564B858-5026-4537-9AFD-34C08ED5C8C2}" dt="2026-09-09T09:00:58.647" v="2482" actId="20577"/>
          <ac:spMkLst>
            <pc:docMk/>
            <pc:sldMk cId="4158668941" sldId="305"/>
            <ac:spMk id="30" creationId="{5EF459E2-DF7C-26EA-CCAA-FD071A7092E2}"/>
          </ac:spMkLst>
        </pc:spChg>
        <pc:grpChg chg="add mod">
          <ac:chgData name="Anthony Sebastian Xerri Hawley" userId="79b7d0b5-0742-4a77-b818-949165fafb9c" providerId="ADAL" clId="{0564B858-5026-4537-9AFD-34C08ED5C8C2}" dt="2026-09-09T09:00:40.394" v="2480" actId="1076"/>
          <ac:grpSpMkLst>
            <pc:docMk/>
            <pc:sldMk cId="4158668941" sldId="305"/>
            <ac:grpSpMk id="28" creationId="{CB1867AD-4A4B-1994-9F6F-C676488E157F}"/>
          </ac:grpSpMkLst>
        </pc:grpChg>
        <pc:picChg chg="mod">
          <ac:chgData name="Anthony Sebastian Xerri Hawley" userId="79b7d0b5-0742-4a77-b818-949165fafb9c" providerId="ADAL" clId="{0564B858-5026-4537-9AFD-34C08ED5C8C2}" dt="2026-09-09T06:47:17.236" v="1830" actId="1076"/>
          <ac:picMkLst>
            <pc:docMk/>
            <pc:sldMk cId="4158668941" sldId="305"/>
            <ac:picMk id="12" creationId="{B64BDC59-DCA0-2E7D-640F-2DD16DDA6B4F}"/>
          </ac:picMkLst>
        </pc:picChg>
        <pc:picChg chg="add del mod">
          <ac:chgData name="Anthony Sebastian Xerri Hawley" userId="79b7d0b5-0742-4a77-b818-949165fafb9c" providerId="ADAL" clId="{0564B858-5026-4537-9AFD-34C08ED5C8C2}" dt="2026-09-09T09:01:24.932" v="2491" actId="1076"/>
          <ac:picMkLst>
            <pc:docMk/>
            <pc:sldMk cId="4158668941" sldId="305"/>
            <ac:picMk id="13" creationId="{EFC9F02E-029F-9AE6-B44E-318B70A40960}"/>
          </ac:picMkLst>
        </pc:picChg>
        <pc:picChg chg="add del mod">
          <ac:chgData name="Anthony Sebastian Xerri Hawley" userId="79b7d0b5-0742-4a77-b818-949165fafb9c" providerId="ADAL" clId="{0564B858-5026-4537-9AFD-34C08ED5C8C2}" dt="2026-09-09T09:01:45.390" v="2497" actId="1076"/>
          <ac:picMkLst>
            <pc:docMk/>
            <pc:sldMk cId="4158668941" sldId="305"/>
            <ac:picMk id="17" creationId="{C02435C0-A1DB-273C-5132-93C821163AA6}"/>
          </ac:picMkLst>
        </pc:picChg>
        <pc:picChg chg="add del mod">
          <ac:chgData name="Anthony Sebastian Xerri Hawley" userId="79b7d0b5-0742-4a77-b818-949165fafb9c" providerId="ADAL" clId="{0564B858-5026-4537-9AFD-34C08ED5C8C2}" dt="2026-09-09T09:01:43.588" v="2496" actId="1076"/>
          <ac:picMkLst>
            <pc:docMk/>
            <pc:sldMk cId="4158668941" sldId="305"/>
            <ac:picMk id="19" creationId="{F1D71C07-A9B8-14C4-F2CB-54631A91C98B}"/>
          </ac:picMkLst>
        </pc:picChg>
        <pc:picChg chg="add mod">
          <ac:chgData name="Anthony Sebastian Xerri Hawley" userId="79b7d0b5-0742-4a77-b818-949165fafb9c" providerId="ADAL" clId="{0564B858-5026-4537-9AFD-34C08ED5C8C2}" dt="2026-09-09T09:01:40.919" v="2495" actId="1076"/>
          <ac:picMkLst>
            <pc:docMk/>
            <pc:sldMk cId="4158668941" sldId="305"/>
            <ac:picMk id="21" creationId="{A87BDE27-5855-69A1-DCBF-3D3E4F0E7488}"/>
          </ac:picMkLst>
        </pc:picChg>
        <pc:picChg chg="add del mod">
          <ac:chgData name="Anthony Sebastian Xerri Hawley" userId="79b7d0b5-0742-4a77-b818-949165fafb9c" providerId="ADAL" clId="{0564B858-5026-4537-9AFD-34C08ED5C8C2}" dt="2026-09-09T09:01:47.530" v="2498" actId="1076"/>
          <ac:picMkLst>
            <pc:docMk/>
            <pc:sldMk cId="4158668941" sldId="305"/>
            <ac:picMk id="25" creationId="{FDFD9EE2-304A-D636-1185-F8A49783D710}"/>
          </ac:picMkLst>
        </pc:picChg>
        <pc:picChg chg="add del mod">
          <ac:chgData name="Anthony Sebastian Xerri Hawley" userId="79b7d0b5-0742-4a77-b818-949165fafb9c" providerId="ADAL" clId="{0564B858-5026-4537-9AFD-34C08ED5C8C2}" dt="2026-09-09T09:01:49.181" v="2499" actId="1076"/>
          <ac:picMkLst>
            <pc:docMk/>
            <pc:sldMk cId="4158668941" sldId="305"/>
            <ac:picMk id="27" creationId="{5BB03544-477F-4367-3013-540B5118B718}"/>
          </ac:picMkLst>
        </pc:picChg>
      </pc:sldChg>
      <pc:sldChg chg="addSp delSp modSp add mod ord modShow">
        <pc:chgData name="Anthony Sebastian Xerri Hawley" userId="79b7d0b5-0742-4a77-b818-949165fafb9c" providerId="ADAL" clId="{0564B858-5026-4537-9AFD-34C08ED5C8C2}" dt="2026-09-09T08:35:11.270" v="2444"/>
        <pc:sldMkLst>
          <pc:docMk/>
          <pc:sldMk cId="417884237" sldId="306"/>
        </pc:sldMkLst>
        <pc:spChg chg="mod">
          <ac:chgData name="Anthony Sebastian Xerri Hawley" userId="79b7d0b5-0742-4a77-b818-949165fafb9c" providerId="ADAL" clId="{0564B858-5026-4537-9AFD-34C08ED5C8C2}" dt="2026-09-08T10:21:42.227" v="762" actId="14100"/>
          <ac:spMkLst>
            <pc:docMk/>
            <pc:sldMk cId="417884237" sldId="306"/>
            <ac:spMk id="14" creationId="{CE92BAF9-6B77-292F-92A9-245EDCB97F6C}"/>
          </ac:spMkLst>
        </pc:spChg>
        <pc:picChg chg="add mod">
          <ac:chgData name="Anthony Sebastian Xerri Hawley" userId="79b7d0b5-0742-4a77-b818-949165fafb9c" providerId="ADAL" clId="{0564B858-5026-4537-9AFD-34C08ED5C8C2}" dt="2026-09-08T10:21:32.161" v="731" actId="1076"/>
          <ac:picMkLst>
            <pc:docMk/>
            <pc:sldMk cId="417884237" sldId="306"/>
            <ac:picMk id="7" creationId="{2746B262-9C42-D056-21BE-CAEF33299624}"/>
          </ac:picMkLst>
        </pc:picChg>
        <pc:picChg chg="add mod">
          <ac:chgData name="Anthony Sebastian Xerri Hawley" userId="79b7d0b5-0742-4a77-b818-949165fafb9c" providerId="ADAL" clId="{0564B858-5026-4537-9AFD-34C08ED5C8C2}" dt="2026-09-08T10:21:32.161" v="731" actId="1076"/>
          <ac:picMkLst>
            <pc:docMk/>
            <pc:sldMk cId="417884237" sldId="306"/>
            <ac:picMk id="10" creationId="{3DC00454-8D0F-EF40-6F17-B77CB37CE587}"/>
          </ac:picMkLst>
        </pc:picChg>
        <pc:picChg chg="add mod">
          <ac:chgData name="Anthony Sebastian Xerri Hawley" userId="79b7d0b5-0742-4a77-b818-949165fafb9c" providerId="ADAL" clId="{0564B858-5026-4537-9AFD-34C08ED5C8C2}" dt="2026-09-08T10:21:32.161" v="731" actId="1076"/>
          <ac:picMkLst>
            <pc:docMk/>
            <pc:sldMk cId="417884237" sldId="306"/>
            <ac:picMk id="15" creationId="{378505E6-F852-6B15-ABCA-10C557962335}"/>
          </ac:picMkLst>
        </pc:picChg>
      </pc:sldChg>
      <pc:sldChg chg="addSp delSp modSp add mod ord modShow">
        <pc:chgData name="Anthony Sebastian Xerri Hawley" userId="79b7d0b5-0742-4a77-b818-949165fafb9c" providerId="ADAL" clId="{0564B858-5026-4537-9AFD-34C08ED5C8C2}" dt="2026-09-09T08:35:11.270" v="2444"/>
        <pc:sldMkLst>
          <pc:docMk/>
          <pc:sldMk cId="3091654158" sldId="307"/>
        </pc:sldMkLst>
        <pc:spChg chg="mod">
          <ac:chgData name="Anthony Sebastian Xerri Hawley" userId="79b7d0b5-0742-4a77-b818-949165fafb9c" providerId="ADAL" clId="{0564B858-5026-4537-9AFD-34C08ED5C8C2}" dt="2026-09-08T10:22:08.849" v="794" actId="20577"/>
          <ac:spMkLst>
            <pc:docMk/>
            <pc:sldMk cId="3091654158" sldId="307"/>
            <ac:spMk id="14" creationId="{B10F7EA9-951C-E721-FEB3-EB6D8A6E33F7}"/>
          </ac:spMkLst>
        </pc:spChg>
        <pc:picChg chg="add mod">
          <ac:chgData name="Anthony Sebastian Xerri Hawley" userId="79b7d0b5-0742-4a77-b818-949165fafb9c" providerId="ADAL" clId="{0564B858-5026-4537-9AFD-34C08ED5C8C2}" dt="2026-09-08T10:22:57.803" v="808" actId="1076"/>
          <ac:picMkLst>
            <pc:docMk/>
            <pc:sldMk cId="3091654158" sldId="307"/>
            <ac:picMk id="9" creationId="{B42C5C01-ECCC-D58E-3EB5-BE569A406BC2}"/>
          </ac:picMkLst>
        </pc:picChg>
      </pc:sldChg>
      <pc:sldChg chg="addSp delSp modSp add mod ord modShow">
        <pc:chgData name="Anthony Sebastian Xerri Hawley" userId="79b7d0b5-0742-4a77-b818-949165fafb9c" providerId="ADAL" clId="{0564B858-5026-4537-9AFD-34C08ED5C8C2}" dt="2026-09-09T08:35:11.270" v="2444"/>
        <pc:sldMkLst>
          <pc:docMk/>
          <pc:sldMk cId="2840158973" sldId="308"/>
        </pc:sldMkLst>
        <pc:spChg chg="mod">
          <ac:chgData name="Anthony Sebastian Xerri Hawley" userId="79b7d0b5-0742-4a77-b818-949165fafb9c" providerId="ADAL" clId="{0564B858-5026-4537-9AFD-34C08ED5C8C2}" dt="2026-09-08T10:23:37.588" v="825" actId="20577"/>
          <ac:spMkLst>
            <pc:docMk/>
            <pc:sldMk cId="2840158973" sldId="308"/>
            <ac:spMk id="14" creationId="{A07A1633-AE75-95FF-378C-F9F85CF5BBE2}"/>
          </ac:spMkLst>
        </pc:spChg>
        <pc:picChg chg="add mod">
          <ac:chgData name="Anthony Sebastian Xerri Hawley" userId="79b7d0b5-0742-4a77-b818-949165fafb9c" providerId="ADAL" clId="{0564B858-5026-4537-9AFD-34C08ED5C8C2}" dt="2026-09-08T10:23:54.383" v="832" actId="1076"/>
          <ac:picMkLst>
            <pc:docMk/>
            <pc:sldMk cId="2840158973" sldId="308"/>
            <ac:picMk id="6" creationId="{7A82D350-6205-6084-D5C2-0FB23DFF01D0}"/>
          </ac:picMkLst>
        </pc:picChg>
      </pc:sldChg>
      <pc:sldChg chg="addSp delSp modSp add mod ord modShow">
        <pc:chgData name="Anthony Sebastian Xerri Hawley" userId="79b7d0b5-0742-4a77-b818-949165fafb9c" providerId="ADAL" clId="{0564B858-5026-4537-9AFD-34C08ED5C8C2}" dt="2026-09-09T08:35:11.270" v="2444"/>
        <pc:sldMkLst>
          <pc:docMk/>
          <pc:sldMk cId="2642524802" sldId="309"/>
        </pc:sldMkLst>
        <pc:spChg chg="mod">
          <ac:chgData name="Anthony Sebastian Xerri Hawley" userId="79b7d0b5-0742-4a77-b818-949165fafb9c" providerId="ADAL" clId="{0564B858-5026-4537-9AFD-34C08ED5C8C2}" dt="2026-09-08T10:24:37.974" v="858" actId="20577"/>
          <ac:spMkLst>
            <pc:docMk/>
            <pc:sldMk cId="2642524802" sldId="309"/>
            <ac:spMk id="14" creationId="{5CFFEE6F-AE4C-6F2F-4135-49B6F73B678E}"/>
          </ac:spMkLst>
        </pc:spChg>
        <pc:picChg chg="add mod">
          <ac:chgData name="Anthony Sebastian Xerri Hawley" userId="79b7d0b5-0742-4a77-b818-949165fafb9c" providerId="ADAL" clId="{0564B858-5026-4537-9AFD-34C08ED5C8C2}" dt="2026-09-08T10:25:16.187" v="868" actId="1076"/>
          <ac:picMkLst>
            <pc:docMk/>
            <pc:sldMk cId="2642524802" sldId="309"/>
            <ac:picMk id="9" creationId="{32EE3686-427D-0880-B765-22C174DB5B00}"/>
          </ac:picMkLst>
        </pc:picChg>
      </pc:sldChg>
      <pc:sldChg chg="addSp delSp modSp add mod ord">
        <pc:chgData name="Anthony Sebastian Xerri Hawley" userId="79b7d0b5-0742-4a77-b818-949165fafb9c" providerId="ADAL" clId="{0564B858-5026-4537-9AFD-34C08ED5C8C2}" dt="2026-09-09T09:02:05.654" v="2501"/>
        <pc:sldMkLst>
          <pc:docMk/>
          <pc:sldMk cId="2405761715" sldId="310"/>
        </pc:sldMkLst>
        <pc:spChg chg="mod">
          <ac:chgData name="Anthony Sebastian Xerri Hawley" userId="79b7d0b5-0742-4a77-b818-949165fafb9c" providerId="ADAL" clId="{0564B858-5026-4537-9AFD-34C08ED5C8C2}" dt="2026-09-08T10:53:52.296" v="1007" actId="14100"/>
          <ac:spMkLst>
            <pc:docMk/>
            <pc:sldMk cId="2405761715" sldId="310"/>
            <ac:spMk id="2" creationId="{6E81744E-AD25-B495-F717-A1E1DB9BAF7A}"/>
          </ac:spMkLst>
        </pc:spChg>
        <pc:spChg chg="add mod">
          <ac:chgData name="Anthony Sebastian Xerri Hawley" userId="79b7d0b5-0742-4a77-b818-949165fafb9c" providerId="ADAL" clId="{0564B858-5026-4537-9AFD-34C08ED5C8C2}" dt="2026-09-08T10:50:12.547" v="958" actId="1076"/>
          <ac:spMkLst>
            <pc:docMk/>
            <pc:sldMk cId="2405761715" sldId="310"/>
            <ac:spMk id="10" creationId="{47BC5FCF-8ACB-EDA4-D14E-2CF7CAB0FDAB}"/>
          </ac:spMkLst>
        </pc:spChg>
        <pc:spChg chg="add mod">
          <ac:chgData name="Anthony Sebastian Xerri Hawley" userId="79b7d0b5-0742-4a77-b818-949165fafb9c" providerId="ADAL" clId="{0564B858-5026-4537-9AFD-34C08ED5C8C2}" dt="2026-09-08T10:50:40.075" v="962" actId="1076"/>
          <ac:spMkLst>
            <pc:docMk/>
            <pc:sldMk cId="2405761715" sldId="310"/>
            <ac:spMk id="12" creationId="{DA19BFA5-A241-4E6A-A186-277B5AE9A540}"/>
          </ac:spMkLst>
        </pc:spChg>
        <pc:spChg chg="add mod">
          <ac:chgData name="Anthony Sebastian Xerri Hawley" userId="79b7d0b5-0742-4a77-b818-949165fafb9c" providerId="ADAL" clId="{0564B858-5026-4537-9AFD-34C08ED5C8C2}" dt="2026-09-08T10:51:54.244" v="967"/>
          <ac:spMkLst>
            <pc:docMk/>
            <pc:sldMk cId="2405761715" sldId="310"/>
            <ac:spMk id="16" creationId="{9A06DBA5-EC02-EF5C-4427-DD7328E497D8}"/>
          </ac:spMkLst>
        </pc:spChg>
        <pc:spChg chg="add mod">
          <ac:chgData name="Anthony Sebastian Xerri Hawley" userId="79b7d0b5-0742-4a77-b818-949165fafb9c" providerId="ADAL" clId="{0564B858-5026-4537-9AFD-34C08ED5C8C2}" dt="2026-09-08T11:13:43.292" v="1248" actId="404"/>
          <ac:spMkLst>
            <pc:docMk/>
            <pc:sldMk cId="2405761715" sldId="310"/>
            <ac:spMk id="18" creationId="{8B73A8A7-D7F8-4417-F99A-A22ACBF07B98}"/>
          </ac:spMkLst>
        </pc:spChg>
        <pc:spChg chg="add mod">
          <ac:chgData name="Anthony Sebastian Xerri Hawley" userId="79b7d0b5-0742-4a77-b818-949165fafb9c" providerId="ADAL" clId="{0564B858-5026-4537-9AFD-34C08ED5C8C2}" dt="2026-09-08T11:13:43.292" v="1248" actId="404"/>
          <ac:spMkLst>
            <pc:docMk/>
            <pc:sldMk cId="2405761715" sldId="310"/>
            <ac:spMk id="21" creationId="{46FF965E-AF90-70EC-A475-0BE9FB76984E}"/>
          </ac:spMkLst>
        </pc:spChg>
        <pc:spChg chg="add mod">
          <ac:chgData name="Anthony Sebastian Xerri Hawley" userId="79b7d0b5-0742-4a77-b818-949165fafb9c" providerId="ADAL" clId="{0564B858-5026-4537-9AFD-34C08ED5C8C2}" dt="2026-09-08T11:13:43.292" v="1248" actId="404"/>
          <ac:spMkLst>
            <pc:docMk/>
            <pc:sldMk cId="2405761715" sldId="310"/>
            <ac:spMk id="23" creationId="{4B99E1AC-C851-BC28-FBF7-659B35AED6C6}"/>
          </ac:spMkLst>
        </pc:spChg>
        <pc:spChg chg="add mod">
          <ac:chgData name="Anthony Sebastian Xerri Hawley" userId="79b7d0b5-0742-4a77-b818-949165fafb9c" providerId="ADAL" clId="{0564B858-5026-4537-9AFD-34C08ED5C8C2}" dt="2026-09-08T11:13:43.292" v="1248" actId="404"/>
          <ac:spMkLst>
            <pc:docMk/>
            <pc:sldMk cId="2405761715" sldId="310"/>
            <ac:spMk id="25" creationId="{C5960AF4-5A46-59C9-5C1E-B6914821F214}"/>
          </ac:spMkLst>
        </pc:spChg>
        <pc:spChg chg="add mod ord">
          <ac:chgData name="Anthony Sebastian Xerri Hawley" userId="79b7d0b5-0742-4a77-b818-949165fafb9c" providerId="ADAL" clId="{0564B858-5026-4537-9AFD-34C08ED5C8C2}" dt="2026-09-08T11:13:43.292" v="1248" actId="404"/>
          <ac:spMkLst>
            <pc:docMk/>
            <pc:sldMk cId="2405761715" sldId="310"/>
            <ac:spMk id="26" creationId="{58C60E1E-346C-2E0A-D270-4F949BCA8D5C}"/>
          </ac:spMkLst>
        </pc:spChg>
        <pc:grpChg chg="add mod">
          <ac:chgData name="Anthony Sebastian Xerri Hawley" userId="79b7d0b5-0742-4a77-b818-949165fafb9c" providerId="ADAL" clId="{0564B858-5026-4537-9AFD-34C08ED5C8C2}" dt="2026-09-08T11:13:53.531" v="1252" actId="1076"/>
          <ac:grpSpMkLst>
            <pc:docMk/>
            <pc:sldMk cId="2405761715" sldId="310"/>
            <ac:grpSpMk id="27" creationId="{68757510-89D3-45BA-B232-8FCF19AAA1FD}"/>
          </ac:grpSpMkLst>
        </pc:grpChg>
        <pc:picChg chg="add mod">
          <ac:chgData name="Anthony Sebastian Xerri Hawley" userId="79b7d0b5-0742-4a77-b818-949165fafb9c" providerId="ADAL" clId="{0564B858-5026-4537-9AFD-34C08ED5C8C2}" dt="2026-09-08T10:37:23.865" v="946" actId="1076"/>
          <ac:picMkLst>
            <pc:docMk/>
            <pc:sldMk cId="2405761715" sldId="310"/>
            <ac:picMk id="7" creationId="{A7E1026D-4C43-ADA8-28D8-0FCB629F688C}"/>
          </ac:picMkLst>
        </pc:picChg>
        <pc:picChg chg="add mod">
          <ac:chgData name="Anthony Sebastian Xerri Hawley" userId="79b7d0b5-0742-4a77-b818-949165fafb9c" providerId="ADAL" clId="{0564B858-5026-4537-9AFD-34C08ED5C8C2}" dt="2026-09-08T10:38:35.589" v="951" actId="1076"/>
          <ac:picMkLst>
            <pc:docMk/>
            <pc:sldMk cId="2405761715" sldId="310"/>
            <ac:picMk id="9" creationId="{D8D452F5-5D7F-F9D9-FC95-0FD56CEC2ADB}"/>
          </ac:picMkLst>
        </pc:picChg>
      </pc:sldChg>
      <pc:sldChg chg="addSp delSp modSp new mod ord">
        <pc:chgData name="Anthony Sebastian Xerri Hawley" userId="79b7d0b5-0742-4a77-b818-949165fafb9c" providerId="ADAL" clId="{0564B858-5026-4537-9AFD-34C08ED5C8C2}" dt="2026-09-09T09:02:05.654" v="2501"/>
        <pc:sldMkLst>
          <pc:docMk/>
          <pc:sldMk cId="111407958" sldId="311"/>
        </pc:sldMkLst>
        <pc:spChg chg="add mod">
          <ac:chgData name="Anthony Sebastian Xerri Hawley" userId="79b7d0b5-0742-4a77-b818-949165fafb9c" providerId="ADAL" clId="{0564B858-5026-4537-9AFD-34C08ED5C8C2}" dt="2026-09-08T10:54:56.131" v="1019"/>
          <ac:spMkLst>
            <pc:docMk/>
            <pc:sldMk cId="111407958" sldId="311"/>
            <ac:spMk id="8" creationId="{E5EAED6D-8462-B275-4712-F8F0C53380B4}"/>
          </ac:spMkLst>
        </pc:spChg>
        <pc:spChg chg="add mod">
          <ac:chgData name="Anthony Sebastian Xerri Hawley" userId="79b7d0b5-0742-4a77-b818-949165fafb9c" providerId="ADAL" clId="{0564B858-5026-4537-9AFD-34C08ED5C8C2}" dt="2026-09-08T10:54:56.131" v="1019"/>
          <ac:spMkLst>
            <pc:docMk/>
            <pc:sldMk cId="111407958" sldId="311"/>
            <ac:spMk id="9" creationId="{C7B4A7B9-9341-2CCA-5975-E9EE97A23332}"/>
          </ac:spMkLst>
        </pc:spChg>
        <pc:spChg chg="add mod">
          <ac:chgData name="Anthony Sebastian Xerri Hawley" userId="79b7d0b5-0742-4a77-b818-949165fafb9c" providerId="ADAL" clId="{0564B858-5026-4537-9AFD-34C08ED5C8C2}" dt="2026-09-08T11:13:24.237" v="1244" actId="404"/>
          <ac:spMkLst>
            <pc:docMk/>
            <pc:sldMk cId="111407958" sldId="311"/>
            <ac:spMk id="13" creationId="{EEFC631F-3876-21D4-94FC-CE6160AA30E2}"/>
          </ac:spMkLst>
        </pc:spChg>
        <pc:spChg chg="add mod">
          <ac:chgData name="Anthony Sebastian Xerri Hawley" userId="79b7d0b5-0742-4a77-b818-949165fafb9c" providerId="ADAL" clId="{0564B858-5026-4537-9AFD-34C08ED5C8C2}" dt="2026-09-08T11:10:31.666" v="1214" actId="1076"/>
          <ac:spMkLst>
            <pc:docMk/>
            <pc:sldMk cId="111407958" sldId="311"/>
            <ac:spMk id="15" creationId="{B445DCF0-1258-FAAC-F47C-AE976B153D25}"/>
          </ac:spMkLst>
        </pc:spChg>
        <pc:spChg chg="add mod">
          <ac:chgData name="Anthony Sebastian Xerri Hawley" userId="79b7d0b5-0742-4a77-b818-949165fafb9c" providerId="ADAL" clId="{0564B858-5026-4537-9AFD-34C08ED5C8C2}" dt="2026-09-08T11:10:33.977" v="1215" actId="1076"/>
          <ac:spMkLst>
            <pc:docMk/>
            <pc:sldMk cId="111407958" sldId="311"/>
            <ac:spMk id="17" creationId="{58039385-C609-FF43-22A1-453EE8997C76}"/>
          </ac:spMkLst>
        </pc:spChg>
        <pc:spChg chg="add mod">
          <ac:chgData name="Anthony Sebastian Xerri Hawley" userId="79b7d0b5-0742-4a77-b818-949165fafb9c" providerId="ADAL" clId="{0564B858-5026-4537-9AFD-34C08ED5C8C2}" dt="2026-09-08T11:10:38.505" v="1217" actId="1076"/>
          <ac:spMkLst>
            <pc:docMk/>
            <pc:sldMk cId="111407958" sldId="311"/>
            <ac:spMk id="19" creationId="{65C66892-FB7F-1A35-FDAB-5D9D693921C8}"/>
          </ac:spMkLst>
        </pc:spChg>
        <pc:spChg chg="add mod">
          <ac:chgData name="Anthony Sebastian Xerri Hawley" userId="79b7d0b5-0742-4a77-b818-949165fafb9c" providerId="ADAL" clId="{0564B858-5026-4537-9AFD-34C08ED5C8C2}" dt="2026-09-08T11:10:35.492" v="1216" actId="1076"/>
          <ac:spMkLst>
            <pc:docMk/>
            <pc:sldMk cId="111407958" sldId="311"/>
            <ac:spMk id="21" creationId="{DF0A1825-7557-3EC4-C2D1-B636CCA92EE3}"/>
          </ac:spMkLst>
        </pc:spChg>
        <pc:spChg chg="add mod">
          <ac:chgData name="Anthony Sebastian Xerri Hawley" userId="79b7d0b5-0742-4a77-b818-949165fafb9c" providerId="ADAL" clId="{0564B858-5026-4537-9AFD-34C08ED5C8C2}" dt="2026-09-08T11:13:24.237" v="1244" actId="404"/>
          <ac:spMkLst>
            <pc:docMk/>
            <pc:sldMk cId="111407958" sldId="311"/>
            <ac:spMk id="23" creationId="{E04AAD19-D74F-F152-1226-FC61E10F3A5B}"/>
          </ac:spMkLst>
        </pc:spChg>
        <pc:spChg chg="add mod">
          <ac:chgData name="Anthony Sebastian Xerri Hawley" userId="79b7d0b5-0742-4a77-b818-949165fafb9c" providerId="ADAL" clId="{0564B858-5026-4537-9AFD-34C08ED5C8C2}" dt="2026-09-08T11:13:24.237" v="1244" actId="404"/>
          <ac:spMkLst>
            <pc:docMk/>
            <pc:sldMk cId="111407958" sldId="311"/>
            <ac:spMk id="27" creationId="{5A71D8EE-2479-67BE-0229-51FA34442BA8}"/>
          </ac:spMkLst>
        </pc:spChg>
        <pc:spChg chg="add mod">
          <ac:chgData name="Anthony Sebastian Xerri Hawley" userId="79b7d0b5-0742-4a77-b818-949165fafb9c" providerId="ADAL" clId="{0564B858-5026-4537-9AFD-34C08ED5C8C2}" dt="2026-09-08T11:13:24.237" v="1244" actId="404"/>
          <ac:spMkLst>
            <pc:docMk/>
            <pc:sldMk cId="111407958" sldId="311"/>
            <ac:spMk id="29" creationId="{A26CC789-561F-539B-B234-A256B254B85C}"/>
          </ac:spMkLst>
        </pc:spChg>
        <pc:spChg chg="add mod">
          <ac:chgData name="Anthony Sebastian Xerri Hawley" userId="79b7d0b5-0742-4a77-b818-949165fafb9c" providerId="ADAL" clId="{0564B858-5026-4537-9AFD-34C08ED5C8C2}" dt="2026-09-08T11:13:24.237" v="1244" actId="404"/>
          <ac:spMkLst>
            <pc:docMk/>
            <pc:sldMk cId="111407958" sldId="311"/>
            <ac:spMk id="31" creationId="{49D54E5F-9711-8F3A-6DD7-B64F042B539F}"/>
          </ac:spMkLst>
        </pc:spChg>
        <pc:spChg chg="add mod ord">
          <ac:chgData name="Anthony Sebastian Xerri Hawley" userId="79b7d0b5-0742-4a77-b818-949165fafb9c" providerId="ADAL" clId="{0564B858-5026-4537-9AFD-34C08ED5C8C2}" dt="2026-09-08T11:13:24.237" v="1244" actId="404"/>
          <ac:spMkLst>
            <pc:docMk/>
            <pc:sldMk cId="111407958" sldId="311"/>
            <ac:spMk id="33" creationId="{660A3806-53B4-D57E-153C-900411C93836}"/>
          </ac:spMkLst>
        </pc:spChg>
        <pc:grpChg chg="add mod">
          <ac:chgData name="Anthony Sebastian Xerri Hawley" userId="79b7d0b5-0742-4a77-b818-949165fafb9c" providerId="ADAL" clId="{0564B858-5026-4537-9AFD-34C08ED5C8C2}" dt="2026-09-08T11:13:32.912" v="1246" actId="1076"/>
          <ac:grpSpMkLst>
            <pc:docMk/>
            <pc:sldMk cId="111407958" sldId="311"/>
            <ac:grpSpMk id="34" creationId="{BE13FD33-20A7-91D7-EEFE-3A3DEFDDF82C}"/>
          </ac:grpSpMkLst>
        </pc:grpChg>
        <pc:picChg chg="add mod">
          <ac:chgData name="Anthony Sebastian Xerri Hawley" userId="79b7d0b5-0742-4a77-b818-949165fafb9c" providerId="ADAL" clId="{0564B858-5026-4537-9AFD-34C08ED5C8C2}" dt="2026-09-08T11:10:24.840" v="1213" actId="14100"/>
          <ac:picMkLst>
            <pc:docMk/>
            <pc:sldMk cId="111407958" sldId="311"/>
            <ac:picMk id="7" creationId="{046B6DBB-8EB9-5798-C4A5-CFA929049406}"/>
          </ac:picMkLst>
        </pc:picChg>
        <pc:picChg chg="add mod">
          <ac:chgData name="Anthony Sebastian Xerri Hawley" userId="79b7d0b5-0742-4a77-b818-949165fafb9c" providerId="ADAL" clId="{0564B858-5026-4537-9AFD-34C08ED5C8C2}" dt="2026-09-08T10:55:33.269" v="1030" actId="1076"/>
          <ac:picMkLst>
            <pc:docMk/>
            <pc:sldMk cId="111407958" sldId="311"/>
            <ac:picMk id="11" creationId="{D4736AAD-5995-49D4-C4DB-CA4D197BF7A1}"/>
          </ac:picMkLst>
        </pc:picChg>
      </pc:sldChg>
      <pc:sldChg chg="addSp delSp modSp new mod ord">
        <pc:chgData name="Anthony Sebastian Xerri Hawley" userId="79b7d0b5-0742-4a77-b818-949165fafb9c" providerId="ADAL" clId="{0564B858-5026-4537-9AFD-34C08ED5C8C2}" dt="2026-09-09T09:02:05.654" v="2501"/>
        <pc:sldMkLst>
          <pc:docMk/>
          <pc:sldMk cId="3559155483" sldId="312"/>
        </pc:sldMkLst>
        <pc:spChg chg="add mod">
          <ac:chgData name="Anthony Sebastian Xerri Hawley" userId="79b7d0b5-0742-4a77-b818-949165fafb9c" providerId="ADAL" clId="{0564B858-5026-4537-9AFD-34C08ED5C8C2}" dt="2026-09-08T11:00:50.385" v="1105"/>
          <ac:spMkLst>
            <pc:docMk/>
            <pc:sldMk cId="3559155483" sldId="312"/>
            <ac:spMk id="8" creationId="{7EEC8019-7AB1-8228-53CA-25CD33ED5342}"/>
          </ac:spMkLst>
        </pc:spChg>
        <pc:spChg chg="add mod">
          <ac:chgData name="Anthony Sebastian Xerri Hawley" userId="79b7d0b5-0742-4a77-b818-949165fafb9c" providerId="ADAL" clId="{0564B858-5026-4537-9AFD-34C08ED5C8C2}" dt="2026-09-08T11:00:50.385" v="1105"/>
          <ac:spMkLst>
            <pc:docMk/>
            <pc:sldMk cId="3559155483" sldId="312"/>
            <ac:spMk id="9" creationId="{FF573416-D7DA-4183-C1AE-FC19139679DE}"/>
          </ac:spMkLst>
        </pc:spChg>
        <pc:spChg chg="add mod">
          <ac:chgData name="Anthony Sebastian Xerri Hawley" userId="79b7d0b5-0742-4a77-b818-949165fafb9c" providerId="ADAL" clId="{0564B858-5026-4537-9AFD-34C08ED5C8C2}" dt="2026-09-08T11:05:52.881" v="1126" actId="1076"/>
          <ac:spMkLst>
            <pc:docMk/>
            <pc:sldMk cId="3559155483" sldId="312"/>
            <ac:spMk id="13" creationId="{3D802023-9189-B63D-233F-09BCAB44D1AB}"/>
          </ac:spMkLst>
        </pc:spChg>
        <pc:spChg chg="add mod">
          <ac:chgData name="Anthony Sebastian Xerri Hawley" userId="79b7d0b5-0742-4a77-b818-949165fafb9c" providerId="ADAL" clId="{0564B858-5026-4537-9AFD-34C08ED5C8C2}" dt="2026-09-08T11:06:14.812" v="1131" actId="1076"/>
          <ac:spMkLst>
            <pc:docMk/>
            <pc:sldMk cId="3559155483" sldId="312"/>
            <ac:spMk id="15" creationId="{0792DCAC-8D59-9794-F8B0-BD36207D25D7}"/>
          </ac:spMkLst>
        </pc:spChg>
        <pc:spChg chg="add mod">
          <ac:chgData name="Anthony Sebastian Xerri Hawley" userId="79b7d0b5-0742-4a77-b818-949165fafb9c" providerId="ADAL" clId="{0564B858-5026-4537-9AFD-34C08ED5C8C2}" dt="2026-09-08T11:06:23.041" v="1132" actId="1076"/>
          <ac:spMkLst>
            <pc:docMk/>
            <pc:sldMk cId="3559155483" sldId="312"/>
            <ac:spMk id="17" creationId="{63DEE3B8-2B66-B84A-FAD1-7D683931550D}"/>
          </ac:spMkLst>
        </pc:spChg>
        <pc:spChg chg="add mod">
          <ac:chgData name="Anthony Sebastian Xerri Hawley" userId="79b7d0b5-0742-4a77-b818-949165fafb9c" providerId="ADAL" clId="{0564B858-5026-4537-9AFD-34C08ED5C8C2}" dt="2026-09-08T11:06:42.066" v="1133" actId="1076"/>
          <ac:spMkLst>
            <pc:docMk/>
            <pc:sldMk cId="3559155483" sldId="312"/>
            <ac:spMk id="19" creationId="{B8556667-5DAC-4F5D-282E-F36BCD9F5D5A}"/>
          </ac:spMkLst>
        </pc:spChg>
        <pc:spChg chg="add mod">
          <ac:chgData name="Anthony Sebastian Xerri Hawley" userId="79b7d0b5-0742-4a77-b818-949165fafb9c" providerId="ADAL" clId="{0564B858-5026-4537-9AFD-34C08ED5C8C2}" dt="2026-09-08T11:08:13.878" v="1183" actId="20577"/>
          <ac:spMkLst>
            <pc:docMk/>
            <pc:sldMk cId="3559155483" sldId="312"/>
            <ac:spMk id="21" creationId="{36B758A6-E0D2-9D40-42A8-4DB2354CF6D5}"/>
          </ac:spMkLst>
        </pc:spChg>
        <pc:spChg chg="add mod">
          <ac:chgData name="Anthony Sebastian Xerri Hawley" userId="79b7d0b5-0742-4a77-b818-949165fafb9c" providerId="ADAL" clId="{0564B858-5026-4537-9AFD-34C08ED5C8C2}" dt="2026-09-08T11:13:04.968" v="1240" actId="404"/>
          <ac:spMkLst>
            <pc:docMk/>
            <pc:sldMk cId="3559155483" sldId="312"/>
            <ac:spMk id="33" creationId="{9EADCEBF-737B-5040-FAA2-6482D1E16E84}"/>
          </ac:spMkLst>
        </pc:spChg>
        <pc:spChg chg="add mod">
          <ac:chgData name="Anthony Sebastian Xerri Hawley" userId="79b7d0b5-0742-4a77-b818-949165fafb9c" providerId="ADAL" clId="{0564B858-5026-4537-9AFD-34C08ED5C8C2}" dt="2026-09-08T11:13:04.968" v="1240" actId="404"/>
          <ac:spMkLst>
            <pc:docMk/>
            <pc:sldMk cId="3559155483" sldId="312"/>
            <ac:spMk id="35" creationId="{76641E3E-0773-8B75-BBEA-3947DE21FD04}"/>
          </ac:spMkLst>
        </pc:spChg>
        <pc:spChg chg="add mod">
          <ac:chgData name="Anthony Sebastian Xerri Hawley" userId="79b7d0b5-0742-4a77-b818-949165fafb9c" providerId="ADAL" clId="{0564B858-5026-4537-9AFD-34C08ED5C8C2}" dt="2026-09-08T11:13:04.968" v="1240" actId="404"/>
          <ac:spMkLst>
            <pc:docMk/>
            <pc:sldMk cId="3559155483" sldId="312"/>
            <ac:spMk id="37" creationId="{931E30EE-A175-089F-3D85-CA4D9C5429FF}"/>
          </ac:spMkLst>
        </pc:spChg>
        <pc:spChg chg="add mod">
          <ac:chgData name="Anthony Sebastian Xerri Hawley" userId="79b7d0b5-0742-4a77-b818-949165fafb9c" providerId="ADAL" clId="{0564B858-5026-4537-9AFD-34C08ED5C8C2}" dt="2026-09-08T11:13:04.968" v="1240" actId="404"/>
          <ac:spMkLst>
            <pc:docMk/>
            <pc:sldMk cId="3559155483" sldId="312"/>
            <ac:spMk id="39" creationId="{8A41043B-A47D-B895-F0F6-48EF6F512C9B}"/>
          </ac:spMkLst>
        </pc:spChg>
        <pc:spChg chg="add mod">
          <ac:chgData name="Anthony Sebastian Xerri Hawley" userId="79b7d0b5-0742-4a77-b818-949165fafb9c" providerId="ADAL" clId="{0564B858-5026-4537-9AFD-34C08ED5C8C2}" dt="2026-09-08T11:13:04.968" v="1240" actId="404"/>
          <ac:spMkLst>
            <pc:docMk/>
            <pc:sldMk cId="3559155483" sldId="312"/>
            <ac:spMk id="41" creationId="{2CBE3A37-A7EB-2B68-708A-912962F5C024}"/>
          </ac:spMkLst>
        </pc:spChg>
        <pc:spChg chg="add mod">
          <ac:chgData name="Anthony Sebastian Xerri Hawley" userId="79b7d0b5-0742-4a77-b818-949165fafb9c" providerId="ADAL" clId="{0564B858-5026-4537-9AFD-34C08ED5C8C2}" dt="2026-09-08T11:13:04.968" v="1240" actId="404"/>
          <ac:spMkLst>
            <pc:docMk/>
            <pc:sldMk cId="3559155483" sldId="312"/>
            <ac:spMk id="43" creationId="{E8319473-7345-E0B3-1DAD-6211F9C6A3E5}"/>
          </ac:spMkLst>
        </pc:spChg>
        <pc:spChg chg="add mod ord">
          <ac:chgData name="Anthony Sebastian Xerri Hawley" userId="79b7d0b5-0742-4a77-b818-949165fafb9c" providerId="ADAL" clId="{0564B858-5026-4537-9AFD-34C08ED5C8C2}" dt="2026-09-08T11:13:04.968" v="1240" actId="404"/>
          <ac:spMkLst>
            <pc:docMk/>
            <pc:sldMk cId="3559155483" sldId="312"/>
            <ac:spMk id="45" creationId="{35942DCA-42BD-8951-59B2-681E33DEDF11}"/>
          </ac:spMkLst>
        </pc:spChg>
        <pc:grpChg chg="add mod">
          <ac:chgData name="Anthony Sebastian Xerri Hawley" userId="79b7d0b5-0742-4a77-b818-949165fafb9c" providerId="ADAL" clId="{0564B858-5026-4537-9AFD-34C08ED5C8C2}" dt="2026-09-08T11:13:11.094" v="1242" actId="1076"/>
          <ac:grpSpMkLst>
            <pc:docMk/>
            <pc:sldMk cId="3559155483" sldId="312"/>
            <ac:grpSpMk id="46" creationId="{A190DB20-E9F1-1717-13F1-8BF3AA355A05}"/>
          </ac:grpSpMkLst>
        </pc:grpChg>
        <pc:picChg chg="add mod">
          <ac:chgData name="Anthony Sebastian Xerri Hawley" userId="79b7d0b5-0742-4a77-b818-949165fafb9c" providerId="ADAL" clId="{0564B858-5026-4537-9AFD-34C08ED5C8C2}" dt="2026-09-08T11:00:43.190" v="1104" actId="1076"/>
          <ac:picMkLst>
            <pc:docMk/>
            <pc:sldMk cId="3559155483" sldId="312"/>
            <ac:picMk id="7" creationId="{2DD8023B-9833-268D-69E7-A278720F5C66}"/>
          </ac:picMkLst>
        </pc:picChg>
        <pc:picChg chg="add mod">
          <ac:chgData name="Anthony Sebastian Xerri Hawley" userId="79b7d0b5-0742-4a77-b818-949165fafb9c" providerId="ADAL" clId="{0564B858-5026-4537-9AFD-34C08ED5C8C2}" dt="2026-09-08T11:01:16.137" v="1109" actId="1076"/>
          <ac:picMkLst>
            <pc:docMk/>
            <pc:sldMk cId="3559155483" sldId="312"/>
            <ac:picMk id="11" creationId="{68AFB0B0-2B04-0138-DD59-E4964643749F}"/>
          </ac:picMkLst>
        </pc:picChg>
        <pc:cxnChg chg="add mod">
          <ac:chgData name="Anthony Sebastian Xerri Hawley" userId="79b7d0b5-0742-4a77-b818-949165fafb9c" providerId="ADAL" clId="{0564B858-5026-4537-9AFD-34C08ED5C8C2}" dt="2026-09-08T11:06:07.236" v="1129" actId="14100"/>
          <ac:cxnSpMkLst>
            <pc:docMk/>
            <pc:sldMk cId="3559155483" sldId="312"/>
            <ac:cxnSpMk id="23" creationId="{0257D6A2-5B27-2F25-EA50-0EECDC6E96BC}"/>
          </ac:cxnSpMkLst>
        </pc:cxnChg>
        <pc:cxnChg chg="add mod">
          <ac:chgData name="Anthony Sebastian Xerri Hawley" userId="79b7d0b5-0742-4a77-b818-949165fafb9c" providerId="ADAL" clId="{0564B858-5026-4537-9AFD-34C08ED5C8C2}" dt="2026-09-08T11:06:10.289" v="1130" actId="14100"/>
          <ac:cxnSpMkLst>
            <pc:docMk/>
            <pc:sldMk cId="3559155483" sldId="312"/>
            <ac:cxnSpMk id="25" creationId="{E1B68CD6-0441-F788-A625-DC8C60051D41}"/>
          </ac:cxnSpMkLst>
        </pc:cxnChg>
      </pc:sldChg>
      <pc:sldChg chg="addSp delSp modSp add mod">
        <pc:chgData name="Anthony Sebastian Xerri Hawley" userId="79b7d0b5-0742-4a77-b818-949165fafb9c" providerId="ADAL" clId="{0564B858-5026-4537-9AFD-34C08ED5C8C2}" dt="2026-09-08T12:00:08.771" v="1414" actId="14100"/>
        <pc:sldMkLst>
          <pc:docMk/>
          <pc:sldMk cId="2485581388" sldId="313"/>
        </pc:sldMkLst>
        <pc:spChg chg="mod">
          <ac:chgData name="Anthony Sebastian Xerri Hawley" userId="79b7d0b5-0742-4a77-b818-949165fafb9c" providerId="ADAL" clId="{0564B858-5026-4537-9AFD-34C08ED5C8C2}" dt="2026-09-08T11:56:15.027" v="1362" actId="1076"/>
          <ac:spMkLst>
            <pc:docMk/>
            <pc:sldMk cId="2485581388" sldId="313"/>
            <ac:spMk id="6" creationId="{88217BFC-7238-8EAA-C462-255305F02834}"/>
          </ac:spMkLst>
        </pc:spChg>
        <pc:spChg chg="add mod">
          <ac:chgData name="Anthony Sebastian Xerri Hawley" userId="79b7d0b5-0742-4a77-b818-949165fafb9c" providerId="ADAL" clId="{0564B858-5026-4537-9AFD-34C08ED5C8C2}" dt="2026-09-08T11:56:32.374" v="1366" actId="1076"/>
          <ac:spMkLst>
            <pc:docMk/>
            <pc:sldMk cId="2485581388" sldId="313"/>
            <ac:spMk id="7" creationId="{1E5DE8C0-3D3E-C43C-362F-51D9FB4DEB66}"/>
          </ac:spMkLst>
        </pc:spChg>
        <pc:spChg chg="mod">
          <ac:chgData name="Anthony Sebastian Xerri Hawley" userId="79b7d0b5-0742-4a77-b818-949165fafb9c" providerId="ADAL" clId="{0564B858-5026-4537-9AFD-34C08ED5C8C2}" dt="2026-09-08T11:56:32.374" v="1366" actId="1076"/>
          <ac:spMkLst>
            <pc:docMk/>
            <pc:sldMk cId="2485581388" sldId="313"/>
            <ac:spMk id="9" creationId="{539D8336-DBCF-3FEF-4F26-AC1AE2A83641}"/>
          </ac:spMkLst>
        </pc:spChg>
        <pc:spChg chg="mod">
          <ac:chgData name="Anthony Sebastian Xerri Hawley" userId="79b7d0b5-0742-4a77-b818-949165fafb9c" providerId="ADAL" clId="{0564B858-5026-4537-9AFD-34C08ED5C8C2}" dt="2026-09-08T11:53:20.924" v="1333" actId="20577"/>
          <ac:spMkLst>
            <pc:docMk/>
            <pc:sldMk cId="2485581388" sldId="313"/>
            <ac:spMk id="13" creationId="{4609CBF2-33B7-BF87-BD30-9378926582D2}"/>
          </ac:spMkLst>
        </pc:spChg>
        <pc:spChg chg="add mod">
          <ac:chgData name="Anthony Sebastian Xerri Hawley" userId="79b7d0b5-0742-4a77-b818-949165fafb9c" providerId="ADAL" clId="{0564B858-5026-4537-9AFD-34C08ED5C8C2}" dt="2026-09-08T11:57:42.329" v="1373" actId="1076"/>
          <ac:spMkLst>
            <pc:docMk/>
            <pc:sldMk cId="2485581388" sldId="313"/>
            <ac:spMk id="14" creationId="{EA51B856-48F6-81C5-09D0-116CC94BAF3F}"/>
          </ac:spMkLst>
        </pc:spChg>
        <pc:spChg chg="add mod">
          <ac:chgData name="Anthony Sebastian Xerri Hawley" userId="79b7d0b5-0742-4a77-b818-949165fafb9c" providerId="ADAL" clId="{0564B858-5026-4537-9AFD-34C08ED5C8C2}" dt="2026-09-08T11:59:32.846" v="1405" actId="554"/>
          <ac:spMkLst>
            <pc:docMk/>
            <pc:sldMk cId="2485581388" sldId="313"/>
            <ac:spMk id="18" creationId="{B8B06800-6AFD-97C7-B8BF-49987AD59DB6}"/>
          </ac:spMkLst>
        </pc:spChg>
        <pc:spChg chg="add mod">
          <ac:chgData name="Anthony Sebastian Xerri Hawley" userId="79b7d0b5-0742-4a77-b818-949165fafb9c" providerId="ADAL" clId="{0564B858-5026-4537-9AFD-34C08ED5C8C2}" dt="2026-09-08T11:59:32.846" v="1405" actId="554"/>
          <ac:spMkLst>
            <pc:docMk/>
            <pc:sldMk cId="2485581388" sldId="313"/>
            <ac:spMk id="22" creationId="{1AB66373-ACF5-B184-AD85-AB3B1F453924}"/>
          </ac:spMkLst>
        </pc:spChg>
        <pc:spChg chg="add mod">
          <ac:chgData name="Anthony Sebastian Xerri Hawley" userId="79b7d0b5-0742-4a77-b818-949165fafb9c" providerId="ADAL" clId="{0564B858-5026-4537-9AFD-34C08ED5C8C2}" dt="2026-09-08T11:58:39.037" v="1392" actId="1076"/>
          <ac:spMkLst>
            <pc:docMk/>
            <pc:sldMk cId="2485581388" sldId="313"/>
            <ac:spMk id="27" creationId="{813533D3-77E2-8308-3524-DE3A2591AB93}"/>
          </ac:spMkLst>
        </pc:spChg>
        <pc:spChg chg="add mod">
          <ac:chgData name="Anthony Sebastian Xerri Hawley" userId="79b7d0b5-0742-4a77-b818-949165fafb9c" providerId="ADAL" clId="{0564B858-5026-4537-9AFD-34C08ED5C8C2}" dt="2026-09-08T11:59:32.846" v="1405" actId="554"/>
          <ac:spMkLst>
            <pc:docMk/>
            <pc:sldMk cId="2485581388" sldId="313"/>
            <ac:spMk id="29" creationId="{B8369232-7C00-2AAA-5051-AD2E005B838E}"/>
          </ac:spMkLst>
        </pc:spChg>
        <pc:spChg chg="add mod">
          <ac:chgData name="Anthony Sebastian Xerri Hawley" userId="79b7d0b5-0742-4a77-b818-949165fafb9c" providerId="ADAL" clId="{0564B858-5026-4537-9AFD-34C08ED5C8C2}" dt="2026-09-08T11:59:32.846" v="1405" actId="554"/>
          <ac:spMkLst>
            <pc:docMk/>
            <pc:sldMk cId="2485581388" sldId="313"/>
            <ac:spMk id="31" creationId="{D9F5E1B8-55A9-F99D-D6E8-BC925B8E29DC}"/>
          </ac:spMkLst>
        </pc:spChg>
        <pc:spChg chg="mod">
          <ac:chgData name="Anthony Sebastian Xerri Hawley" userId="79b7d0b5-0742-4a77-b818-949165fafb9c" providerId="ADAL" clId="{0564B858-5026-4537-9AFD-34C08ED5C8C2}" dt="2026-09-08T11:59:50.497" v="1410" actId="1076"/>
          <ac:spMkLst>
            <pc:docMk/>
            <pc:sldMk cId="2485581388" sldId="313"/>
            <ac:spMk id="35" creationId="{8AEB8750-B15E-B222-B8C3-9E56953BA342}"/>
          </ac:spMkLst>
        </pc:spChg>
        <pc:spChg chg="add mod">
          <ac:chgData name="Anthony Sebastian Xerri Hawley" userId="79b7d0b5-0742-4a77-b818-949165fafb9c" providerId="ADAL" clId="{0564B858-5026-4537-9AFD-34C08ED5C8C2}" dt="2026-09-08T12:00:08.771" v="1414" actId="14100"/>
          <ac:spMkLst>
            <pc:docMk/>
            <pc:sldMk cId="2485581388" sldId="313"/>
            <ac:spMk id="37" creationId="{A8CC4F48-0561-AABB-996C-09C21E0D7955}"/>
          </ac:spMkLst>
        </pc:spChg>
        <pc:picChg chg="add mod">
          <ac:chgData name="Anthony Sebastian Xerri Hawley" userId="79b7d0b5-0742-4a77-b818-949165fafb9c" providerId="ADAL" clId="{0564B858-5026-4537-9AFD-34C08ED5C8C2}" dt="2026-09-08T11:57:46.371" v="1375" actId="1076"/>
          <ac:picMkLst>
            <pc:docMk/>
            <pc:sldMk cId="2485581388" sldId="313"/>
            <ac:picMk id="39" creationId="{BFF8153E-DAD0-BE41-EF4E-AFD0A07641DE}"/>
          </ac:picMkLst>
        </pc:picChg>
        <pc:picChg chg="add mod">
          <ac:chgData name="Anthony Sebastian Xerri Hawley" userId="79b7d0b5-0742-4a77-b818-949165fafb9c" providerId="ADAL" clId="{0564B858-5026-4537-9AFD-34C08ED5C8C2}" dt="2026-09-08T11:58:52.036" v="1396" actId="1076"/>
          <ac:picMkLst>
            <pc:docMk/>
            <pc:sldMk cId="2485581388" sldId="313"/>
            <ac:picMk id="41" creationId="{99FB1ED5-0535-EE25-2A97-95B7940419CA}"/>
          </ac:picMkLst>
        </pc:picChg>
        <pc:picChg chg="add mod">
          <ac:chgData name="Anthony Sebastian Xerri Hawley" userId="79b7d0b5-0742-4a77-b818-949165fafb9c" providerId="ADAL" clId="{0564B858-5026-4537-9AFD-34C08ED5C8C2}" dt="2026-09-08T11:59:58.377" v="1412" actId="1076"/>
          <ac:picMkLst>
            <pc:docMk/>
            <pc:sldMk cId="2485581388" sldId="313"/>
            <ac:picMk id="43" creationId="{B8AFE380-AB64-70DD-72EB-F9DA20EE96A4}"/>
          </ac:picMkLst>
        </pc:picChg>
      </pc:sldChg>
      <pc:sldChg chg="addSp delSp modSp add mod">
        <pc:chgData name="Anthony Sebastian Xerri Hawley" userId="79b7d0b5-0742-4a77-b818-949165fafb9c" providerId="ADAL" clId="{0564B858-5026-4537-9AFD-34C08ED5C8C2}" dt="2026-09-08T12:03:21.790" v="1441" actId="20577"/>
        <pc:sldMkLst>
          <pc:docMk/>
          <pc:sldMk cId="1645072409" sldId="314"/>
        </pc:sldMkLst>
        <pc:spChg chg="mod">
          <ac:chgData name="Anthony Sebastian Xerri Hawley" userId="79b7d0b5-0742-4a77-b818-949165fafb9c" providerId="ADAL" clId="{0564B858-5026-4537-9AFD-34C08ED5C8C2}" dt="2026-09-08T12:03:10.530" v="1437" actId="1076"/>
          <ac:spMkLst>
            <pc:docMk/>
            <pc:sldMk cId="1645072409" sldId="314"/>
            <ac:spMk id="6" creationId="{88E34F45-7828-9934-D775-2B4D4339DC5C}"/>
          </ac:spMkLst>
        </pc:spChg>
        <pc:spChg chg="add mod">
          <ac:chgData name="Anthony Sebastian Xerri Hawley" userId="79b7d0b5-0742-4a77-b818-949165fafb9c" providerId="ADAL" clId="{0564B858-5026-4537-9AFD-34C08ED5C8C2}" dt="2026-09-08T12:03:15.605" v="1438" actId="1076"/>
          <ac:spMkLst>
            <pc:docMk/>
            <pc:sldMk cId="1645072409" sldId="314"/>
            <ac:spMk id="7" creationId="{B9B22905-B250-22C3-204C-3D9BF830551C}"/>
          </ac:spMkLst>
        </pc:spChg>
        <pc:spChg chg="add mod">
          <ac:chgData name="Anthony Sebastian Xerri Hawley" userId="79b7d0b5-0742-4a77-b818-949165fafb9c" providerId="ADAL" clId="{0564B858-5026-4537-9AFD-34C08ED5C8C2}" dt="2026-09-08T12:03:15.605" v="1438" actId="1076"/>
          <ac:spMkLst>
            <pc:docMk/>
            <pc:sldMk cId="1645072409" sldId="314"/>
            <ac:spMk id="9" creationId="{AEFE3806-E2F4-4B2B-9474-0A3D09DBC308}"/>
          </ac:spMkLst>
        </pc:spChg>
        <pc:spChg chg="add mod">
          <ac:chgData name="Anthony Sebastian Xerri Hawley" userId="79b7d0b5-0742-4a77-b818-949165fafb9c" providerId="ADAL" clId="{0564B858-5026-4537-9AFD-34C08ED5C8C2}" dt="2026-09-08T12:03:15.605" v="1438" actId="1076"/>
          <ac:spMkLst>
            <pc:docMk/>
            <pc:sldMk cId="1645072409" sldId="314"/>
            <ac:spMk id="11" creationId="{D1F792AB-6743-C6BD-C9B2-5810EDC60652}"/>
          </ac:spMkLst>
        </pc:spChg>
        <pc:spChg chg="mod">
          <ac:chgData name="Anthony Sebastian Xerri Hawley" userId="79b7d0b5-0742-4a77-b818-949165fafb9c" providerId="ADAL" clId="{0564B858-5026-4537-9AFD-34C08ED5C8C2}" dt="2026-09-08T12:00:35.596" v="1415"/>
          <ac:spMkLst>
            <pc:docMk/>
            <pc:sldMk cId="1645072409" sldId="314"/>
            <ac:spMk id="13" creationId="{C7ABFA35-27B1-7191-5DA0-DA35EDFEF717}"/>
          </ac:spMkLst>
        </pc:spChg>
        <pc:spChg chg="add mod">
          <ac:chgData name="Anthony Sebastian Xerri Hawley" userId="79b7d0b5-0742-4a77-b818-949165fafb9c" providerId="ADAL" clId="{0564B858-5026-4537-9AFD-34C08ED5C8C2}" dt="2026-09-08T12:03:15.605" v="1438" actId="1076"/>
          <ac:spMkLst>
            <pc:docMk/>
            <pc:sldMk cId="1645072409" sldId="314"/>
            <ac:spMk id="14" creationId="{D2BBBAD6-BF34-6A4B-C551-793B7B12EBEC}"/>
          </ac:spMkLst>
        </pc:spChg>
        <pc:spChg chg="add mod">
          <ac:chgData name="Anthony Sebastian Xerri Hawley" userId="79b7d0b5-0742-4a77-b818-949165fafb9c" providerId="ADAL" clId="{0564B858-5026-4537-9AFD-34C08ED5C8C2}" dt="2026-09-08T12:03:15.605" v="1438" actId="1076"/>
          <ac:spMkLst>
            <pc:docMk/>
            <pc:sldMk cId="1645072409" sldId="314"/>
            <ac:spMk id="18" creationId="{0ADE1540-E78F-DFD5-51CB-8A33C164B1CA}"/>
          </ac:spMkLst>
        </pc:spChg>
        <pc:spChg chg="add mod">
          <ac:chgData name="Anthony Sebastian Xerri Hawley" userId="79b7d0b5-0742-4a77-b818-949165fafb9c" providerId="ADAL" clId="{0564B858-5026-4537-9AFD-34C08ED5C8C2}" dt="2026-09-08T12:03:15.605" v="1438" actId="1076"/>
          <ac:spMkLst>
            <pc:docMk/>
            <pc:sldMk cId="1645072409" sldId="314"/>
            <ac:spMk id="22" creationId="{F15A56CB-8B63-9FB2-2CB6-7A72996A769F}"/>
          </ac:spMkLst>
        </pc:spChg>
        <pc:spChg chg="add mod">
          <ac:chgData name="Anthony Sebastian Xerri Hawley" userId="79b7d0b5-0742-4a77-b818-949165fafb9c" providerId="ADAL" clId="{0564B858-5026-4537-9AFD-34C08ED5C8C2}" dt="2026-09-08T12:03:21.790" v="1441" actId="20577"/>
          <ac:spMkLst>
            <pc:docMk/>
            <pc:sldMk cId="1645072409" sldId="314"/>
            <ac:spMk id="25" creationId="{C0EF10F2-61B4-59B4-C85D-C960D7DE3339}"/>
          </ac:spMkLst>
        </pc:spChg>
        <pc:picChg chg="add mod">
          <ac:chgData name="Anthony Sebastian Xerri Hawley" userId="79b7d0b5-0742-4a77-b818-949165fafb9c" providerId="ADAL" clId="{0564B858-5026-4537-9AFD-34C08ED5C8C2}" dt="2026-09-08T12:02:48.266" v="1435" actId="1076"/>
          <ac:picMkLst>
            <pc:docMk/>
            <pc:sldMk cId="1645072409" sldId="314"/>
            <ac:picMk id="27" creationId="{995C7075-D2C3-C495-2825-4954E43AE5BC}"/>
          </ac:picMkLst>
        </pc:picChg>
      </pc:sldChg>
      <pc:sldChg chg="addSp delSp modSp add mod">
        <pc:chgData name="Anthony Sebastian Xerri Hawley" userId="79b7d0b5-0742-4a77-b818-949165fafb9c" providerId="ADAL" clId="{0564B858-5026-4537-9AFD-34C08ED5C8C2}" dt="2026-09-08T12:08:54.700" v="1523" actId="14100"/>
        <pc:sldMkLst>
          <pc:docMk/>
          <pc:sldMk cId="2235030955" sldId="315"/>
        </pc:sldMkLst>
        <pc:spChg chg="mod">
          <ac:chgData name="Anthony Sebastian Xerri Hawley" userId="79b7d0b5-0742-4a77-b818-949165fafb9c" providerId="ADAL" clId="{0564B858-5026-4537-9AFD-34C08ED5C8C2}" dt="2026-09-08T12:04:24.046" v="1489" actId="1076"/>
          <ac:spMkLst>
            <pc:docMk/>
            <pc:sldMk cId="2235030955" sldId="315"/>
            <ac:spMk id="6" creationId="{5F99A978-DDBA-DC4B-0C4A-D1B0B4F1306A}"/>
          </ac:spMkLst>
        </pc:spChg>
        <pc:spChg chg="add mod">
          <ac:chgData name="Anthony Sebastian Xerri Hawley" userId="79b7d0b5-0742-4a77-b818-949165fafb9c" providerId="ADAL" clId="{0564B858-5026-4537-9AFD-34C08ED5C8C2}" dt="2026-09-08T12:08:47.382" v="1521" actId="1076"/>
          <ac:spMkLst>
            <pc:docMk/>
            <pc:sldMk cId="2235030955" sldId="315"/>
            <ac:spMk id="9" creationId="{41D4C7F2-BC28-48E8-5BC8-7DEBD59DDD40}"/>
          </ac:spMkLst>
        </pc:spChg>
        <pc:spChg chg="add">
          <ac:chgData name="Anthony Sebastian Xerri Hawley" userId="79b7d0b5-0742-4a77-b818-949165fafb9c" providerId="ADAL" clId="{0564B858-5026-4537-9AFD-34C08ED5C8C2}" dt="2026-09-08T12:04:31.256" v="1490" actId="22"/>
          <ac:spMkLst>
            <pc:docMk/>
            <pc:sldMk cId="2235030955" sldId="315"/>
            <ac:spMk id="11" creationId="{C8E3514C-994B-F1FA-8D38-D0113DCC39DF}"/>
          </ac:spMkLst>
        </pc:spChg>
        <pc:spChg chg="mod">
          <ac:chgData name="Anthony Sebastian Xerri Hawley" userId="79b7d0b5-0742-4a77-b818-949165fafb9c" providerId="ADAL" clId="{0564B858-5026-4537-9AFD-34C08ED5C8C2}" dt="2026-09-08T12:04:16.399" v="1487" actId="20577"/>
          <ac:spMkLst>
            <pc:docMk/>
            <pc:sldMk cId="2235030955" sldId="315"/>
            <ac:spMk id="13" creationId="{2A473F45-4DF7-28E1-4A6A-04DE58496BD2}"/>
          </ac:spMkLst>
        </pc:spChg>
        <pc:spChg chg="add">
          <ac:chgData name="Anthony Sebastian Xerri Hawley" userId="79b7d0b5-0742-4a77-b818-949165fafb9c" providerId="ADAL" clId="{0564B858-5026-4537-9AFD-34C08ED5C8C2}" dt="2026-09-08T12:04:31.256" v="1490" actId="22"/>
          <ac:spMkLst>
            <pc:docMk/>
            <pc:sldMk cId="2235030955" sldId="315"/>
            <ac:spMk id="14" creationId="{9EF31EB8-30C3-E8BD-78B5-1ED22E0192F8}"/>
          </ac:spMkLst>
        </pc:spChg>
        <pc:spChg chg="add mod">
          <ac:chgData name="Anthony Sebastian Xerri Hawley" userId="79b7d0b5-0742-4a77-b818-949165fafb9c" providerId="ADAL" clId="{0564B858-5026-4537-9AFD-34C08ED5C8C2}" dt="2026-09-08T12:08:43.331" v="1520" actId="1076"/>
          <ac:spMkLst>
            <pc:docMk/>
            <pc:sldMk cId="2235030955" sldId="315"/>
            <ac:spMk id="22" creationId="{5B148F2E-30FC-51F6-44A3-C2520B70E3D5}"/>
          </ac:spMkLst>
        </pc:spChg>
        <pc:spChg chg="add mod">
          <ac:chgData name="Anthony Sebastian Xerri Hawley" userId="79b7d0b5-0742-4a77-b818-949165fafb9c" providerId="ADAL" clId="{0564B858-5026-4537-9AFD-34C08ED5C8C2}" dt="2026-09-08T12:07:47.932" v="1508" actId="1076"/>
          <ac:spMkLst>
            <pc:docMk/>
            <pc:sldMk cId="2235030955" sldId="315"/>
            <ac:spMk id="25" creationId="{8FA2F735-9046-C5E7-BD95-61D941F92313}"/>
          </ac:spMkLst>
        </pc:spChg>
        <pc:spChg chg="add mod">
          <ac:chgData name="Anthony Sebastian Xerri Hawley" userId="79b7d0b5-0742-4a77-b818-949165fafb9c" providerId="ADAL" clId="{0564B858-5026-4537-9AFD-34C08ED5C8C2}" dt="2026-09-08T12:07:47.932" v="1508" actId="1076"/>
          <ac:spMkLst>
            <pc:docMk/>
            <pc:sldMk cId="2235030955" sldId="315"/>
            <ac:spMk id="27" creationId="{34DC79DD-0574-787B-5805-AA24C72FA883}"/>
          </ac:spMkLst>
        </pc:spChg>
        <pc:spChg chg="add mod">
          <ac:chgData name="Anthony Sebastian Xerri Hawley" userId="79b7d0b5-0742-4a77-b818-949165fafb9c" providerId="ADAL" clId="{0564B858-5026-4537-9AFD-34C08ED5C8C2}" dt="2026-09-08T12:07:51.213" v="1509" actId="1076"/>
          <ac:spMkLst>
            <pc:docMk/>
            <pc:sldMk cId="2235030955" sldId="315"/>
            <ac:spMk id="31" creationId="{3E981F6F-A684-DD60-8F54-456E2D5B1DF3}"/>
          </ac:spMkLst>
        </pc:spChg>
        <pc:spChg chg="add mod">
          <ac:chgData name="Anthony Sebastian Xerri Hawley" userId="79b7d0b5-0742-4a77-b818-949165fafb9c" providerId="ADAL" clId="{0564B858-5026-4537-9AFD-34C08ED5C8C2}" dt="2026-09-08T12:08:30.181" v="1519" actId="20577"/>
          <ac:spMkLst>
            <pc:docMk/>
            <pc:sldMk cId="2235030955" sldId="315"/>
            <ac:spMk id="33" creationId="{EDFD1E89-08B0-8768-73FC-4F7C583461A5}"/>
          </ac:spMkLst>
        </pc:spChg>
        <pc:picChg chg="add mod">
          <ac:chgData name="Anthony Sebastian Xerri Hawley" userId="79b7d0b5-0742-4a77-b818-949165fafb9c" providerId="ADAL" clId="{0564B858-5026-4537-9AFD-34C08ED5C8C2}" dt="2026-09-08T12:08:51.127" v="1522" actId="14100"/>
          <ac:picMkLst>
            <pc:docMk/>
            <pc:sldMk cId="2235030955" sldId="315"/>
            <ac:picMk id="35" creationId="{2D783731-1FDB-3354-C3A1-ECB8BF35F7C6}"/>
          </ac:picMkLst>
        </pc:picChg>
        <pc:picChg chg="add mod">
          <ac:chgData name="Anthony Sebastian Xerri Hawley" userId="79b7d0b5-0742-4a77-b818-949165fafb9c" providerId="ADAL" clId="{0564B858-5026-4537-9AFD-34C08ED5C8C2}" dt="2026-09-08T12:08:54.700" v="1523" actId="14100"/>
          <ac:picMkLst>
            <pc:docMk/>
            <pc:sldMk cId="2235030955" sldId="315"/>
            <ac:picMk id="37" creationId="{CAE00816-85F2-D8E2-9F8F-9B414BB59794}"/>
          </ac:picMkLst>
        </pc:picChg>
        <pc:picChg chg="add mod">
          <ac:chgData name="Anthony Sebastian Xerri Hawley" userId="79b7d0b5-0742-4a77-b818-949165fafb9c" providerId="ADAL" clId="{0564B858-5026-4537-9AFD-34C08ED5C8C2}" dt="2026-09-08T12:07:53.953" v="1511" actId="1076"/>
          <ac:picMkLst>
            <pc:docMk/>
            <pc:sldMk cId="2235030955" sldId="315"/>
            <ac:picMk id="39" creationId="{4DB90183-3510-9143-86FB-250E4921A8BD}"/>
          </ac:picMkLst>
        </pc:picChg>
      </pc:sldChg>
      <pc:sldChg chg="addSp delSp modSp add mod">
        <pc:chgData name="Anthony Sebastian Xerri Hawley" userId="79b7d0b5-0742-4a77-b818-949165fafb9c" providerId="ADAL" clId="{0564B858-5026-4537-9AFD-34C08ED5C8C2}" dt="2026-09-09T07:02:57.007" v="1967" actId="14100"/>
        <pc:sldMkLst>
          <pc:docMk/>
          <pc:sldMk cId="3677952884" sldId="316"/>
        </pc:sldMkLst>
        <pc:spChg chg="mod">
          <ac:chgData name="Anthony Sebastian Xerri Hawley" userId="79b7d0b5-0742-4a77-b818-949165fafb9c" providerId="ADAL" clId="{0564B858-5026-4537-9AFD-34C08ED5C8C2}" dt="2026-09-08T12:09:37.710" v="1527" actId="1076"/>
          <ac:spMkLst>
            <pc:docMk/>
            <pc:sldMk cId="3677952884" sldId="316"/>
            <ac:spMk id="6" creationId="{7303839B-B518-A872-66E5-179E9DC0960B}"/>
          </ac:spMkLst>
        </pc:spChg>
        <pc:spChg chg="add mod">
          <ac:chgData name="Anthony Sebastian Xerri Hawley" userId="79b7d0b5-0742-4a77-b818-949165fafb9c" providerId="ADAL" clId="{0564B858-5026-4537-9AFD-34C08ED5C8C2}" dt="2026-09-08T12:12:39.531" v="1542" actId="1076"/>
          <ac:spMkLst>
            <pc:docMk/>
            <pc:sldMk cId="3677952884" sldId="316"/>
            <ac:spMk id="9" creationId="{CA19FFCC-3A7C-759E-7844-078331853ACE}"/>
          </ac:spMkLst>
        </pc:spChg>
        <pc:spChg chg="add mod">
          <ac:chgData name="Anthony Sebastian Xerri Hawley" userId="79b7d0b5-0742-4a77-b818-949165fafb9c" providerId="ADAL" clId="{0564B858-5026-4537-9AFD-34C08ED5C8C2}" dt="2026-09-09T07:02:05.808" v="1963" actId="20577"/>
          <ac:spMkLst>
            <pc:docMk/>
            <pc:sldMk cId="3677952884" sldId="316"/>
            <ac:spMk id="11" creationId="{0D70743D-7249-C410-91A6-68824B7AF7EF}"/>
          </ac:spMkLst>
        </pc:spChg>
        <pc:spChg chg="mod">
          <ac:chgData name="Anthony Sebastian Xerri Hawley" userId="79b7d0b5-0742-4a77-b818-949165fafb9c" providerId="ADAL" clId="{0564B858-5026-4537-9AFD-34C08ED5C8C2}" dt="2026-09-08T12:09:31.223" v="1525"/>
          <ac:spMkLst>
            <pc:docMk/>
            <pc:sldMk cId="3677952884" sldId="316"/>
            <ac:spMk id="13" creationId="{605D449F-E0BE-42E5-0C97-3814AD394EE6}"/>
          </ac:spMkLst>
        </pc:spChg>
        <pc:spChg chg="add mod">
          <ac:chgData name="Anthony Sebastian Xerri Hawley" userId="79b7d0b5-0742-4a77-b818-949165fafb9c" providerId="ADAL" clId="{0564B858-5026-4537-9AFD-34C08ED5C8C2}" dt="2026-09-08T12:12:52.525" v="1546" actId="1076"/>
          <ac:spMkLst>
            <pc:docMk/>
            <pc:sldMk cId="3677952884" sldId="316"/>
            <ac:spMk id="14" creationId="{D8C49AE0-31F4-D458-C3ED-11E1AEE80460}"/>
          </ac:spMkLst>
        </pc:spChg>
        <pc:spChg chg="add mod">
          <ac:chgData name="Anthony Sebastian Xerri Hawley" userId="79b7d0b5-0742-4a77-b818-949165fafb9c" providerId="ADAL" clId="{0564B858-5026-4537-9AFD-34C08ED5C8C2}" dt="2026-09-08T12:12:52.525" v="1546" actId="1076"/>
          <ac:spMkLst>
            <pc:docMk/>
            <pc:sldMk cId="3677952884" sldId="316"/>
            <ac:spMk id="18" creationId="{CCB3E1A9-D8CD-2078-65B7-789BB46D2792}"/>
          </ac:spMkLst>
        </pc:spChg>
        <pc:spChg chg="add mod">
          <ac:chgData name="Anthony Sebastian Xerri Hawley" userId="79b7d0b5-0742-4a77-b818-949165fafb9c" providerId="ADAL" clId="{0564B858-5026-4537-9AFD-34C08ED5C8C2}" dt="2026-09-08T12:13:35.214" v="1554" actId="1076"/>
          <ac:spMkLst>
            <pc:docMk/>
            <pc:sldMk cId="3677952884" sldId="316"/>
            <ac:spMk id="22" creationId="{14E30822-35F5-88A1-AAFC-CA885AF5381A}"/>
          </ac:spMkLst>
        </pc:spChg>
        <pc:spChg chg="add mod">
          <ac:chgData name="Anthony Sebastian Xerri Hawley" userId="79b7d0b5-0742-4a77-b818-949165fafb9c" providerId="ADAL" clId="{0564B858-5026-4537-9AFD-34C08ED5C8C2}" dt="2026-09-08T12:16:28.091" v="1670" actId="113"/>
          <ac:spMkLst>
            <pc:docMk/>
            <pc:sldMk cId="3677952884" sldId="316"/>
            <ac:spMk id="25" creationId="{B133B778-CA4E-A91F-0119-E77C58BDB2F6}"/>
          </ac:spMkLst>
        </pc:spChg>
        <pc:spChg chg="add mod">
          <ac:chgData name="Anthony Sebastian Xerri Hawley" userId="79b7d0b5-0742-4a77-b818-949165fafb9c" providerId="ADAL" clId="{0564B858-5026-4537-9AFD-34C08ED5C8C2}" dt="2026-09-08T12:13:57.200" v="1564" actId="14100"/>
          <ac:spMkLst>
            <pc:docMk/>
            <pc:sldMk cId="3677952884" sldId="316"/>
            <ac:spMk id="27" creationId="{992AB71A-7EC8-BE9C-14AE-17B6273D52A8}"/>
          </ac:spMkLst>
        </pc:spChg>
        <pc:spChg chg="add mod">
          <ac:chgData name="Anthony Sebastian Xerri Hawley" userId="79b7d0b5-0742-4a77-b818-949165fafb9c" providerId="ADAL" clId="{0564B858-5026-4537-9AFD-34C08ED5C8C2}" dt="2026-09-09T07:02:57.007" v="1967" actId="14100"/>
          <ac:spMkLst>
            <pc:docMk/>
            <pc:sldMk cId="3677952884" sldId="316"/>
            <ac:spMk id="36" creationId="{A1E7BB52-34BE-26C5-A8B9-D638C4904566}"/>
          </ac:spMkLst>
        </pc:spChg>
        <pc:picChg chg="add mod">
          <ac:chgData name="Anthony Sebastian Xerri Hawley" userId="79b7d0b5-0742-4a77-b818-949165fafb9c" providerId="ADAL" clId="{0564B858-5026-4537-9AFD-34C08ED5C8C2}" dt="2026-09-08T12:10:43.048" v="1540" actId="1076"/>
          <ac:picMkLst>
            <pc:docMk/>
            <pc:sldMk cId="3677952884" sldId="316"/>
            <ac:picMk id="29" creationId="{83C635CE-98F0-8F9E-F621-145A02620A1E}"/>
          </ac:picMkLst>
        </pc:picChg>
        <pc:picChg chg="add mod">
          <ac:chgData name="Anthony Sebastian Xerri Hawley" userId="79b7d0b5-0742-4a77-b818-949165fafb9c" providerId="ADAL" clId="{0564B858-5026-4537-9AFD-34C08ED5C8C2}" dt="2026-09-08T12:12:44.402" v="1545" actId="1076"/>
          <ac:picMkLst>
            <pc:docMk/>
            <pc:sldMk cId="3677952884" sldId="316"/>
            <ac:picMk id="31" creationId="{3FC1876C-9A17-BE6D-1219-D08782849CC8}"/>
          </ac:picMkLst>
        </pc:picChg>
        <pc:picChg chg="add mod">
          <ac:chgData name="Anthony Sebastian Xerri Hawley" userId="79b7d0b5-0742-4a77-b818-949165fafb9c" providerId="ADAL" clId="{0564B858-5026-4537-9AFD-34C08ED5C8C2}" dt="2026-09-08T12:14:51.767" v="1572" actId="1076"/>
          <ac:picMkLst>
            <pc:docMk/>
            <pc:sldMk cId="3677952884" sldId="316"/>
            <ac:picMk id="33" creationId="{95C3E008-680D-9A1C-CB11-5045FC40CDE7}"/>
          </ac:picMkLst>
        </pc:picChg>
        <pc:picChg chg="add mod">
          <ac:chgData name="Anthony Sebastian Xerri Hawley" userId="79b7d0b5-0742-4a77-b818-949165fafb9c" providerId="ADAL" clId="{0564B858-5026-4537-9AFD-34C08ED5C8C2}" dt="2026-09-08T12:14:54.684" v="1574" actId="1076"/>
          <ac:picMkLst>
            <pc:docMk/>
            <pc:sldMk cId="3677952884" sldId="316"/>
            <ac:picMk id="35" creationId="{562F3605-54CF-B463-A9B1-4ACBACB69019}"/>
          </ac:picMkLst>
        </pc:picChg>
      </pc:sldChg>
      <pc:sldChg chg="addSp delSp modSp add mod">
        <pc:chgData name="Anthony Sebastian Xerri Hawley" userId="79b7d0b5-0742-4a77-b818-949165fafb9c" providerId="ADAL" clId="{0564B858-5026-4537-9AFD-34C08ED5C8C2}" dt="2026-09-08T12:16:52.868" v="1675" actId="22"/>
        <pc:sldMkLst>
          <pc:docMk/>
          <pc:sldMk cId="1032937931" sldId="317"/>
        </pc:sldMkLst>
        <pc:spChg chg="mod">
          <ac:chgData name="Anthony Sebastian Xerri Hawley" userId="79b7d0b5-0742-4a77-b818-949165fafb9c" providerId="ADAL" clId="{0564B858-5026-4537-9AFD-34C08ED5C8C2}" dt="2026-09-08T12:16:47.022" v="1673" actId="1076"/>
          <ac:spMkLst>
            <pc:docMk/>
            <pc:sldMk cId="1032937931" sldId="317"/>
            <ac:spMk id="6" creationId="{E0890540-B8E3-B7A4-01CF-F11C4E7C3E6A}"/>
          </ac:spMkLst>
        </pc:spChg>
        <pc:spChg chg="mod">
          <ac:chgData name="Anthony Sebastian Xerri Hawley" userId="79b7d0b5-0742-4a77-b818-949165fafb9c" providerId="ADAL" clId="{0564B858-5026-4537-9AFD-34C08ED5C8C2}" dt="2026-09-08T12:16:41.547" v="1671"/>
          <ac:spMkLst>
            <pc:docMk/>
            <pc:sldMk cId="1032937931" sldId="317"/>
            <ac:spMk id="13" creationId="{759B9C6D-76AB-CD3C-0C83-83721B5B9672}"/>
          </ac:spMkLst>
        </pc:spChg>
        <pc:graphicFrameChg chg="add">
          <ac:chgData name="Anthony Sebastian Xerri Hawley" userId="79b7d0b5-0742-4a77-b818-949165fafb9c" providerId="ADAL" clId="{0564B858-5026-4537-9AFD-34C08ED5C8C2}" dt="2026-09-08T12:16:52.868" v="1675" actId="22"/>
          <ac:graphicFrameMkLst>
            <pc:docMk/>
            <pc:sldMk cId="1032937931" sldId="317"/>
            <ac:graphicFrameMk id="7" creationId="{0F6B3369-F72D-0466-36F7-56F69399902A}"/>
          </ac:graphicFrameMkLst>
        </pc:graphicFrameChg>
      </pc:sldChg>
      <pc:sldChg chg="addSp delSp modSp add del mod">
        <pc:chgData name="Anthony Sebastian Xerri Hawley" userId="79b7d0b5-0742-4a77-b818-949165fafb9c" providerId="ADAL" clId="{0564B858-5026-4537-9AFD-34C08ED5C8C2}" dt="2026-09-09T09:02:56.747" v="2525" actId="403"/>
        <pc:sldMkLst>
          <pc:docMk/>
          <pc:sldMk cId="166816702" sldId="318"/>
        </pc:sldMkLst>
        <pc:spChg chg="mod">
          <ac:chgData name="Anthony Sebastian Xerri Hawley" userId="79b7d0b5-0742-4a77-b818-949165fafb9c" providerId="ADAL" clId="{0564B858-5026-4537-9AFD-34C08ED5C8C2}" dt="2026-09-09T09:02:56.747" v="2525" actId="403"/>
          <ac:spMkLst>
            <pc:docMk/>
            <pc:sldMk cId="166816702" sldId="318"/>
            <ac:spMk id="2" creationId="{E3DE95F0-3C28-2418-1DCA-C07F88338E72}"/>
          </ac:spMkLst>
        </pc:spChg>
        <pc:spChg chg="add del">
          <ac:chgData name="Anthony Sebastian Xerri Hawley" userId="79b7d0b5-0742-4a77-b818-949165fafb9c" providerId="ADAL" clId="{0564B858-5026-4537-9AFD-34C08ED5C8C2}" dt="2026-09-09T09:02:29.916" v="2508" actId="478"/>
          <ac:spMkLst>
            <pc:docMk/>
            <pc:sldMk cId="166816702" sldId="318"/>
            <ac:spMk id="4" creationId="{D0AA4C09-FCB7-0C8B-27A0-7BA3B676C8B1}"/>
          </ac:spMkLst>
        </pc:spChg>
      </pc:sldChg>
    </pc:docChg>
  </pc:docChgLst>
  <pc:docChgLst>
    <pc:chgData name="Anthony Sebastian Xerri Hawley" userId="79b7d0b5-0742-4a77-b818-949165fafb9c" providerId="ADAL" clId="{033B6EBA-8B75-4E94-91D2-59A2A06864CC}"/>
    <pc:docChg chg="modSld">
      <pc:chgData name="Anthony Sebastian Xerri Hawley" userId="79b7d0b5-0742-4a77-b818-949165fafb9c" providerId="ADAL" clId="{033B6EBA-8B75-4E94-91D2-59A2A06864CC}" dt="2026-09-14T09:03:37.800" v="38" actId="20577"/>
      <pc:docMkLst>
        <pc:docMk/>
      </pc:docMkLst>
      <pc:sldChg chg="modSp mod">
        <pc:chgData name="Anthony Sebastian Xerri Hawley" userId="79b7d0b5-0742-4a77-b818-949165fafb9c" providerId="ADAL" clId="{033B6EBA-8B75-4E94-91D2-59A2A06864CC}" dt="2026-09-14T09:02:35.420" v="25" actId="20577"/>
        <pc:sldMkLst>
          <pc:docMk/>
          <pc:sldMk cId="0" sldId="267"/>
        </pc:sldMkLst>
        <pc:spChg chg="mod">
          <ac:chgData name="Anthony Sebastian Xerri Hawley" userId="79b7d0b5-0742-4a77-b818-949165fafb9c" providerId="ADAL" clId="{033B6EBA-8B75-4E94-91D2-59A2A06864CC}" dt="2026-09-14T09:02:35.420" v="25" actId="20577"/>
          <ac:spMkLst>
            <pc:docMk/>
            <pc:sldMk cId="0" sldId="267"/>
            <ac:spMk id="2" creationId="{00000000-0000-0000-0000-000000000000}"/>
          </ac:spMkLst>
        </pc:spChg>
      </pc:sldChg>
      <pc:sldChg chg="modSp mod">
        <pc:chgData name="Anthony Sebastian Xerri Hawley" userId="79b7d0b5-0742-4a77-b818-949165fafb9c" providerId="ADAL" clId="{033B6EBA-8B75-4E94-91D2-59A2A06864CC}" dt="2026-09-14T09:03:37.800" v="38" actId="20577"/>
        <pc:sldMkLst>
          <pc:docMk/>
          <pc:sldMk cId="2235030955" sldId="315"/>
        </pc:sldMkLst>
        <pc:spChg chg="mod">
          <ac:chgData name="Anthony Sebastian Xerri Hawley" userId="79b7d0b5-0742-4a77-b818-949165fafb9c" providerId="ADAL" clId="{033B6EBA-8B75-4E94-91D2-59A2A06864CC}" dt="2026-09-14T09:03:37.800" v="38" actId="20577"/>
          <ac:spMkLst>
            <pc:docMk/>
            <pc:sldMk cId="2235030955" sldId="315"/>
            <ac:spMk id="2" creationId="{57F13314-C9D1-039F-381F-B32C1AAF7987}"/>
          </ac:spMkLst>
        </pc:spChg>
      </pc:sldChg>
      <pc:sldChg chg="modSp mod">
        <pc:chgData name="Anthony Sebastian Xerri Hawley" userId="79b7d0b5-0742-4a77-b818-949165fafb9c" providerId="ADAL" clId="{033B6EBA-8B75-4E94-91D2-59A2A06864CC}" dt="2026-09-14T08:57:07.282" v="22" actId="20577"/>
        <pc:sldMkLst>
          <pc:docMk/>
          <pc:sldMk cId="3677952884" sldId="316"/>
        </pc:sldMkLst>
        <pc:spChg chg="mod">
          <ac:chgData name="Anthony Sebastian Xerri Hawley" userId="79b7d0b5-0742-4a77-b818-949165fafb9c" providerId="ADAL" clId="{033B6EBA-8B75-4E94-91D2-59A2A06864CC}" dt="2026-09-14T08:57:07.282" v="22" actId="20577"/>
          <ac:spMkLst>
            <pc:docMk/>
            <pc:sldMk cId="3677952884" sldId="316"/>
            <ac:spMk id="2" creationId="{B9751111-593A-0E16-5CF1-5E72FB9C7C5B}"/>
          </ac:spMkLst>
        </pc:spChg>
      </pc:sldChg>
      <pc:sldChg chg="modSp mod">
        <pc:chgData name="Anthony Sebastian Xerri Hawley" userId="79b7d0b5-0742-4a77-b818-949165fafb9c" providerId="ADAL" clId="{033B6EBA-8B75-4E94-91D2-59A2A06864CC}" dt="2026-09-14T09:02:54.424" v="29" actId="20577"/>
        <pc:sldMkLst>
          <pc:docMk/>
          <pc:sldMk cId="1032937931" sldId="317"/>
        </pc:sldMkLst>
        <pc:spChg chg="mod">
          <ac:chgData name="Anthony Sebastian Xerri Hawley" userId="79b7d0b5-0742-4a77-b818-949165fafb9c" providerId="ADAL" clId="{033B6EBA-8B75-4E94-91D2-59A2A06864CC}" dt="2026-09-14T09:02:54.424" v="29" actId="20577"/>
          <ac:spMkLst>
            <pc:docMk/>
            <pc:sldMk cId="1032937931" sldId="317"/>
            <ac:spMk id="2" creationId="{312A2B14-2440-E209-302E-AE11B090971C}"/>
          </ac:spMkLst>
        </pc:spChg>
      </pc:sldChg>
    </pc:docChg>
  </pc:docChgLst>
  <pc:docChgLst>
    <pc:chgData name="Javier Sanchez Diaz" userId="04e5ad7b-bcef-4875-a965-17a800c473d7" providerId="ADAL" clId="{3F1AE386-ABAA-421C-A829-F5FE90317310}"/>
    <pc:docChg chg="custSel addSld modSld sldOrd">
      <pc:chgData name="Javier Sanchez Diaz" userId="04e5ad7b-bcef-4875-a965-17a800c473d7" providerId="ADAL" clId="{3F1AE386-ABAA-421C-A829-F5FE90317310}" dt="2026-09-14T09:26:05.422" v="80"/>
      <pc:docMkLst>
        <pc:docMk/>
      </pc:docMkLst>
      <pc:sldChg chg="modSp mod">
        <pc:chgData name="Javier Sanchez Diaz" userId="04e5ad7b-bcef-4875-a965-17a800c473d7" providerId="ADAL" clId="{3F1AE386-ABAA-421C-A829-F5FE90317310}" dt="2026-09-07T10:24:00.462" v="24" actId="20577"/>
        <pc:sldMkLst>
          <pc:docMk/>
          <pc:sldMk cId="0" sldId="259"/>
        </pc:sldMkLst>
      </pc:sldChg>
      <pc:sldChg chg="ord">
        <pc:chgData name="Javier Sanchez Diaz" userId="04e5ad7b-bcef-4875-a965-17a800c473d7" providerId="ADAL" clId="{3F1AE386-ABAA-421C-A829-F5FE90317310}" dt="2026-09-14T09:23:39.276" v="70"/>
        <pc:sldMkLst>
          <pc:docMk/>
          <pc:sldMk cId="0" sldId="264"/>
        </pc:sldMkLst>
      </pc:sldChg>
      <pc:sldChg chg="delSp mod">
        <pc:chgData name="Javier Sanchez Diaz" userId="04e5ad7b-bcef-4875-a965-17a800c473d7" providerId="ADAL" clId="{3F1AE386-ABAA-421C-A829-F5FE90317310}" dt="2026-09-14T09:00:01.356" v="57" actId="478"/>
        <pc:sldMkLst>
          <pc:docMk/>
          <pc:sldMk cId="4080553754" sldId="271"/>
        </pc:sldMkLst>
        <pc:spChg chg="del">
          <ac:chgData name="Javier Sanchez Diaz" userId="04e5ad7b-bcef-4875-a965-17a800c473d7" providerId="ADAL" clId="{3F1AE386-ABAA-421C-A829-F5FE90317310}" dt="2026-09-14T09:00:01.356" v="57" actId="478"/>
          <ac:spMkLst>
            <pc:docMk/>
            <pc:sldMk cId="4080553754" sldId="271"/>
            <ac:spMk id="4" creationId="{402E0DF4-559C-E1C3-CCFF-E9BB92E3DE2B}"/>
          </ac:spMkLst>
        </pc:spChg>
      </pc:sldChg>
      <pc:sldChg chg="ord">
        <pc:chgData name="Javier Sanchez Diaz" userId="04e5ad7b-bcef-4875-a965-17a800c473d7" providerId="ADAL" clId="{3F1AE386-ABAA-421C-A829-F5FE90317310}" dt="2026-09-14T09:22:55.165" v="66"/>
        <pc:sldMkLst>
          <pc:docMk/>
          <pc:sldMk cId="4158668941" sldId="305"/>
        </pc:sldMkLst>
      </pc:sldChg>
      <pc:sldChg chg="add mod ord modShow">
        <pc:chgData name="Javier Sanchez Diaz" userId="04e5ad7b-bcef-4875-a965-17a800c473d7" providerId="ADAL" clId="{3F1AE386-ABAA-421C-A829-F5FE90317310}" dt="2026-09-14T09:25:36.497" v="76"/>
        <pc:sldMkLst>
          <pc:docMk/>
          <pc:sldMk cId="1683136462" sldId="319"/>
        </pc:sldMkLst>
      </pc:sldChg>
      <pc:sldChg chg="add ord">
        <pc:chgData name="Javier Sanchez Diaz" userId="04e5ad7b-bcef-4875-a965-17a800c473d7" providerId="ADAL" clId="{3F1AE386-ABAA-421C-A829-F5FE90317310}" dt="2026-09-14T09:26:05.422" v="80"/>
        <pc:sldMkLst>
          <pc:docMk/>
          <pc:sldMk cId="799339580" sldId="320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D01630D9-D4A2-47D9-9C91-A51BFC2A185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50443" y="0"/>
            <a:ext cx="2945659" cy="498056"/>
          </a:xfrm>
          <a:prstGeom prst="rect">
            <a:avLst/>
          </a:prstGeom>
        </p:spPr>
        <p:txBody>
          <a:bodyPr vert="horz" lIns="95558" tIns="47779" rIns="95558" bIns="47779" rtlCol="0"/>
          <a:lstStyle>
            <a:lvl1pPr algn="r">
              <a:defRPr sz="1300"/>
            </a:lvl1pPr>
          </a:lstStyle>
          <a:p>
            <a:fld id="{007D791F-5EA2-4CB9-93AA-66BF8D657B5A}" type="datetimeFigureOut">
              <a:rPr lang="es-ES" smtClean="0"/>
              <a:t>14/09/2026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5592B4C7-5B14-4AA8-BD46-4E6B60577692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428585"/>
            <a:ext cx="2945659" cy="498055"/>
          </a:xfrm>
          <a:prstGeom prst="rect">
            <a:avLst/>
          </a:prstGeom>
        </p:spPr>
        <p:txBody>
          <a:bodyPr vert="horz" lIns="95558" tIns="47779" rIns="95558" bIns="47779" rtlCol="0" anchor="b"/>
          <a:lstStyle>
            <a:lvl1pPr algn="l">
              <a:defRPr sz="1300"/>
            </a:lvl1pPr>
          </a:lstStyle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81B90842-BCF5-4CCD-AC70-2D889C0041D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50443" y="9428585"/>
            <a:ext cx="2945659" cy="498055"/>
          </a:xfrm>
          <a:prstGeom prst="rect">
            <a:avLst/>
          </a:prstGeom>
        </p:spPr>
        <p:txBody>
          <a:bodyPr vert="horz" lIns="95558" tIns="47779" rIns="95558" bIns="47779" rtlCol="0" anchor="b"/>
          <a:lstStyle>
            <a:lvl1pPr algn="r">
              <a:defRPr sz="1300"/>
            </a:lvl1pPr>
          </a:lstStyle>
          <a:p>
            <a:fld id="{57366F0C-E843-4F99-A3E4-8F3A7CD51A08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63184408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5659" cy="498056"/>
          </a:xfrm>
          <a:prstGeom prst="rect">
            <a:avLst/>
          </a:prstGeom>
        </p:spPr>
        <p:txBody>
          <a:bodyPr vert="horz" lIns="95558" tIns="47779" rIns="95558" bIns="47779" rtlCol="0"/>
          <a:lstStyle>
            <a:lvl1pPr algn="l">
              <a:defRPr sz="13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50443" y="0"/>
            <a:ext cx="2945659" cy="498056"/>
          </a:xfrm>
          <a:prstGeom prst="rect">
            <a:avLst/>
          </a:prstGeom>
        </p:spPr>
        <p:txBody>
          <a:bodyPr vert="horz" lIns="95558" tIns="47779" rIns="95558" bIns="47779" rtlCol="0"/>
          <a:lstStyle>
            <a:lvl1pPr algn="r">
              <a:defRPr sz="1300"/>
            </a:lvl1pPr>
          </a:lstStyle>
          <a:p>
            <a:fld id="{463DBE5D-DB77-4B22-88AF-BBA292C0200F}" type="datetimeFigureOut">
              <a:rPr lang="es-ES" smtClean="0"/>
              <a:t>14/09/2026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422275" y="1241425"/>
            <a:ext cx="5954713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5558" tIns="47779" rIns="95558" bIns="47779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79768" y="4777194"/>
            <a:ext cx="5438140" cy="3908614"/>
          </a:xfrm>
          <a:prstGeom prst="rect">
            <a:avLst/>
          </a:prstGeom>
        </p:spPr>
        <p:txBody>
          <a:bodyPr vert="horz" lIns="95558" tIns="47779" rIns="95558" bIns="47779" rtlCol="0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9428585"/>
            <a:ext cx="2945659" cy="498055"/>
          </a:xfrm>
          <a:prstGeom prst="rect">
            <a:avLst/>
          </a:prstGeom>
        </p:spPr>
        <p:txBody>
          <a:bodyPr vert="horz" lIns="95558" tIns="47779" rIns="95558" bIns="47779" rtlCol="0" anchor="b"/>
          <a:lstStyle>
            <a:lvl1pPr algn="l">
              <a:defRPr sz="13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50443" y="9428585"/>
            <a:ext cx="2945659" cy="498055"/>
          </a:xfrm>
          <a:prstGeom prst="rect">
            <a:avLst/>
          </a:prstGeom>
        </p:spPr>
        <p:txBody>
          <a:bodyPr vert="horz" lIns="95558" tIns="47779" rIns="95558" bIns="47779" rtlCol="0" anchor="b"/>
          <a:lstStyle>
            <a:lvl1pPr algn="r">
              <a:defRPr sz="1300"/>
            </a:lvl1pPr>
          </a:lstStyle>
          <a:p>
            <a:fld id="{4E212FDD-03E5-4857-A2DA-53A8CD10B629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6195889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sv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8.svg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sv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sv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sv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sv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sv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sv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svg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3.xml"/><Relationship Id="rId4" Type="http://schemas.openxmlformats.org/officeDocument/2006/relationships/image" Target="../media/image14.emf"/></Relationships>
</file>

<file path=ppt/slideLayouts/_rels/slideLayout34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5.xml"/><Relationship Id="rId1" Type="http://schemas.openxmlformats.org/officeDocument/2006/relationships/tags" Target="../tags/tag4.xml"/><Relationship Id="rId6" Type="http://schemas.openxmlformats.org/officeDocument/2006/relationships/image" Target="../media/image16.gif"/><Relationship Id="rId5" Type="http://schemas.openxmlformats.org/officeDocument/2006/relationships/image" Target="../media/image15.emf"/><Relationship Id="rId4" Type="http://schemas.openxmlformats.org/officeDocument/2006/relationships/oleObject" Target="../embeddings/oleObject3.bin"/></Relationships>
</file>

<file path=ppt/slideLayouts/_rels/slideLayout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wmf"/><Relationship Id="rId2" Type="http://schemas.openxmlformats.org/officeDocument/2006/relationships/image" Target="../media/image18.wmf"/><Relationship Id="rId1" Type="http://schemas.openxmlformats.org/officeDocument/2006/relationships/slideMaster" Target="../slideMasters/slideMaster2.xml"/></Relationships>
</file>

<file path=ppt/slideLayouts/_rels/slideLayout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wmf"/><Relationship Id="rId2" Type="http://schemas.openxmlformats.org/officeDocument/2006/relationships/image" Target="../media/image20.wmf"/><Relationship Id="rId1" Type="http://schemas.openxmlformats.org/officeDocument/2006/relationships/slideMaster" Target="../slideMasters/slideMaster2.xml"/></Relationships>
</file>

<file path=ppt/slideLayouts/_rels/slideLayout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wmf"/><Relationship Id="rId1" Type="http://schemas.openxmlformats.org/officeDocument/2006/relationships/slideMaster" Target="../slideMasters/slideMaster2.xml"/></Relationships>
</file>

<file path=ppt/slideLayouts/_rels/slideLayout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wmf"/><Relationship Id="rId2" Type="http://schemas.openxmlformats.org/officeDocument/2006/relationships/image" Target="../media/image21.wmf"/><Relationship Id="rId1" Type="http://schemas.openxmlformats.org/officeDocument/2006/relationships/slideMaster" Target="../slideMasters/slideMaster2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wmf"/><Relationship Id="rId1" Type="http://schemas.openxmlformats.org/officeDocument/2006/relationships/slideMaster" Target="../slideMasters/slideMaster2.xml"/></Relationships>
</file>

<file path=ppt/slideLayouts/_rels/slideLayout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wmf"/><Relationship Id="rId1" Type="http://schemas.openxmlformats.org/officeDocument/2006/relationships/slideMaster" Target="../slideMasters/slideMaster2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wmf"/><Relationship Id="rId1" Type="http://schemas.openxmlformats.org/officeDocument/2006/relationships/slideMaster" Target="../slideMasters/slideMaster2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svg"/><Relationship Id="rId1" Type="http://schemas.openxmlformats.org/officeDocument/2006/relationships/slideMaster" Target="../slideMasters/slideMaster2.xml"/></Relationships>
</file>

<file path=ppt/slideLayouts/_rels/slideLayout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wmf"/><Relationship Id="rId1" Type="http://schemas.openxmlformats.org/officeDocument/2006/relationships/slideMaster" Target="../slideMasters/slideMaster2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wmf"/><Relationship Id="rId1" Type="http://schemas.openxmlformats.org/officeDocument/2006/relationships/slideMaster" Target="../slideMasters/slideMaster2.xml"/></Relationships>
</file>

<file path=ppt/slideLayouts/_rels/slideLayout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wmf"/><Relationship Id="rId1" Type="http://schemas.openxmlformats.org/officeDocument/2006/relationships/slideMaster" Target="../slideMasters/slideMaster2.xml"/></Relationships>
</file>

<file path=ppt/slideLayouts/_rels/slideLayout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wmf"/><Relationship Id="rId2" Type="http://schemas.openxmlformats.org/officeDocument/2006/relationships/image" Target="../media/image18.wmf"/><Relationship Id="rId1" Type="http://schemas.openxmlformats.org/officeDocument/2006/relationships/slideMaster" Target="../slideMasters/slideMaster3.xml"/></Relationships>
</file>

<file path=ppt/slideLayouts/_rels/slideLayout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wmf"/><Relationship Id="rId2" Type="http://schemas.openxmlformats.org/officeDocument/2006/relationships/image" Target="../media/image20.wmf"/><Relationship Id="rId1" Type="http://schemas.openxmlformats.org/officeDocument/2006/relationships/slideMaster" Target="../slideMasters/slideMaster3.xml"/></Relationships>
</file>

<file path=ppt/slideLayouts/_rels/slideLayout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wmf"/><Relationship Id="rId1" Type="http://schemas.openxmlformats.org/officeDocument/2006/relationships/slideMaster" Target="../slideMasters/slideMaster3.xml"/></Relationships>
</file>

<file path=ppt/slideLayouts/_rels/slideLayout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wmf"/><Relationship Id="rId2" Type="http://schemas.openxmlformats.org/officeDocument/2006/relationships/image" Target="../media/image21.wmf"/><Relationship Id="rId1" Type="http://schemas.openxmlformats.org/officeDocument/2006/relationships/slideMaster" Target="../slideMasters/slideMaster3.xml"/></Relationships>
</file>

<file path=ppt/slideLayouts/_rels/slideLayout6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wmf"/><Relationship Id="rId1" Type="http://schemas.openxmlformats.org/officeDocument/2006/relationships/slideMaster" Target="../slideMasters/slideMaster3.xml"/></Relationships>
</file>

<file path=ppt/slideLayouts/_rels/slideLayout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wmf"/><Relationship Id="rId1" Type="http://schemas.openxmlformats.org/officeDocument/2006/relationships/slideMaster" Target="../slideMasters/slideMaster3.xml"/></Relationships>
</file>

<file path=ppt/slideLayouts/_rels/slideLayout7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wmf"/><Relationship Id="rId1" Type="http://schemas.openxmlformats.org/officeDocument/2006/relationships/slideMaster" Target="../slideMasters/slideMaster3.xml"/></Relationships>
</file>

<file path=ppt/slideLayouts/_rels/slideLayout7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svg"/><Relationship Id="rId1" Type="http://schemas.openxmlformats.org/officeDocument/2006/relationships/slideMaster" Target="../slideMasters/slideMaster3.xml"/></Relationships>
</file>

<file path=ppt/slideLayouts/_rels/slideLayout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wmf"/><Relationship Id="rId1" Type="http://schemas.openxmlformats.org/officeDocument/2006/relationships/slideMaster" Target="../slideMasters/slideMaster3.xml"/></Relationships>
</file>

<file path=ppt/slideLayouts/_rels/slideLayout7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wmf"/><Relationship Id="rId1" Type="http://schemas.openxmlformats.org/officeDocument/2006/relationships/slideMaster" Target="../slideMasters/slideMaster3.xml"/></Relationships>
</file>

<file path=ppt/slideLayouts/_rels/slideLayout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wmf"/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373AC2B-7C4F-783D-D6F2-BCE969F488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 bwMode="gray"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717272B-B864-D450-1C24-ED25197B6860}"/>
              </a:ext>
            </a:extLst>
          </p:cNvPr>
          <p:cNvSpPr>
            <a:spLocks noGrp="1"/>
          </p:cNvSpPr>
          <p:nvPr>
            <p:ph type="ctrTitle"/>
          </p:nvPr>
        </p:nvSpPr>
        <p:spPr bwMode="gray">
          <a:xfrm>
            <a:off x="407988" y="1412875"/>
            <a:ext cx="5400000" cy="3240000"/>
          </a:xfrm>
        </p:spPr>
        <p:txBody>
          <a:bodyPr anchor="b"/>
          <a:lstStyle>
            <a:lvl1pPr algn="l">
              <a:defRPr sz="44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B4C4D1A-35DF-A5A0-AAD5-804374E5F4BE}"/>
              </a:ext>
            </a:extLst>
          </p:cNvPr>
          <p:cNvSpPr>
            <a:spLocks noGrp="1"/>
          </p:cNvSpPr>
          <p:nvPr>
            <p:ph type="subTitle" idx="1"/>
          </p:nvPr>
        </p:nvSpPr>
        <p:spPr bwMode="gray">
          <a:xfrm>
            <a:off x="407988" y="4806362"/>
            <a:ext cx="5400000" cy="1638782"/>
          </a:xfrm>
        </p:spPr>
        <p:txBody>
          <a:bodyPr/>
          <a:lstStyle>
            <a:lvl1pPr marL="0" indent="0" algn="l">
              <a:buNone/>
              <a:defRPr sz="20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3E210C7A-D035-027A-2CEC-10224ADB78F1}"/>
              </a:ext>
            </a:extLst>
          </p:cNvPr>
          <p:cNvPicPr>
            <a:picLocks noChangeAspect="1"/>
          </p:cNvPicPr>
          <p:nvPr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 bwMode="gray">
          <a:xfrm>
            <a:off x="7070724" y="1736724"/>
            <a:ext cx="5121276" cy="5121276"/>
          </a:xfrm>
          <a:prstGeom prst="rect">
            <a:avLst/>
          </a:prstGeom>
        </p:spPr>
      </p:pic>
      <p:pic>
        <p:nvPicPr>
          <p:cNvPr id="10" name="Graphic 9">
            <a:extLst>
              <a:ext uri="{FF2B5EF4-FFF2-40B4-BE49-F238E27FC236}">
                <a16:creationId xmlns:a16="http://schemas.microsoft.com/office/drawing/2014/main" id="{5CD280DA-A22E-9C19-470F-00094798CB91}"/>
              </a:ext>
            </a:extLst>
          </p:cNvPr>
          <p:cNvPicPr>
            <a:picLocks noChangeAspect="1"/>
          </p:cNvPicPr>
          <p:nvPr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 bwMode="gray">
          <a:xfrm>
            <a:off x="9489440" y="530502"/>
            <a:ext cx="2079325" cy="338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239145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Slide Changeble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69447CB1-7F3B-4D2E-DB9B-AB49797F1D77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  <a:solidFill>
            <a:schemeClr val="accent6"/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717272B-B864-D450-1C24-ED25197B6860}"/>
              </a:ext>
            </a:extLst>
          </p:cNvPr>
          <p:cNvSpPr>
            <a:spLocks noGrp="1"/>
          </p:cNvSpPr>
          <p:nvPr>
            <p:ph type="ctrTitle"/>
          </p:nvPr>
        </p:nvSpPr>
        <p:spPr bwMode="gray">
          <a:xfrm>
            <a:off x="407988" y="1412875"/>
            <a:ext cx="5400000" cy="3240000"/>
          </a:xfrm>
        </p:spPr>
        <p:txBody>
          <a:bodyPr anchor="b"/>
          <a:lstStyle>
            <a:lvl1pPr algn="l">
              <a:defRPr sz="44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B4C4D1A-35DF-A5A0-AAD5-804374E5F4BE}"/>
              </a:ext>
            </a:extLst>
          </p:cNvPr>
          <p:cNvSpPr>
            <a:spLocks noGrp="1"/>
          </p:cNvSpPr>
          <p:nvPr>
            <p:ph type="subTitle" idx="1"/>
          </p:nvPr>
        </p:nvSpPr>
        <p:spPr bwMode="gray">
          <a:xfrm>
            <a:off x="407988" y="4806362"/>
            <a:ext cx="5400000" cy="1638782"/>
          </a:xfrm>
        </p:spPr>
        <p:txBody>
          <a:bodyPr/>
          <a:lstStyle>
            <a:lvl1pPr marL="0" indent="0" algn="l">
              <a:buNone/>
              <a:defRPr sz="20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7E773BE0-1C10-C4CD-D927-1ECC410F126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489441" y="530502"/>
            <a:ext cx="2079325" cy="338400"/>
          </a:xfrm>
          <a:blipFill>
            <a:blip cstate="screen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.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8006C9C6-E1B3-FD91-D717-B871DAC960D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 bwMode="gray">
          <a:xfrm>
            <a:off x="5373742" y="1911903"/>
            <a:ext cx="4886924" cy="7953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22730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S Smart Navy with Outline Cur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580B08F8-4CDB-F604-BF19-34D207BB1043}"/>
              </a:ext>
            </a:extLst>
          </p:cNvPr>
          <p:cNvSpPr/>
          <p:nvPr/>
        </p:nvSpPr>
        <p:spPr bwMode="gray">
          <a:xfrm>
            <a:off x="0" y="0"/>
            <a:ext cx="12192000" cy="270827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717272B-B864-D450-1C24-ED25197B6860}"/>
              </a:ext>
            </a:extLst>
          </p:cNvPr>
          <p:cNvSpPr>
            <a:spLocks noGrp="1"/>
          </p:cNvSpPr>
          <p:nvPr>
            <p:ph type="ctrTitle"/>
          </p:nvPr>
        </p:nvSpPr>
        <p:spPr bwMode="gray">
          <a:xfrm>
            <a:off x="407987" y="3492000"/>
            <a:ext cx="9072000" cy="1728000"/>
          </a:xfrm>
        </p:spPr>
        <p:txBody>
          <a:bodyPr anchor="t"/>
          <a:lstStyle>
            <a:lvl1pPr algn="l">
              <a:defRPr sz="3600" b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B4C4D1A-35DF-A5A0-AAD5-804374E5F4BE}"/>
              </a:ext>
            </a:extLst>
          </p:cNvPr>
          <p:cNvSpPr>
            <a:spLocks noGrp="1"/>
          </p:cNvSpPr>
          <p:nvPr>
            <p:ph type="subTitle" idx="1"/>
          </p:nvPr>
        </p:nvSpPr>
        <p:spPr bwMode="gray">
          <a:xfrm>
            <a:off x="407987" y="5580000"/>
            <a:ext cx="9072000" cy="873188"/>
          </a:xfrm>
        </p:spPr>
        <p:txBody>
          <a:bodyPr/>
          <a:lstStyle>
            <a:lvl1pPr marL="0" indent="0" algn="l">
              <a:buNone/>
              <a:defRPr sz="14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pic>
        <p:nvPicPr>
          <p:cNvPr id="4" name="Imagen 8" descr="Imagen en blanco y negro&#10;&#10;Descripción generada automáticamente con confianza media">
            <a:extLst>
              <a:ext uri="{FF2B5EF4-FFF2-40B4-BE49-F238E27FC236}">
                <a16:creationId xmlns:a16="http://schemas.microsoft.com/office/drawing/2014/main" id="{63FC3FAE-F02A-8228-177D-509F529E76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 bwMode="gray">
          <a:xfrm>
            <a:off x="9484801" y="0"/>
            <a:ext cx="2707199" cy="2707200"/>
          </a:xfrm>
          <a:prstGeom prst="rect">
            <a:avLst/>
          </a:prstGeom>
        </p:spPr>
      </p:pic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CEFC14E1-100C-EDB5-AD68-415AFF0446D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 bwMode="gray">
          <a:xfrm>
            <a:off x="407987" y="2997200"/>
            <a:ext cx="9072000" cy="341313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defRPr sz="2000" b="1"/>
            </a:lvl1pPr>
            <a:lvl2pPr marL="0" indent="0">
              <a:buNone/>
              <a:defRPr sz="2000" b="1"/>
            </a:lvl2pPr>
          </a:lstStyle>
          <a:p>
            <a:pPr lvl="0"/>
            <a:r>
              <a:rPr lang="en-US"/>
              <a:t>Client Name</a:t>
            </a: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7A129EBA-BE64-A449-6AE0-1DA589932E5B}"/>
              </a:ext>
            </a:extLst>
          </p:cNvPr>
          <p:cNvPicPr>
            <a:picLocks noChangeAspect="1"/>
          </p:cNvPicPr>
          <p:nvPr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 bwMode="gray">
          <a:xfrm>
            <a:off x="10276747" y="3000693"/>
            <a:ext cx="1522800" cy="2478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059759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orient="horz" pos="1888">
          <p15:clr>
            <a:srgbClr val="FBAE40"/>
          </p15:clr>
        </p15:guide>
        <p15:guide id="3" orient="horz" pos="1706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S Human Blue with Outline Cur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580B08F8-4CDB-F604-BF19-34D207BB1043}"/>
              </a:ext>
            </a:extLst>
          </p:cNvPr>
          <p:cNvSpPr/>
          <p:nvPr/>
        </p:nvSpPr>
        <p:spPr bwMode="gray">
          <a:xfrm>
            <a:off x="0" y="0"/>
            <a:ext cx="12192000" cy="270827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717272B-B864-D450-1C24-ED25197B6860}"/>
              </a:ext>
            </a:extLst>
          </p:cNvPr>
          <p:cNvSpPr>
            <a:spLocks noGrp="1"/>
          </p:cNvSpPr>
          <p:nvPr>
            <p:ph type="ctrTitle"/>
          </p:nvPr>
        </p:nvSpPr>
        <p:spPr bwMode="gray">
          <a:xfrm>
            <a:off x="407987" y="3492000"/>
            <a:ext cx="9072000" cy="1728000"/>
          </a:xfrm>
        </p:spPr>
        <p:txBody>
          <a:bodyPr anchor="t"/>
          <a:lstStyle>
            <a:lvl1pPr algn="l">
              <a:defRPr sz="3600" b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B4C4D1A-35DF-A5A0-AAD5-804374E5F4BE}"/>
              </a:ext>
            </a:extLst>
          </p:cNvPr>
          <p:cNvSpPr>
            <a:spLocks noGrp="1"/>
          </p:cNvSpPr>
          <p:nvPr>
            <p:ph type="subTitle" idx="1"/>
          </p:nvPr>
        </p:nvSpPr>
        <p:spPr bwMode="gray">
          <a:xfrm>
            <a:off x="407987" y="5580000"/>
            <a:ext cx="9072000" cy="873188"/>
          </a:xfrm>
        </p:spPr>
        <p:txBody>
          <a:bodyPr/>
          <a:lstStyle>
            <a:lvl1pPr marL="0" indent="0" algn="l">
              <a:buNone/>
              <a:defRPr sz="14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pic>
        <p:nvPicPr>
          <p:cNvPr id="4" name="Imagen 8" descr="Imagen en blanco y negro&#10;&#10;Descripción generada automáticamente con confianza media">
            <a:extLst>
              <a:ext uri="{FF2B5EF4-FFF2-40B4-BE49-F238E27FC236}">
                <a16:creationId xmlns:a16="http://schemas.microsoft.com/office/drawing/2014/main" id="{63FC3FAE-F02A-8228-177D-509F529E76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 bwMode="gray">
          <a:xfrm>
            <a:off x="9484801" y="0"/>
            <a:ext cx="2707199" cy="2707200"/>
          </a:xfrm>
          <a:prstGeom prst="rect">
            <a:avLst/>
          </a:prstGeom>
        </p:spPr>
      </p:pic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CEFC14E1-100C-EDB5-AD68-415AFF0446D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 bwMode="gray">
          <a:xfrm>
            <a:off x="407987" y="2997200"/>
            <a:ext cx="9072000" cy="341313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defRPr sz="2000" b="1"/>
            </a:lvl1pPr>
            <a:lvl2pPr marL="0" indent="0">
              <a:buNone/>
              <a:defRPr sz="2000" b="1"/>
            </a:lvl2pPr>
          </a:lstStyle>
          <a:p>
            <a:pPr lvl="0"/>
            <a:r>
              <a:rPr lang="en-US"/>
              <a:t>Client Name</a:t>
            </a: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ABB09D0C-F49A-D5CC-785E-F21AE9784F49}"/>
              </a:ext>
            </a:extLst>
          </p:cNvPr>
          <p:cNvPicPr>
            <a:picLocks noChangeAspect="1"/>
          </p:cNvPicPr>
          <p:nvPr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 bwMode="gray">
          <a:xfrm>
            <a:off x="10276747" y="3000693"/>
            <a:ext cx="1522800" cy="2478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403743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orient="horz" pos="1888">
          <p15:clr>
            <a:srgbClr val="FBAE40"/>
          </p15:clr>
        </p15:guide>
        <p15:guide id="3" orient="horz" pos="1706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S Landscape with Outline Cur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2" descr="Vista de una montaña&#10;&#10;Descripción generada automáticamente">
            <a:extLst>
              <a:ext uri="{FF2B5EF4-FFF2-40B4-BE49-F238E27FC236}">
                <a16:creationId xmlns:a16="http://schemas.microsoft.com/office/drawing/2014/main" id="{560DC052-260D-FC82-AE12-7DE4A71A9C5F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1"/>
          <a:stretch/>
        </p:blipFill>
        <p:spPr bwMode="gray">
          <a:xfrm>
            <a:off x="1" y="0"/>
            <a:ext cx="12191999" cy="271953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717272B-B864-D450-1C24-ED25197B6860}"/>
              </a:ext>
            </a:extLst>
          </p:cNvPr>
          <p:cNvSpPr>
            <a:spLocks noGrp="1"/>
          </p:cNvSpPr>
          <p:nvPr>
            <p:ph type="ctrTitle"/>
          </p:nvPr>
        </p:nvSpPr>
        <p:spPr bwMode="gray">
          <a:xfrm>
            <a:off x="407987" y="3492000"/>
            <a:ext cx="9072000" cy="1728000"/>
          </a:xfrm>
        </p:spPr>
        <p:txBody>
          <a:bodyPr anchor="t"/>
          <a:lstStyle>
            <a:lvl1pPr algn="l">
              <a:defRPr sz="3600" b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B4C4D1A-35DF-A5A0-AAD5-804374E5F4BE}"/>
              </a:ext>
            </a:extLst>
          </p:cNvPr>
          <p:cNvSpPr>
            <a:spLocks noGrp="1"/>
          </p:cNvSpPr>
          <p:nvPr>
            <p:ph type="subTitle" idx="1"/>
          </p:nvPr>
        </p:nvSpPr>
        <p:spPr bwMode="gray">
          <a:xfrm>
            <a:off x="407987" y="5580000"/>
            <a:ext cx="9072000" cy="873188"/>
          </a:xfrm>
        </p:spPr>
        <p:txBody>
          <a:bodyPr/>
          <a:lstStyle>
            <a:lvl1pPr marL="0" indent="0" algn="l">
              <a:buNone/>
              <a:defRPr sz="14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pic>
        <p:nvPicPr>
          <p:cNvPr id="4" name="Imagen 8" descr="Imagen en blanco y negro&#10;&#10;Descripción generada automáticamente con confianza media">
            <a:extLst>
              <a:ext uri="{FF2B5EF4-FFF2-40B4-BE49-F238E27FC236}">
                <a16:creationId xmlns:a16="http://schemas.microsoft.com/office/drawing/2014/main" id="{63FC3FAE-F02A-8228-177D-509F529E76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 bwMode="gray">
          <a:xfrm>
            <a:off x="9484801" y="0"/>
            <a:ext cx="2707199" cy="2707200"/>
          </a:xfrm>
          <a:prstGeom prst="rect">
            <a:avLst/>
          </a:prstGeom>
        </p:spPr>
      </p:pic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CEFC14E1-100C-EDB5-AD68-415AFF0446D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 bwMode="gray">
          <a:xfrm>
            <a:off x="407987" y="2997200"/>
            <a:ext cx="9072000" cy="341313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defRPr sz="2000" b="1"/>
            </a:lvl1pPr>
            <a:lvl2pPr marL="0" indent="0">
              <a:buNone/>
              <a:defRPr sz="2000" b="1"/>
            </a:lvl2pPr>
          </a:lstStyle>
          <a:p>
            <a:pPr lvl="0"/>
            <a:r>
              <a:rPr lang="en-US"/>
              <a:t>Client Name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D7073C5E-341A-73CD-4CEA-D06FCF6EAC9E}"/>
              </a:ext>
            </a:extLst>
          </p:cNvPr>
          <p:cNvPicPr>
            <a:picLocks noChangeAspect="1"/>
          </p:cNvPicPr>
          <p:nvPr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 bwMode="gray">
          <a:xfrm>
            <a:off x="10276747" y="3000693"/>
            <a:ext cx="1522800" cy="2478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064801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orient="horz" pos="1888">
          <p15:clr>
            <a:srgbClr val="FBAE40"/>
          </p15:clr>
        </p15:guide>
        <p15:guide id="3" orient="horz" pos="1706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S Changeable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97DC2259-81C9-56B0-DDA5-DD8817045B6C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 bwMode="gray">
          <a:xfrm>
            <a:off x="0" y="0"/>
            <a:ext cx="12192000" cy="2706688"/>
          </a:xfrm>
          <a:solidFill>
            <a:schemeClr val="bg2"/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717272B-B864-D450-1C24-ED25197B6860}"/>
              </a:ext>
            </a:extLst>
          </p:cNvPr>
          <p:cNvSpPr>
            <a:spLocks noGrp="1"/>
          </p:cNvSpPr>
          <p:nvPr>
            <p:ph type="ctrTitle"/>
          </p:nvPr>
        </p:nvSpPr>
        <p:spPr bwMode="gray">
          <a:xfrm>
            <a:off x="407987" y="3492000"/>
            <a:ext cx="9072000" cy="1728000"/>
          </a:xfrm>
        </p:spPr>
        <p:txBody>
          <a:bodyPr anchor="t"/>
          <a:lstStyle>
            <a:lvl1pPr algn="l">
              <a:defRPr sz="3600" b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B4C4D1A-35DF-A5A0-AAD5-804374E5F4BE}"/>
              </a:ext>
            </a:extLst>
          </p:cNvPr>
          <p:cNvSpPr>
            <a:spLocks noGrp="1"/>
          </p:cNvSpPr>
          <p:nvPr>
            <p:ph type="subTitle" idx="1"/>
          </p:nvPr>
        </p:nvSpPr>
        <p:spPr bwMode="gray">
          <a:xfrm>
            <a:off x="407987" y="5580000"/>
            <a:ext cx="9072000" cy="873188"/>
          </a:xfrm>
        </p:spPr>
        <p:txBody>
          <a:bodyPr/>
          <a:lstStyle>
            <a:lvl1pPr marL="0" indent="0" algn="l">
              <a:buNone/>
              <a:defRPr sz="14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CEFC14E1-100C-EDB5-AD68-415AFF0446D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 bwMode="gray">
          <a:xfrm>
            <a:off x="407987" y="2997200"/>
            <a:ext cx="9072000" cy="341313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defRPr sz="2000" b="1"/>
            </a:lvl1pPr>
            <a:lvl2pPr marL="0" indent="0">
              <a:buNone/>
              <a:defRPr sz="2000" b="1"/>
            </a:lvl2pPr>
          </a:lstStyle>
          <a:p>
            <a:pPr lvl="0"/>
            <a:r>
              <a:rPr lang="en-US"/>
              <a:t>Client Name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28A2E206-0155-F0AA-E09A-69D38A8DA539}"/>
              </a:ext>
            </a:extLst>
          </p:cNvPr>
          <p:cNvPicPr>
            <a:picLocks noChangeAspect="1"/>
          </p:cNvPicPr>
          <p:nvPr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 bwMode="gray">
          <a:xfrm>
            <a:off x="10276747" y="3000693"/>
            <a:ext cx="1522800" cy="2478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732186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orient="horz" pos="1888">
          <p15:clr>
            <a:srgbClr val="FBAE40"/>
          </p15:clr>
        </p15:guide>
        <p15:guide id="3" orient="horz" pos="1706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S Smart Navy Changeable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6F6E6FE-EFF5-00EB-4BA1-4AABF527C0AF}"/>
              </a:ext>
            </a:extLst>
          </p:cNvPr>
          <p:cNvSpPr/>
          <p:nvPr/>
        </p:nvSpPr>
        <p:spPr bwMode="gray">
          <a:xfrm>
            <a:off x="0" y="0"/>
            <a:ext cx="12192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97DC2259-81C9-56B0-DDA5-DD8817045B6C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 bwMode="gray">
          <a:xfrm>
            <a:off x="0" y="0"/>
            <a:ext cx="12192000" cy="2706688"/>
          </a:xfrm>
          <a:solidFill>
            <a:schemeClr val="bg2"/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717272B-B864-D450-1C24-ED25197B6860}"/>
              </a:ext>
            </a:extLst>
          </p:cNvPr>
          <p:cNvSpPr>
            <a:spLocks noGrp="1"/>
          </p:cNvSpPr>
          <p:nvPr>
            <p:ph type="ctrTitle"/>
          </p:nvPr>
        </p:nvSpPr>
        <p:spPr bwMode="gray">
          <a:xfrm>
            <a:off x="407987" y="3492000"/>
            <a:ext cx="9072000" cy="1728000"/>
          </a:xfrm>
        </p:spPr>
        <p:txBody>
          <a:bodyPr anchor="t"/>
          <a:lstStyle>
            <a:lvl1pPr algn="l">
              <a:defRPr sz="3600" b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B4C4D1A-35DF-A5A0-AAD5-804374E5F4BE}"/>
              </a:ext>
            </a:extLst>
          </p:cNvPr>
          <p:cNvSpPr>
            <a:spLocks noGrp="1"/>
          </p:cNvSpPr>
          <p:nvPr>
            <p:ph type="subTitle" idx="1"/>
          </p:nvPr>
        </p:nvSpPr>
        <p:spPr bwMode="gray">
          <a:xfrm>
            <a:off x="407987" y="5580000"/>
            <a:ext cx="9072000" cy="873188"/>
          </a:xfrm>
        </p:spPr>
        <p:txBody>
          <a:bodyPr/>
          <a:lstStyle>
            <a:lvl1pPr marL="0" indent="0" algn="l">
              <a:buNone/>
              <a:defRPr sz="14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CEFC14E1-100C-EDB5-AD68-415AFF0446D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 bwMode="gray">
          <a:xfrm>
            <a:off x="407987" y="2997200"/>
            <a:ext cx="9072000" cy="341313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defRPr sz="2000" b="1">
                <a:solidFill>
                  <a:schemeClr val="bg1"/>
                </a:solidFill>
              </a:defRPr>
            </a:lvl1pPr>
            <a:lvl2pPr marL="0" indent="0">
              <a:buNone/>
              <a:defRPr sz="2000" b="1"/>
            </a:lvl2pPr>
          </a:lstStyle>
          <a:p>
            <a:pPr lvl="0"/>
            <a:r>
              <a:rPr lang="en-US"/>
              <a:t>Client Name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495FCC2D-C899-8400-7EB2-EA05A1C53917}"/>
              </a:ext>
            </a:extLst>
          </p:cNvPr>
          <p:cNvPicPr>
            <a:picLocks noChangeAspect="1"/>
          </p:cNvPicPr>
          <p:nvPr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 bwMode="gray">
          <a:xfrm>
            <a:off x="10276747" y="3000693"/>
            <a:ext cx="1522800" cy="2478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565568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orient="horz" pos="1888">
          <p15:clr>
            <a:srgbClr val="FBAE40"/>
          </p15:clr>
        </p15:guide>
        <p15:guide id="3" orient="horz" pos="1706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Agenda Smart Navy with Outline Cur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14C31E-1753-737C-D7CF-6B6752E99A2B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407986" y="404814"/>
            <a:ext cx="9144000" cy="720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73EE32BC-B8F9-D63A-BE03-91A39A41DE2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407988" y="1412875"/>
            <a:ext cx="9144000" cy="5040313"/>
          </a:xfrm>
        </p:spPr>
        <p:txBody>
          <a:bodyPr/>
          <a:lstStyle>
            <a:lvl1pPr marL="432000" indent="-432000">
              <a:spcBef>
                <a:spcPts val="1200"/>
              </a:spcBef>
              <a:buFont typeface="+mj-lt"/>
              <a:buAutoNum type="arabicPeriod"/>
              <a:defRPr sz="2000"/>
            </a:lvl1pPr>
            <a:lvl2pPr marL="648000">
              <a:defRPr/>
            </a:lvl2pPr>
            <a:lvl3pPr marL="864000">
              <a:defRPr/>
            </a:lvl3pPr>
            <a:lvl4pPr marL="1080000">
              <a:defRPr/>
            </a:lvl4pPr>
            <a:lvl5pPr marL="1296000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5B524D9-E67B-63BB-4121-11BD9A07474A}"/>
              </a:ext>
            </a:extLst>
          </p:cNvPr>
          <p:cNvSpPr/>
          <p:nvPr/>
        </p:nvSpPr>
        <p:spPr bwMode="gray">
          <a:xfrm>
            <a:off x="9842500" y="0"/>
            <a:ext cx="23495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Imagen 8" descr="Imagen en blanco y negro&#10;&#10;Descripción generada automáticamente con confianza media">
            <a:extLst>
              <a:ext uri="{FF2B5EF4-FFF2-40B4-BE49-F238E27FC236}">
                <a16:creationId xmlns:a16="http://schemas.microsoft.com/office/drawing/2014/main" id="{7FAB5CB1-4781-C3EA-F62F-E5D2AE86F22C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gray">
          <a:xfrm>
            <a:off x="9842500" y="4508499"/>
            <a:ext cx="2349500" cy="2349501"/>
          </a:xfrm>
          <a:prstGeom prst="rect">
            <a:avLst/>
          </a:prstGeom>
        </p:spPr>
      </p:pic>
      <p:pic>
        <p:nvPicPr>
          <p:cNvPr id="4" name="Graphic 3">
            <a:extLst>
              <a:ext uri="{FF2B5EF4-FFF2-40B4-BE49-F238E27FC236}">
                <a16:creationId xmlns:a16="http://schemas.microsoft.com/office/drawing/2014/main" id="{7416C37F-7119-7C3C-C9D0-110B22A6523A}"/>
              </a:ext>
            </a:extLst>
          </p:cNvPr>
          <p:cNvPicPr>
            <a:picLocks noChangeAspect="1"/>
          </p:cNvPicPr>
          <p:nvPr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 bwMode="gray">
          <a:xfrm>
            <a:off x="10255792" y="397194"/>
            <a:ext cx="1522800" cy="2478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389407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199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Agenda Human Blue with Outline Cur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14C31E-1753-737C-D7CF-6B6752E99A2B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407986" y="404814"/>
            <a:ext cx="9144000" cy="720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5B524D9-E67B-63BB-4121-11BD9A07474A}"/>
              </a:ext>
            </a:extLst>
          </p:cNvPr>
          <p:cNvSpPr/>
          <p:nvPr/>
        </p:nvSpPr>
        <p:spPr bwMode="gray">
          <a:xfrm>
            <a:off x="9842500" y="0"/>
            <a:ext cx="23495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Imagen 8" descr="Imagen en blanco y negro&#10;&#10;Descripción generada automáticamente con confianza media">
            <a:extLst>
              <a:ext uri="{FF2B5EF4-FFF2-40B4-BE49-F238E27FC236}">
                <a16:creationId xmlns:a16="http://schemas.microsoft.com/office/drawing/2014/main" id="{7FAB5CB1-4781-C3EA-F62F-E5D2AE86F22C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gray">
          <a:xfrm>
            <a:off x="9842500" y="4508499"/>
            <a:ext cx="2349500" cy="2349501"/>
          </a:xfrm>
          <a:prstGeom prst="rect">
            <a:avLst/>
          </a:prstGeom>
        </p:spPr>
      </p:pic>
      <p:sp>
        <p:nvSpPr>
          <p:cNvPr id="11" name="Text Placeholder 6">
            <a:extLst>
              <a:ext uri="{FF2B5EF4-FFF2-40B4-BE49-F238E27FC236}">
                <a16:creationId xmlns:a16="http://schemas.microsoft.com/office/drawing/2014/main" id="{18B079A5-E8C9-ED20-0BE6-5DB7F308C24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407988" y="1412875"/>
            <a:ext cx="9144000" cy="5040313"/>
          </a:xfrm>
        </p:spPr>
        <p:txBody>
          <a:bodyPr/>
          <a:lstStyle>
            <a:lvl1pPr marL="432000" indent="-432000">
              <a:spcBef>
                <a:spcPts val="1200"/>
              </a:spcBef>
              <a:buFont typeface="+mj-lt"/>
              <a:buAutoNum type="arabicPeriod"/>
              <a:defRPr sz="2000"/>
            </a:lvl1pPr>
            <a:lvl2pPr marL="648000">
              <a:defRPr/>
            </a:lvl2pPr>
            <a:lvl3pPr marL="864000">
              <a:defRPr/>
            </a:lvl3pPr>
            <a:lvl4pPr marL="1080000">
              <a:defRPr/>
            </a:lvl4pPr>
            <a:lvl5pPr marL="1296000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EA95973D-5A4D-5B5E-750B-3312B84C7CBC}"/>
              </a:ext>
            </a:extLst>
          </p:cNvPr>
          <p:cNvPicPr>
            <a:picLocks noChangeAspect="1"/>
          </p:cNvPicPr>
          <p:nvPr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 bwMode="gray">
          <a:xfrm>
            <a:off x="10255792" y="397194"/>
            <a:ext cx="1522800" cy="2478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352819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199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Agenda Sky with Outline Cur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17" descr="A picture containing outdoor, nature, night sky&#10;&#10;Description automatically generated">
            <a:extLst>
              <a:ext uri="{FF2B5EF4-FFF2-40B4-BE49-F238E27FC236}">
                <a16:creationId xmlns:a16="http://schemas.microsoft.com/office/drawing/2014/main" id="{0AE8E777-9E25-8B52-6CEA-719F43707E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 bwMode="gray">
          <a:xfrm>
            <a:off x="9838944" y="0"/>
            <a:ext cx="2353056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A14C31E-1753-737C-D7CF-6B6752E99A2B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407986" y="404814"/>
            <a:ext cx="9144000" cy="720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pic>
        <p:nvPicPr>
          <p:cNvPr id="9" name="Imagen 8" descr="Imagen en blanco y negro&#10;&#10;Descripción generada automáticamente con confianza media">
            <a:extLst>
              <a:ext uri="{FF2B5EF4-FFF2-40B4-BE49-F238E27FC236}">
                <a16:creationId xmlns:a16="http://schemas.microsoft.com/office/drawing/2014/main" id="{7FAB5CB1-4781-C3EA-F62F-E5D2AE86F22C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gray">
          <a:xfrm>
            <a:off x="9842500" y="4508499"/>
            <a:ext cx="2349500" cy="2349501"/>
          </a:xfrm>
          <a:prstGeom prst="rect">
            <a:avLst/>
          </a:prstGeom>
        </p:spPr>
      </p:pic>
      <p:sp>
        <p:nvSpPr>
          <p:cNvPr id="4" name="Text Placeholder 6">
            <a:extLst>
              <a:ext uri="{FF2B5EF4-FFF2-40B4-BE49-F238E27FC236}">
                <a16:creationId xmlns:a16="http://schemas.microsoft.com/office/drawing/2014/main" id="{1E7251ED-DAAC-0CA2-72E3-3297BEF0F4F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407988" y="1412875"/>
            <a:ext cx="9144000" cy="5040313"/>
          </a:xfrm>
        </p:spPr>
        <p:txBody>
          <a:bodyPr/>
          <a:lstStyle>
            <a:lvl1pPr marL="432000" indent="-432000">
              <a:spcBef>
                <a:spcPts val="1200"/>
              </a:spcBef>
              <a:buFont typeface="+mj-lt"/>
              <a:buAutoNum type="arabicPeriod"/>
              <a:defRPr sz="2000"/>
            </a:lvl1pPr>
            <a:lvl2pPr marL="648000">
              <a:defRPr/>
            </a:lvl2pPr>
            <a:lvl3pPr marL="864000">
              <a:defRPr/>
            </a:lvl3pPr>
            <a:lvl4pPr marL="1080000">
              <a:defRPr/>
            </a:lvl4pPr>
            <a:lvl5pPr marL="1296000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98406738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199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Agenda with Changeable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70CAD39B-281B-7F15-9B4B-29A5FA12E5A2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 bwMode="gray">
          <a:xfrm>
            <a:off x="9842500" y="0"/>
            <a:ext cx="2349500" cy="6858000"/>
          </a:xfrm>
          <a:solidFill>
            <a:schemeClr val="bg2"/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A14C31E-1753-737C-D7CF-6B6752E99A2B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407986" y="404814"/>
            <a:ext cx="9144000" cy="720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Text Placeholder 6">
            <a:extLst>
              <a:ext uri="{FF2B5EF4-FFF2-40B4-BE49-F238E27FC236}">
                <a16:creationId xmlns:a16="http://schemas.microsoft.com/office/drawing/2014/main" id="{087D8E86-A298-166A-863D-E5D2C560519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407988" y="1412875"/>
            <a:ext cx="9144000" cy="5040313"/>
          </a:xfrm>
        </p:spPr>
        <p:txBody>
          <a:bodyPr/>
          <a:lstStyle>
            <a:lvl1pPr marL="432000" indent="-432000">
              <a:spcBef>
                <a:spcPts val="1200"/>
              </a:spcBef>
              <a:buFont typeface="+mj-lt"/>
              <a:buAutoNum type="arabicPeriod"/>
              <a:defRPr sz="2000"/>
            </a:lvl1pPr>
            <a:lvl2pPr marL="648000">
              <a:defRPr/>
            </a:lvl2pPr>
            <a:lvl3pPr marL="864000">
              <a:defRPr/>
            </a:lvl3pPr>
            <a:lvl4pPr marL="1080000">
              <a:defRPr/>
            </a:lvl4pPr>
            <a:lvl5pPr marL="1296000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08868879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199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Agenda Smart Navy with Changeable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E188801A-13DC-5699-A1D9-14E57FEA2365}"/>
              </a:ext>
            </a:extLst>
          </p:cNvPr>
          <p:cNvSpPr/>
          <p:nvPr/>
        </p:nvSpPr>
        <p:spPr bwMode="gray">
          <a:xfrm>
            <a:off x="0" y="0"/>
            <a:ext cx="12192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70A8C6E2-6E0E-2B09-93DA-84362FE450B0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 bwMode="gray">
          <a:xfrm>
            <a:off x="9840913" y="0"/>
            <a:ext cx="2351087" cy="6858000"/>
          </a:xfrm>
          <a:solidFill>
            <a:schemeClr val="bg2"/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A14C31E-1753-737C-D7CF-6B6752E99A2B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407986" y="404814"/>
            <a:ext cx="9144000" cy="720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Text Placeholder 6">
            <a:extLst>
              <a:ext uri="{FF2B5EF4-FFF2-40B4-BE49-F238E27FC236}">
                <a16:creationId xmlns:a16="http://schemas.microsoft.com/office/drawing/2014/main" id="{D3417EE9-6B84-F1E4-7343-6678175B2B8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407988" y="1412875"/>
            <a:ext cx="9144000" cy="5040313"/>
          </a:xfrm>
        </p:spPr>
        <p:txBody>
          <a:bodyPr/>
          <a:lstStyle>
            <a:lvl1pPr marL="432000" indent="-432000">
              <a:spcBef>
                <a:spcPts val="1200"/>
              </a:spcBef>
              <a:buFont typeface="+mj-lt"/>
              <a:buAutoNum type="arabicPeriod"/>
              <a:defRPr sz="2000">
                <a:solidFill>
                  <a:schemeClr val="bg1"/>
                </a:solidFill>
              </a:defRPr>
            </a:lvl1pPr>
            <a:lvl2pPr marL="648000">
              <a:defRPr>
                <a:solidFill>
                  <a:schemeClr val="bg1"/>
                </a:solidFill>
              </a:defRPr>
            </a:lvl2pPr>
            <a:lvl3pPr marL="864000">
              <a:defRPr>
                <a:solidFill>
                  <a:schemeClr val="bg1"/>
                </a:solidFill>
              </a:defRPr>
            </a:lvl3pPr>
            <a:lvl4pPr marL="1080000">
              <a:defRPr>
                <a:solidFill>
                  <a:schemeClr val="bg1"/>
                </a:solidFill>
              </a:defRPr>
            </a:lvl4pPr>
            <a:lvl5pPr marL="1296000"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99405529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199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Section Header Smart Nav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7D506629-4E46-D20E-C727-50ECE2618E8B}"/>
              </a:ext>
            </a:extLst>
          </p:cNvPr>
          <p:cNvSpPr/>
          <p:nvPr/>
        </p:nvSpPr>
        <p:spPr bwMode="gray">
          <a:xfrm>
            <a:off x="0" y="0"/>
            <a:ext cx="12192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D73D8D1-BD71-F0BB-19FB-C7CC691559B6}"/>
              </a:ext>
            </a:extLst>
          </p:cNvPr>
          <p:cNvPicPr>
            <a:picLocks noChangeAspect="1"/>
          </p:cNvPicPr>
          <p:nvPr/>
        </p:nvPicPr>
        <p:blipFill rotWithShape="1"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 l="74" r="16908" b="16859"/>
          <a:stretch/>
        </p:blipFill>
        <p:spPr bwMode="gray">
          <a:xfrm>
            <a:off x="5344159" y="0"/>
            <a:ext cx="6847841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B85A6E6-153E-4CE5-FB4B-B91DEEEFD91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407988" y="1930400"/>
            <a:ext cx="5472000" cy="1008000"/>
          </a:xfrm>
        </p:spPr>
        <p:txBody>
          <a:bodyPr anchor="b"/>
          <a:lstStyle>
            <a:lvl1pPr>
              <a:defRPr sz="4400">
                <a:solidFill>
                  <a:schemeClr val="bg1"/>
                </a:solidFill>
              </a:defRPr>
            </a:lvl1pPr>
          </a:lstStyle>
          <a:p>
            <a:r>
              <a:rPr lang="en-US"/>
              <a:t>01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F54634D-08B3-A238-2B8A-EDF379D1430E}"/>
              </a:ext>
            </a:extLst>
          </p:cNvPr>
          <p:cNvSpPr>
            <a:spLocks noGrp="1"/>
          </p:cNvSpPr>
          <p:nvPr>
            <p:ph type="body" idx="1"/>
          </p:nvPr>
        </p:nvSpPr>
        <p:spPr bwMode="gray">
          <a:xfrm>
            <a:off x="407988" y="3168000"/>
            <a:ext cx="9879012" cy="720000"/>
          </a:xfrm>
        </p:spPr>
        <p:txBody>
          <a:bodyPr/>
          <a:lstStyle>
            <a:lvl1pPr marL="0" indent="0">
              <a:buNone/>
              <a:defRPr sz="2800">
                <a:solidFill>
                  <a:schemeClr val="bg1"/>
                </a:solidFill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30">
            <a:extLst>
              <a:ext uri="{FF2B5EF4-FFF2-40B4-BE49-F238E27FC236}">
                <a16:creationId xmlns:a16="http://schemas.microsoft.com/office/drawing/2014/main" id="{CE3AAA33-9319-767A-7929-C96E478495F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 bwMode="gray">
          <a:xfrm>
            <a:off x="407988" y="3919538"/>
            <a:ext cx="9879012" cy="253365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85595669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Section Header Human Blu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7D506629-4E46-D20E-C727-50ECE2618E8B}"/>
              </a:ext>
            </a:extLst>
          </p:cNvPr>
          <p:cNvSpPr/>
          <p:nvPr/>
        </p:nvSpPr>
        <p:spPr bwMode="gray"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2" name="Picture 3">
            <a:extLst>
              <a:ext uri="{FF2B5EF4-FFF2-40B4-BE49-F238E27FC236}">
                <a16:creationId xmlns:a16="http://schemas.microsoft.com/office/drawing/2014/main" id="{4A561DFB-59AF-F26E-6CE4-3A2F70F69D98}"/>
              </a:ext>
            </a:extLst>
          </p:cNvPr>
          <p:cNvPicPr>
            <a:picLocks noChangeAspect="1"/>
          </p:cNvPicPr>
          <p:nvPr/>
        </p:nvPicPr>
        <p:blipFill rotWithShape="1"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 l="74" r="16908" b="16859"/>
          <a:stretch/>
        </p:blipFill>
        <p:spPr bwMode="gray">
          <a:xfrm>
            <a:off x="5344159" y="0"/>
            <a:ext cx="6847841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B85A6E6-153E-4CE5-FB4B-B91DEEEFD91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407988" y="1930400"/>
            <a:ext cx="5472000" cy="1008000"/>
          </a:xfrm>
        </p:spPr>
        <p:txBody>
          <a:bodyPr anchor="b"/>
          <a:lstStyle>
            <a:lvl1pPr>
              <a:defRPr sz="4400">
                <a:solidFill>
                  <a:schemeClr val="bg1"/>
                </a:solidFill>
              </a:defRPr>
            </a:lvl1pPr>
          </a:lstStyle>
          <a:p>
            <a:r>
              <a:rPr lang="en-US"/>
              <a:t>01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F54634D-08B3-A238-2B8A-EDF379D1430E}"/>
              </a:ext>
            </a:extLst>
          </p:cNvPr>
          <p:cNvSpPr>
            <a:spLocks noGrp="1"/>
          </p:cNvSpPr>
          <p:nvPr>
            <p:ph type="body" idx="1"/>
          </p:nvPr>
        </p:nvSpPr>
        <p:spPr bwMode="gray">
          <a:xfrm>
            <a:off x="407988" y="3168000"/>
            <a:ext cx="9879012" cy="720000"/>
          </a:xfrm>
        </p:spPr>
        <p:txBody>
          <a:bodyPr/>
          <a:lstStyle>
            <a:lvl1pPr marL="0" indent="0">
              <a:buNone/>
              <a:defRPr sz="2800">
                <a:solidFill>
                  <a:schemeClr val="bg1"/>
                </a:solidFill>
              </a:defRPr>
            </a:lvl1pPr>
            <a:lvl2pPr marL="457200" indent="0">
              <a:buClrTx/>
              <a:buFont typeface="Arial" panose="020B0604020202020204" pitchFamily="34" charset="0"/>
              <a:buNone/>
              <a:defRPr sz="1800">
                <a:solidFill>
                  <a:schemeClr val="bg1"/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30">
            <a:extLst>
              <a:ext uri="{FF2B5EF4-FFF2-40B4-BE49-F238E27FC236}">
                <a16:creationId xmlns:a16="http://schemas.microsoft.com/office/drawing/2014/main" id="{C164A49B-F412-EC1B-BD82-CAD87B0993D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 bwMode="gray">
          <a:xfrm>
            <a:off x="407988" y="3919538"/>
            <a:ext cx="9879012" cy="253365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92006232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Section Header Smart Blu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7D506629-4E46-D20E-C727-50ECE2618E8B}"/>
              </a:ext>
            </a:extLst>
          </p:cNvPr>
          <p:cNvSpPr/>
          <p:nvPr/>
        </p:nvSpPr>
        <p:spPr bwMode="gray">
          <a:xfrm>
            <a:off x="0" y="0"/>
            <a:ext cx="12192000" cy="6858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3">
            <a:extLst>
              <a:ext uri="{FF2B5EF4-FFF2-40B4-BE49-F238E27FC236}">
                <a16:creationId xmlns:a16="http://schemas.microsoft.com/office/drawing/2014/main" id="{A6CFDD47-A01A-C5B1-08A5-D415BC04E57A}"/>
              </a:ext>
            </a:extLst>
          </p:cNvPr>
          <p:cNvPicPr>
            <a:picLocks noChangeAspect="1"/>
          </p:cNvPicPr>
          <p:nvPr/>
        </p:nvPicPr>
        <p:blipFill rotWithShape="1"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 l="74" r="16908" b="16859"/>
          <a:stretch/>
        </p:blipFill>
        <p:spPr bwMode="gray">
          <a:xfrm>
            <a:off x="5344159" y="0"/>
            <a:ext cx="6847841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B85A6E6-153E-4CE5-FB4B-B91DEEEFD91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407988" y="1930400"/>
            <a:ext cx="5472000" cy="1008000"/>
          </a:xfrm>
        </p:spPr>
        <p:txBody>
          <a:bodyPr anchor="b"/>
          <a:lstStyle>
            <a:lvl1pPr>
              <a:defRPr sz="4400">
                <a:solidFill>
                  <a:schemeClr val="bg1"/>
                </a:solidFill>
              </a:defRPr>
            </a:lvl1pPr>
          </a:lstStyle>
          <a:p>
            <a:r>
              <a:rPr lang="en-US"/>
              <a:t>01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F54634D-08B3-A238-2B8A-EDF379D1430E}"/>
              </a:ext>
            </a:extLst>
          </p:cNvPr>
          <p:cNvSpPr>
            <a:spLocks noGrp="1"/>
          </p:cNvSpPr>
          <p:nvPr>
            <p:ph type="body" idx="1"/>
          </p:nvPr>
        </p:nvSpPr>
        <p:spPr bwMode="gray">
          <a:xfrm>
            <a:off x="407988" y="3168000"/>
            <a:ext cx="9879012" cy="720000"/>
          </a:xfrm>
        </p:spPr>
        <p:txBody>
          <a:bodyPr/>
          <a:lstStyle>
            <a:lvl1pPr marL="0" indent="0">
              <a:buNone/>
              <a:defRPr sz="2800">
                <a:solidFill>
                  <a:schemeClr val="bg1"/>
                </a:solidFill>
              </a:defRPr>
            </a:lvl1pPr>
            <a:lvl2pPr marL="457200" indent="0">
              <a:buNone/>
              <a:defRPr lang="en-US" sz="1800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Text Placeholder 30">
            <a:extLst>
              <a:ext uri="{FF2B5EF4-FFF2-40B4-BE49-F238E27FC236}">
                <a16:creationId xmlns:a16="http://schemas.microsoft.com/office/drawing/2014/main" id="{6AA54D12-13C9-2B7D-B5C8-462219639B3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 bwMode="gray">
          <a:xfrm>
            <a:off x="407988" y="3919538"/>
            <a:ext cx="9879012" cy="253365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42142255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Section Header Delightful Yell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7D506629-4E46-D20E-C727-50ECE2618E8B}"/>
              </a:ext>
            </a:extLst>
          </p:cNvPr>
          <p:cNvSpPr/>
          <p:nvPr/>
        </p:nvSpPr>
        <p:spPr bwMode="gray">
          <a:xfrm>
            <a:off x="0" y="0"/>
            <a:ext cx="12192000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3">
            <a:extLst>
              <a:ext uri="{FF2B5EF4-FFF2-40B4-BE49-F238E27FC236}">
                <a16:creationId xmlns:a16="http://schemas.microsoft.com/office/drawing/2014/main" id="{B4BC963D-6412-4CF0-0F13-544B9E12B879}"/>
              </a:ext>
            </a:extLst>
          </p:cNvPr>
          <p:cNvPicPr>
            <a:picLocks noChangeAspect="1"/>
          </p:cNvPicPr>
          <p:nvPr/>
        </p:nvPicPr>
        <p:blipFill rotWithShape="1"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 l="74" r="16908" b="16859"/>
          <a:stretch/>
        </p:blipFill>
        <p:spPr bwMode="gray">
          <a:xfrm>
            <a:off x="5344159" y="0"/>
            <a:ext cx="6847841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B85A6E6-153E-4CE5-FB4B-B91DEEEFD91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407988" y="1930400"/>
            <a:ext cx="5472000" cy="1008000"/>
          </a:xfrm>
        </p:spPr>
        <p:txBody>
          <a:bodyPr anchor="b"/>
          <a:lstStyle>
            <a:lvl1pPr>
              <a:defRPr sz="4400">
                <a:solidFill>
                  <a:schemeClr val="tx1"/>
                </a:solidFill>
              </a:defRPr>
            </a:lvl1pPr>
          </a:lstStyle>
          <a:p>
            <a:r>
              <a:rPr lang="en-US"/>
              <a:t>01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F54634D-08B3-A238-2B8A-EDF379D1430E}"/>
              </a:ext>
            </a:extLst>
          </p:cNvPr>
          <p:cNvSpPr>
            <a:spLocks noGrp="1"/>
          </p:cNvSpPr>
          <p:nvPr>
            <p:ph type="body" idx="1"/>
          </p:nvPr>
        </p:nvSpPr>
        <p:spPr bwMode="gray">
          <a:xfrm>
            <a:off x="407988" y="3168000"/>
            <a:ext cx="9879012" cy="720000"/>
          </a:xfrm>
        </p:spPr>
        <p:txBody>
          <a:bodyPr/>
          <a:lstStyle>
            <a:lvl1pPr marL="0" indent="0">
              <a:buNone/>
              <a:defRPr sz="2800">
                <a:solidFill>
                  <a:schemeClr val="tx1"/>
                </a:solidFill>
              </a:defRPr>
            </a:lvl1pPr>
            <a:lvl2pPr marL="457200" indent="0">
              <a:buNone/>
              <a:defRPr lang="en-US" sz="18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Text Placeholder 30">
            <a:extLst>
              <a:ext uri="{FF2B5EF4-FFF2-40B4-BE49-F238E27FC236}">
                <a16:creationId xmlns:a16="http://schemas.microsoft.com/office/drawing/2014/main" id="{75464680-0DEF-B9DF-D458-CA5A717518B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 bwMode="gray">
          <a:xfrm>
            <a:off x="407988" y="3919538"/>
            <a:ext cx="9879012" cy="253365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79376866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Section Header Dynamic R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7D506629-4E46-D20E-C727-50ECE2618E8B}"/>
              </a:ext>
            </a:extLst>
          </p:cNvPr>
          <p:cNvSpPr/>
          <p:nvPr/>
        </p:nvSpPr>
        <p:spPr bwMode="gray">
          <a:xfrm>
            <a:off x="0" y="0"/>
            <a:ext cx="12192000" cy="6858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3">
            <a:extLst>
              <a:ext uri="{FF2B5EF4-FFF2-40B4-BE49-F238E27FC236}">
                <a16:creationId xmlns:a16="http://schemas.microsoft.com/office/drawing/2014/main" id="{4CF5148B-820E-0D45-4D77-AEB5F06063F5}"/>
              </a:ext>
            </a:extLst>
          </p:cNvPr>
          <p:cNvPicPr>
            <a:picLocks noChangeAspect="1"/>
          </p:cNvPicPr>
          <p:nvPr/>
        </p:nvPicPr>
        <p:blipFill rotWithShape="1"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 l="74" r="16908" b="16859"/>
          <a:stretch/>
        </p:blipFill>
        <p:spPr bwMode="gray">
          <a:xfrm>
            <a:off x="5344159" y="0"/>
            <a:ext cx="6847841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B85A6E6-153E-4CE5-FB4B-B91DEEEFD91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407988" y="1930400"/>
            <a:ext cx="5472000" cy="1008000"/>
          </a:xfrm>
        </p:spPr>
        <p:txBody>
          <a:bodyPr anchor="b"/>
          <a:lstStyle>
            <a:lvl1pPr>
              <a:defRPr sz="4400">
                <a:solidFill>
                  <a:schemeClr val="bg1"/>
                </a:solidFill>
              </a:defRPr>
            </a:lvl1pPr>
          </a:lstStyle>
          <a:p>
            <a:r>
              <a:rPr lang="en-US"/>
              <a:t>01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F54634D-08B3-A238-2B8A-EDF379D1430E}"/>
              </a:ext>
            </a:extLst>
          </p:cNvPr>
          <p:cNvSpPr>
            <a:spLocks noGrp="1"/>
          </p:cNvSpPr>
          <p:nvPr>
            <p:ph type="body" idx="1"/>
          </p:nvPr>
        </p:nvSpPr>
        <p:spPr bwMode="gray">
          <a:xfrm>
            <a:off x="407988" y="3168000"/>
            <a:ext cx="9879012" cy="720000"/>
          </a:xfrm>
        </p:spPr>
        <p:txBody>
          <a:bodyPr/>
          <a:lstStyle>
            <a:lvl1pPr marL="0" indent="0">
              <a:buNone/>
              <a:defRPr sz="2800">
                <a:solidFill>
                  <a:schemeClr val="bg1"/>
                </a:solidFill>
              </a:defRPr>
            </a:lvl1pPr>
            <a:lvl2pPr marL="457200" indent="0">
              <a:buNone/>
              <a:defRPr lang="en-US" sz="1800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Text Placeholder 30">
            <a:extLst>
              <a:ext uri="{FF2B5EF4-FFF2-40B4-BE49-F238E27FC236}">
                <a16:creationId xmlns:a16="http://schemas.microsoft.com/office/drawing/2014/main" id="{A8333A67-E105-461F-F66E-91BC4D483AB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 bwMode="gray">
          <a:xfrm>
            <a:off x="407988" y="3919538"/>
            <a:ext cx="9879012" cy="253365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96059109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208D5F-6342-CCAE-C184-DF50B599147A}"/>
              </a:ext>
            </a:extLst>
          </p:cNvPr>
          <p:cNvSpPr>
            <a:spLocks noGrp="1"/>
          </p:cNvSpPr>
          <p:nvPr>
            <p:ph type="title"/>
          </p:nvPr>
        </p:nvSpPr>
        <p:spPr bwMode="gray"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3F1C7F5-9EE0-5ABB-81D4-B7A56B1C8F62}"/>
              </a:ext>
            </a:extLst>
          </p:cNvPr>
          <p:cNvSpPr/>
          <p:nvPr userDrawn="1"/>
        </p:nvSpPr>
        <p:spPr>
          <a:xfrm>
            <a:off x="12341823" y="1412875"/>
            <a:ext cx="272561" cy="316677"/>
          </a:xfrm>
          <a:prstGeom prst="rect">
            <a:avLst/>
          </a:prstGeom>
          <a:solidFill>
            <a:srgbClr val="070F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>
              <a:lnSpc>
                <a:spcPct val="110000"/>
              </a:lnSpc>
              <a:spcBef>
                <a:spcPts val="600"/>
              </a:spcBef>
            </a:pPr>
            <a:endParaRPr lang="en-GB" sz="2000" err="1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B649B5A-2BC0-8450-73C3-09E9FBE8A7A3}"/>
              </a:ext>
            </a:extLst>
          </p:cNvPr>
          <p:cNvSpPr/>
          <p:nvPr userDrawn="1"/>
        </p:nvSpPr>
        <p:spPr>
          <a:xfrm>
            <a:off x="12341823" y="1799489"/>
            <a:ext cx="272561" cy="316677"/>
          </a:xfrm>
          <a:prstGeom prst="rect">
            <a:avLst/>
          </a:prstGeom>
          <a:solidFill>
            <a:srgbClr val="0072B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>
              <a:lnSpc>
                <a:spcPct val="110000"/>
              </a:lnSpc>
              <a:spcBef>
                <a:spcPts val="600"/>
              </a:spcBef>
            </a:pPr>
            <a:endParaRPr lang="en-GB" sz="2000" err="1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908C251-885C-B337-3387-3B2FF7F2864B}"/>
              </a:ext>
            </a:extLst>
          </p:cNvPr>
          <p:cNvSpPr/>
          <p:nvPr userDrawn="1"/>
        </p:nvSpPr>
        <p:spPr>
          <a:xfrm>
            <a:off x="12341823" y="2186103"/>
            <a:ext cx="272561" cy="31667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>
              <a:lnSpc>
                <a:spcPct val="110000"/>
              </a:lnSpc>
              <a:spcBef>
                <a:spcPts val="600"/>
              </a:spcBef>
            </a:pPr>
            <a:endParaRPr lang="en-GB" sz="2000" err="1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B1F056D-9237-06B0-9FC3-857901B8C156}"/>
              </a:ext>
            </a:extLst>
          </p:cNvPr>
          <p:cNvSpPr/>
          <p:nvPr userDrawn="1"/>
        </p:nvSpPr>
        <p:spPr>
          <a:xfrm>
            <a:off x="12341823" y="2716977"/>
            <a:ext cx="272561" cy="316677"/>
          </a:xfrm>
          <a:prstGeom prst="rect">
            <a:avLst/>
          </a:prstGeom>
          <a:solidFill>
            <a:srgbClr val="2E404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>
              <a:lnSpc>
                <a:spcPct val="110000"/>
              </a:lnSpc>
              <a:spcBef>
                <a:spcPts val="600"/>
              </a:spcBef>
            </a:pPr>
            <a:endParaRPr lang="en-GB" sz="2000" err="1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7223A20-8557-C7EE-3DF4-125115B4B800}"/>
              </a:ext>
            </a:extLst>
          </p:cNvPr>
          <p:cNvSpPr/>
          <p:nvPr userDrawn="1"/>
        </p:nvSpPr>
        <p:spPr>
          <a:xfrm>
            <a:off x="12341823" y="3103591"/>
            <a:ext cx="272561" cy="316677"/>
          </a:xfrm>
          <a:prstGeom prst="rect">
            <a:avLst/>
          </a:prstGeom>
          <a:solidFill>
            <a:srgbClr val="19A3F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>
              <a:lnSpc>
                <a:spcPct val="110000"/>
              </a:lnSpc>
              <a:spcBef>
                <a:spcPts val="600"/>
              </a:spcBef>
            </a:pPr>
            <a:endParaRPr lang="en-GB" sz="2000" err="1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E7F8F5E-7367-D98A-0E65-DCCA928F4349}"/>
              </a:ext>
            </a:extLst>
          </p:cNvPr>
          <p:cNvSpPr/>
          <p:nvPr userDrawn="1"/>
        </p:nvSpPr>
        <p:spPr>
          <a:xfrm>
            <a:off x="12341823" y="3490205"/>
            <a:ext cx="272561" cy="316677"/>
          </a:xfrm>
          <a:prstGeom prst="rect">
            <a:avLst/>
          </a:prstGeom>
          <a:solidFill>
            <a:srgbClr val="005B9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>
              <a:lnSpc>
                <a:spcPct val="110000"/>
              </a:lnSpc>
              <a:spcBef>
                <a:spcPts val="600"/>
              </a:spcBef>
            </a:pPr>
            <a:endParaRPr lang="en-GB" sz="2000" err="1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86C3126A-9EC1-B531-8FB1-B6CC20F4878B}"/>
              </a:ext>
            </a:extLst>
          </p:cNvPr>
          <p:cNvSpPr/>
          <p:nvPr userDrawn="1"/>
        </p:nvSpPr>
        <p:spPr>
          <a:xfrm>
            <a:off x="12341823" y="3876819"/>
            <a:ext cx="272561" cy="316677"/>
          </a:xfrm>
          <a:prstGeom prst="rect">
            <a:avLst/>
          </a:prstGeom>
          <a:solidFill>
            <a:srgbClr val="00DFE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>
              <a:lnSpc>
                <a:spcPct val="110000"/>
              </a:lnSpc>
              <a:spcBef>
                <a:spcPts val="600"/>
              </a:spcBef>
            </a:pPr>
            <a:endParaRPr lang="en-GB" sz="2000" err="1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7C08686D-1F34-5C9F-2DEF-F714E57769AF}"/>
              </a:ext>
            </a:extLst>
          </p:cNvPr>
          <p:cNvSpPr/>
          <p:nvPr userDrawn="1"/>
        </p:nvSpPr>
        <p:spPr>
          <a:xfrm>
            <a:off x="12341823" y="4263433"/>
            <a:ext cx="272561" cy="316677"/>
          </a:xfrm>
          <a:prstGeom prst="rect">
            <a:avLst/>
          </a:prstGeom>
          <a:solidFill>
            <a:srgbClr val="00CB5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>
              <a:lnSpc>
                <a:spcPct val="110000"/>
              </a:lnSpc>
              <a:spcBef>
                <a:spcPts val="600"/>
              </a:spcBef>
            </a:pPr>
            <a:endParaRPr lang="en-GB" sz="2000" err="1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35E6FBF9-8013-8337-0681-64B9F41D970C}"/>
              </a:ext>
            </a:extLst>
          </p:cNvPr>
          <p:cNvSpPr/>
          <p:nvPr userDrawn="1"/>
        </p:nvSpPr>
        <p:spPr>
          <a:xfrm>
            <a:off x="12341823" y="4790347"/>
            <a:ext cx="272561" cy="316677"/>
          </a:xfrm>
          <a:prstGeom prst="rect">
            <a:avLst/>
          </a:prstGeom>
          <a:solidFill>
            <a:srgbClr val="FFC4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>
              <a:lnSpc>
                <a:spcPct val="110000"/>
              </a:lnSpc>
              <a:spcBef>
                <a:spcPts val="600"/>
              </a:spcBef>
            </a:pPr>
            <a:endParaRPr lang="en-GB" sz="2000" err="1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CED7352B-D9DB-5FCB-3D30-C036F1576D5B}"/>
              </a:ext>
            </a:extLst>
          </p:cNvPr>
          <p:cNvSpPr/>
          <p:nvPr userDrawn="1"/>
        </p:nvSpPr>
        <p:spPr>
          <a:xfrm>
            <a:off x="12341823" y="5176961"/>
            <a:ext cx="272561" cy="316677"/>
          </a:xfrm>
          <a:prstGeom prst="rect">
            <a:avLst/>
          </a:prstGeom>
          <a:solidFill>
            <a:srgbClr val="FF7A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>
              <a:lnSpc>
                <a:spcPct val="110000"/>
              </a:lnSpc>
              <a:spcBef>
                <a:spcPts val="600"/>
              </a:spcBef>
            </a:pPr>
            <a:endParaRPr lang="en-GB" sz="2000" err="1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F0292A42-E8DB-B820-7CAB-F16B9FCC64D5}"/>
              </a:ext>
            </a:extLst>
          </p:cNvPr>
          <p:cNvSpPr/>
          <p:nvPr userDrawn="1"/>
        </p:nvSpPr>
        <p:spPr>
          <a:xfrm>
            <a:off x="12667762" y="2716977"/>
            <a:ext cx="272561" cy="144000"/>
          </a:xfrm>
          <a:prstGeom prst="rect">
            <a:avLst/>
          </a:prstGeom>
          <a:solidFill>
            <a:srgbClr val="94949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>
              <a:lnSpc>
                <a:spcPct val="110000"/>
              </a:lnSpc>
              <a:spcBef>
                <a:spcPts val="600"/>
              </a:spcBef>
            </a:pPr>
            <a:endParaRPr lang="en-GB" sz="2000" err="1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76D2B8E2-B690-F292-AC69-614CA1E90244}"/>
              </a:ext>
            </a:extLst>
          </p:cNvPr>
          <p:cNvSpPr/>
          <p:nvPr userDrawn="1"/>
        </p:nvSpPr>
        <p:spPr>
          <a:xfrm>
            <a:off x="12667762" y="2889654"/>
            <a:ext cx="272561" cy="14400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>
              <a:lnSpc>
                <a:spcPct val="110000"/>
              </a:lnSpc>
              <a:spcBef>
                <a:spcPts val="600"/>
              </a:spcBef>
            </a:pPr>
            <a:endParaRPr lang="en-GB" sz="2000" err="1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24251D0F-30C0-56DD-567D-69EE67A6EC6C}"/>
              </a:ext>
            </a:extLst>
          </p:cNvPr>
          <p:cNvSpPr/>
          <p:nvPr userDrawn="1"/>
        </p:nvSpPr>
        <p:spPr>
          <a:xfrm>
            <a:off x="12667762" y="3876819"/>
            <a:ext cx="272561" cy="144000"/>
          </a:xfrm>
          <a:prstGeom prst="rect">
            <a:avLst/>
          </a:prstGeom>
          <a:solidFill>
            <a:srgbClr val="009AA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>
              <a:lnSpc>
                <a:spcPct val="110000"/>
              </a:lnSpc>
              <a:spcBef>
                <a:spcPts val="600"/>
              </a:spcBef>
            </a:pPr>
            <a:endParaRPr lang="en-GB" sz="2000" err="1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33C15699-C475-2DAB-7D1F-CDAEB1CA04A8}"/>
              </a:ext>
            </a:extLst>
          </p:cNvPr>
          <p:cNvSpPr/>
          <p:nvPr userDrawn="1"/>
        </p:nvSpPr>
        <p:spPr>
          <a:xfrm>
            <a:off x="12667762" y="4049496"/>
            <a:ext cx="272561" cy="144000"/>
          </a:xfrm>
          <a:prstGeom prst="rect">
            <a:avLst/>
          </a:prstGeom>
          <a:solidFill>
            <a:srgbClr val="7BF7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>
              <a:lnSpc>
                <a:spcPct val="110000"/>
              </a:lnSpc>
              <a:spcBef>
                <a:spcPts val="600"/>
              </a:spcBef>
            </a:pPr>
            <a:endParaRPr lang="en-GB" sz="2000" err="1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CFD9A193-16E4-B7C8-2A8F-6351EAC4CC07}"/>
              </a:ext>
            </a:extLst>
          </p:cNvPr>
          <p:cNvSpPr/>
          <p:nvPr userDrawn="1"/>
        </p:nvSpPr>
        <p:spPr>
          <a:xfrm>
            <a:off x="12667762" y="4261895"/>
            <a:ext cx="272561" cy="144000"/>
          </a:xfrm>
          <a:prstGeom prst="rect">
            <a:avLst/>
          </a:prstGeom>
          <a:solidFill>
            <a:srgbClr val="06894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>
              <a:lnSpc>
                <a:spcPct val="110000"/>
              </a:lnSpc>
              <a:spcBef>
                <a:spcPts val="600"/>
              </a:spcBef>
            </a:pPr>
            <a:endParaRPr lang="en-GB" sz="2000" err="1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D663B972-F496-09A3-6A8E-38D57399B88D}"/>
              </a:ext>
            </a:extLst>
          </p:cNvPr>
          <p:cNvSpPr/>
          <p:nvPr userDrawn="1"/>
        </p:nvSpPr>
        <p:spPr>
          <a:xfrm>
            <a:off x="12667762" y="4434572"/>
            <a:ext cx="272561" cy="144000"/>
          </a:xfrm>
          <a:prstGeom prst="rect">
            <a:avLst/>
          </a:prstGeom>
          <a:solidFill>
            <a:srgbClr val="38F99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>
              <a:lnSpc>
                <a:spcPct val="110000"/>
              </a:lnSpc>
              <a:spcBef>
                <a:spcPts val="600"/>
              </a:spcBef>
            </a:pPr>
            <a:endParaRPr lang="en-GB" sz="2000" err="1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50B54745-8D16-F7A6-53EE-465BF06F59F4}"/>
              </a:ext>
            </a:extLst>
          </p:cNvPr>
          <p:cNvSpPr/>
          <p:nvPr userDrawn="1"/>
        </p:nvSpPr>
        <p:spPr>
          <a:xfrm>
            <a:off x="12667762" y="4790347"/>
            <a:ext cx="272561" cy="144000"/>
          </a:xfrm>
          <a:prstGeom prst="rect">
            <a:avLst/>
          </a:prstGeom>
          <a:solidFill>
            <a:srgbClr val="FFDB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>
              <a:lnSpc>
                <a:spcPct val="110000"/>
              </a:lnSpc>
              <a:spcBef>
                <a:spcPts val="600"/>
              </a:spcBef>
            </a:pPr>
            <a:endParaRPr lang="en-GB" sz="2000" err="1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9CC2EF31-92DF-3852-F575-54F8BD7C2A9A}"/>
              </a:ext>
            </a:extLst>
          </p:cNvPr>
          <p:cNvSpPr/>
          <p:nvPr userDrawn="1"/>
        </p:nvSpPr>
        <p:spPr>
          <a:xfrm>
            <a:off x="12667762" y="4963024"/>
            <a:ext cx="272561" cy="144000"/>
          </a:xfrm>
          <a:prstGeom prst="rect">
            <a:avLst/>
          </a:prstGeom>
          <a:solidFill>
            <a:srgbClr val="FFEDB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>
              <a:lnSpc>
                <a:spcPct val="110000"/>
              </a:lnSpc>
              <a:spcBef>
                <a:spcPts val="600"/>
              </a:spcBef>
            </a:pPr>
            <a:endParaRPr lang="en-GB" sz="2000" err="1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04A03E87-7CD8-5747-764F-A6F6ADA29B29}"/>
              </a:ext>
            </a:extLst>
          </p:cNvPr>
          <p:cNvSpPr/>
          <p:nvPr userDrawn="1"/>
        </p:nvSpPr>
        <p:spPr>
          <a:xfrm>
            <a:off x="12667762" y="5180587"/>
            <a:ext cx="272561" cy="144000"/>
          </a:xfrm>
          <a:prstGeom prst="rect">
            <a:avLst/>
          </a:prstGeom>
          <a:solidFill>
            <a:srgbClr val="B32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>
              <a:lnSpc>
                <a:spcPct val="110000"/>
              </a:lnSpc>
              <a:spcBef>
                <a:spcPts val="600"/>
              </a:spcBef>
            </a:pPr>
            <a:endParaRPr lang="en-GB" sz="2000" err="1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620FEB6C-3DF5-7CB1-A9A8-96A11EDA503E}"/>
              </a:ext>
            </a:extLst>
          </p:cNvPr>
          <p:cNvSpPr/>
          <p:nvPr userDrawn="1"/>
        </p:nvSpPr>
        <p:spPr>
          <a:xfrm>
            <a:off x="12667762" y="5353264"/>
            <a:ext cx="272561" cy="144000"/>
          </a:xfrm>
          <a:prstGeom prst="rect">
            <a:avLst/>
          </a:prstGeom>
          <a:solidFill>
            <a:srgbClr val="E42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>
              <a:lnSpc>
                <a:spcPct val="110000"/>
              </a:lnSpc>
              <a:spcBef>
                <a:spcPts val="600"/>
              </a:spcBef>
            </a:pPr>
            <a:endParaRPr lang="en-GB" sz="2000" err="1"/>
          </a:p>
        </p:txBody>
      </p:sp>
      <p:sp>
        <p:nvSpPr>
          <p:cNvPr id="38" name="Footer Placeholder 4">
            <a:extLst>
              <a:ext uri="{FF2B5EF4-FFF2-40B4-BE49-F238E27FC236}">
                <a16:creationId xmlns:a16="http://schemas.microsoft.com/office/drawing/2014/main" id="{D63C73A6-CBC3-ED8F-C236-3541D5B846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 bwMode="gray">
          <a:xfrm>
            <a:off x="371475" y="6546253"/>
            <a:ext cx="4852035" cy="123111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 anchor="ctr">
            <a:spAutoFit/>
          </a:bodyPr>
          <a:lstStyle>
            <a:lvl1pPr algn="l">
              <a:lnSpc>
                <a:spcPct val="100000"/>
              </a:lnSpc>
              <a:defRPr sz="800">
                <a:solidFill>
                  <a:srgbClr val="6B6B6B"/>
                </a:solidFill>
              </a:defRPr>
            </a:lvl1pPr>
          </a:lstStyle>
          <a:p>
            <a:r>
              <a:rPr lang="en-US" noProof="0"/>
              <a:t>© 2023 NTT DATA</a:t>
            </a:r>
          </a:p>
        </p:txBody>
      </p:sp>
      <p:sp>
        <p:nvSpPr>
          <p:cNvPr id="39" name="Slide Number Placeholder 5">
            <a:extLst>
              <a:ext uri="{FF2B5EF4-FFF2-40B4-BE49-F238E27FC236}">
                <a16:creationId xmlns:a16="http://schemas.microsoft.com/office/drawing/2014/main" id="{48222C4D-B079-2DA4-AB2A-2E8F733F978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 bwMode="gray">
          <a:xfrm>
            <a:off x="5943600" y="6563358"/>
            <a:ext cx="304800" cy="88901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 anchor="ctr">
            <a:noAutofit/>
          </a:bodyPr>
          <a:lstStyle>
            <a:lvl1pPr algn="ctr">
              <a:lnSpc>
                <a:spcPct val="100000"/>
              </a:lnSpc>
              <a:defRPr sz="800">
                <a:solidFill>
                  <a:srgbClr val="6B6B6B"/>
                </a:solidFill>
              </a:defRPr>
            </a:lvl1pPr>
          </a:lstStyle>
          <a:p>
            <a:fld id="{13CE6DAF-806F-404B-BC68-339BFCB57E5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518435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Smart Nav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A4755A00-D7B1-A7BE-5515-C66D314112D0}"/>
              </a:ext>
            </a:extLst>
          </p:cNvPr>
          <p:cNvSpPr/>
          <p:nvPr/>
        </p:nvSpPr>
        <p:spPr bwMode="gray">
          <a:xfrm>
            <a:off x="0" y="0"/>
            <a:ext cx="12192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4962756-7F61-DD56-70EF-1BC62353E596}"/>
              </a:ext>
            </a:extLst>
          </p:cNvPr>
          <p:cNvSpPr>
            <a:spLocks noGrp="1"/>
          </p:cNvSpPr>
          <p:nvPr>
            <p:ph type="title"/>
          </p:nvPr>
        </p:nvSpPr>
        <p:spPr bwMode="gray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A87D3EA-1C29-E130-6E56-7E90E6CADD19}"/>
              </a:ext>
            </a:extLst>
          </p:cNvPr>
          <p:cNvSpPr>
            <a:spLocks noGrp="1"/>
          </p:cNvSpPr>
          <p:nvPr>
            <p:ph type="dt" sz="half" idx="10"/>
          </p:nvPr>
        </p:nvSpPr>
        <p:spPr bwMode="gray">
          <a:xfrm>
            <a:off x="407988" y="6632547"/>
            <a:ext cx="792160" cy="10731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8B1E58D4-12C5-464E-AF29-DD80E8944A29}" type="datetime1">
              <a:rPr lang="en-US" smtClean="0"/>
              <a:t>9/14/2026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319C1BF-1EC5-A313-1823-F85B93370C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>
          <a:xfrm>
            <a:off x="4501214" y="6632547"/>
            <a:ext cx="5427808" cy="10731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NTT DATA 2022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D51B2B6-5FF7-D4FC-5982-94DB32E705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gray">
          <a:xfrm>
            <a:off x="11532012" y="6632547"/>
            <a:ext cx="252000" cy="10731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992A66A-EA94-4991-BD7F-89548FF80B25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A2D74FAD-8AC4-9945-F79B-919F1102E4B4}"/>
              </a:ext>
            </a:extLst>
          </p:cNvPr>
          <p:cNvPicPr>
            <a:picLocks noChangeAspect="1"/>
          </p:cNvPicPr>
          <p:nvPr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 bwMode="gray">
          <a:xfrm>
            <a:off x="10372615" y="6617523"/>
            <a:ext cx="842400" cy="1370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878570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4F00C3-C50B-0CD1-4A75-8E31C95BB2B5}"/>
              </a:ext>
            </a:extLst>
          </p:cNvPr>
          <p:cNvSpPr>
            <a:spLocks noGrp="1"/>
          </p:cNvSpPr>
          <p:nvPr>
            <p:ph type="title"/>
          </p:nvPr>
        </p:nvSpPr>
        <p:spPr bwMode="gray"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BCC4917B-B586-B847-6235-47EA40CC5D25}"/>
              </a:ext>
            </a:extLst>
          </p:cNvPr>
          <p:cNvSpPr>
            <a:spLocks noGrp="1"/>
          </p:cNvSpPr>
          <p:nvPr>
            <p:ph sz="quarter" idx="13"/>
          </p:nvPr>
        </p:nvSpPr>
        <p:spPr bwMode="gray">
          <a:xfrm>
            <a:off x="407987" y="1412875"/>
            <a:ext cx="11376025" cy="504031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23396FF-84AF-EABB-7454-009792A977E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 bwMode="gray">
          <a:xfrm>
            <a:off x="371475" y="6546253"/>
            <a:ext cx="4852035" cy="123111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 anchor="ctr">
            <a:spAutoFit/>
          </a:bodyPr>
          <a:lstStyle>
            <a:lvl1pPr algn="l">
              <a:lnSpc>
                <a:spcPct val="100000"/>
              </a:lnSpc>
              <a:defRPr sz="800">
                <a:solidFill>
                  <a:srgbClr val="6B6B6B"/>
                </a:solidFill>
              </a:defRPr>
            </a:lvl1pPr>
          </a:lstStyle>
          <a:p>
            <a:r>
              <a:rPr lang="en-US" noProof="0"/>
              <a:t>© 2023 NTT DATA</a:t>
            </a: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05C963ED-B7FE-6053-988B-4C72F64C1CB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 bwMode="gray">
          <a:xfrm>
            <a:off x="5943600" y="6563358"/>
            <a:ext cx="304800" cy="88901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 anchor="ctr">
            <a:noAutofit/>
          </a:bodyPr>
          <a:lstStyle>
            <a:lvl1pPr algn="ctr">
              <a:lnSpc>
                <a:spcPct val="100000"/>
              </a:lnSpc>
              <a:defRPr sz="800">
                <a:solidFill>
                  <a:srgbClr val="6B6B6B"/>
                </a:solidFill>
              </a:defRPr>
            </a:lvl1pPr>
          </a:lstStyle>
          <a:p>
            <a:fld id="{13CE6DAF-806F-404B-BC68-339BFCB57E5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369942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4F00C3-C50B-0CD1-4A75-8E31C95BB2B5}"/>
              </a:ext>
            </a:extLst>
          </p:cNvPr>
          <p:cNvSpPr>
            <a:spLocks noGrp="1"/>
          </p:cNvSpPr>
          <p:nvPr>
            <p:ph type="title"/>
          </p:nvPr>
        </p:nvSpPr>
        <p:spPr bwMode="gray"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5F1391F-9D09-9850-B34A-BA50CFA052D3}"/>
              </a:ext>
            </a:extLst>
          </p:cNvPr>
          <p:cNvSpPr>
            <a:spLocks noGrp="1"/>
          </p:cNvSpPr>
          <p:nvPr>
            <p:ph type="dt" sz="half" idx="10"/>
          </p:nvPr>
        </p:nvSpPr>
        <p:spPr bwMode="gray">
          <a:xfrm>
            <a:off x="407988" y="6632547"/>
            <a:ext cx="792160" cy="107315"/>
          </a:xfrm>
          <a:prstGeom prst="rect">
            <a:avLst/>
          </a:prstGeom>
        </p:spPr>
        <p:txBody>
          <a:bodyPr/>
          <a:lstStyle/>
          <a:p>
            <a:fld id="{DC894B02-91E1-4633-9CC1-669206C93484}" type="datetime1">
              <a:rPr lang="en-US" smtClean="0"/>
              <a:t>9/14/2026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8817286-0227-1DE8-0069-6C6858967E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>
          <a:xfrm>
            <a:off x="4501214" y="6632547"/>
            <a:ext cx="5427808" cy="107315"/>
          </a:xfrm>
          <a:prstGeom prst="rect">
            <a:avLst/>
          </a:prstGeom>
        </p:spPr>
        <p:txBody>
          <a:bodyPr/>
          <a:lstStyle/>
          <a:p>
            <a:r>
              <a:rPr lang="en-US"/>
              <a:t>NTT DATA 2022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024D01A-C038-19BC-DB37-210EC1A897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gray">
          <a:xfrm>
            <a:off x="11532012" y="6632547"/>
            <a:ext cx="252000" cy="107315"/>
          </a:xfrm>
          <a:prstGeom prst="rect">
            <a:avLst/>
          </a:prstGeom>
        </p:spPr>
        <p:txBody>
          <a:bodyPr/>
          <a:lstStyle/>
          <a:p>
            <a:fld id="{C992A66A-EA94-4991-BD7F-89548FF80B2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BCC4917B-B586-B847-6235-47EA40CC5D25}"/>
              </a:ext>
            </a:extLst>
          </p:cNvPr>
          <p:cNvSpPr>
            <a:spLocks noGrp="1"/>
          </p:cNvSpPr>
          <p:nvPr>
            <p:ph sz="quarter" idx="13"/>
          </p:nvPr>
        </p:nvSpPr>
        <p:spPr bwMode="gray">
          <a:xfrm>
            <a:off x="407987" y="1412875"/>
            <a:ext cx="5472013" cy="504031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Content Placeholder 6">
            <a:extLst>
              <a:ext uri="{FF2B5EF4-FFF2-40B4-BE49-F238E27FC236}">
                <a16:creationId xmlns:a16="http://schemas.microsoft.com/office/drawing/2014/main" id="{D3F17146-A25B-4E6E-4D8D-A0821493B2AB}"/>
              </a:ext>
            </a:extLst>
          </p:cNvPr>
          <p:cNvSpPr>
            <a:spLocks noGrp="1"/>
          </p:cNvSpPr>
          <p:nvPr>
            <p:ph sz="quarter" idx="14"/>
          </p:nvPr>
        </p:nvSpPr>
        <p:spPr bwMode="gray">
          <a:xfrm>
            <a:off x="6312000" y="1412875"/>
            <a:ext cx="5472013" cy="504031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48223401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hree Contents with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E2F829-9383-F0F7-BF93-0B44D8CD527C}"/>
              </a:ext>
            </a:extLst>
          </p:cNvPr>
          <p:cNvSpPr>
            <a:spLocks noGrp="1"/>
          </p:cNvSpPr>
          <p:nvPr>
            <p:ph type="title"/>
          </p:nvPr>
        </p:nvSpPr>
        <p:spPr bwMode="gray"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F33A0F5-7158-99DF-F84C-CD74F7F059CC}"/>
              </a:ext>
            </a:extLst>
          </p:cNvPr>
          <p:cNvSpPr>
            <a:spLocks noGrp="1"/>
          </p:cNvSpPr>
          <p:nvPr>
            <p:ph type="dt" sz="half" idx="10"/>
          </p:nvPr>
        </p:nvSpPr>
        <p:spPr bwMode="gray">
          <a:xfrm>
            <a:off x="407988" y="6632547"/>
            <a:ext cx="792160" cy="107315"/>
          </a:xfrm>
          <a:prstGeom prst="rect">
            <a:avLst/>
          </a:prstGeom>
        </p:spPr>
        <p:txBody>
          <a:bodyPr/>
          <a:lstStyle/>
          <a:p>
            <a:fld id="{7DCBA294-1E11-466D-9353-2F84B44CB07A}" type="datetime1">
              <a:rPr lang="en-US" smtClean="0"/>
              <a:t>9/14/2026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3001915-19B9-56F0-33A1-8813992AF8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>
          <a:xfrm>
            <a:off x="4501214" y="6632547"/>
            <a:ext cx="5427808" cy="107315"/>
          </a:xfrm>
          <a:prstGeom prst="rect">
            <a:avLst/>
          </a:prstGeom>
        </p:spPr>
        <p:txBody>
          <a:bodyPr/>
          <a:lstStyle/>
          <a:p>
            <a:r>
              <a:rPr lang="en-US"/>
              <a:t>NTT DATA 2022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B2A670-B79D-BDA1-9BA6-4D3FA3079D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gray">
          <a:xfrm>
            <a:off x="11532012" y="6632547"/>
            <a:ext cx="252000" cy="107315"/>
          </a:xfrm>
          <a:prstGeom prst="rect">
            <a:avLst/>
          </a:prstGeom>
        </p:spPr>
        <p:txBody>
          <a:bodyPr/>
          <a:lstStyle/>
          <a:p>
            <a:fld id="{C992A66A-EA94-4991-BD7F-89548FF80B2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E264EE55-D4BB-7D53-18CF-CAAF39B9EC5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407988" y="4077030"/>
            <a:ext cx="3600008" cy="237615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Text Placeholder 6">
            <a:extLst>
              <a:ext uri="{FF2B5EF4-FFF2-40B4-BE49-F238E27FC236}">
                <a16:creationId xmlns:a16="http://schemas.microsoft.com/office/drawing/2014/main" id="{2E65F77C-14B0-1B00-F86C-EF98488C696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 bwMode="gray">
          <a:xfrm>
            <a:off x="4295996" y="4077030"/>
            <a:ext cx="3600008" cy="237615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BEC31746-78E6-D122-5FF7-87067B5E57B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gray">
          <a:xfrm>
            <a:off x="8184004" y="4077030"/>
            <a:ext cx="3600008" cy="237615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4CD73D45-6F02-8CB0-F40D-4E8F4C9DE6B8}"/>
              </a:ext>
            </a:extLst>
          </p:cNvPr>
          <p:cNvSpPr>
            <a:spLocks noGrp="1"/>
          </p:cNvSpPr>
          <p:nvPr>
            <p:ph sz="quarter" idx="16"/>
          </p:nvPr>
        </p:nvSpPr>
        <p:spPr bwMode="gray">
          <a:xfrm>
            <a:off x="407988" y="1412875"/>
            <a:ext cx="3600008" cy="237615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Content Placeholder 10">
            <a:extLst>
              <a:ext uri="{FF2B5EF4-FFF2-40B4-BE49-F238E27FC236}">
                <a16:creationId xmlns:a16="http://schemas.microsoft.com/office/drawing/2014/main" id="{903631C9-7C61-F83D-99F4-49D6E8A76C3E}"/>
              </a:ext>
            </a:extLst>
          </p:cNvPr>
          <p:cNvSpPr>
            <a:spLocks noGrp="1"/>
          </p:cNvSpPr>
          <p:nvPr>
            <p:ph sz="quarter" idx="17"/>
          </p:nvPr>
        </p:nvSpPr>
        <p:spPr bwMode="gray">
          <a:xfrm>
            <a:off x="4295996" y="1412875"/>
            <a:ext cx="3600008" cy="237615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Content Placeholder 10">
            <a:extLst>
              <a:ext uri="{FF2B5EF4-FFF2-40B4-BE49-F238E27FC236}">
                <a16:creationId xmlns:a16="http://schemas.microsoft.com/office/drawing/2014/main" id="{3B2BBC93-7BF0-8AFC-7524-BF627CF34700}"/>
              </a:ext>
            </a:extLst>
          </p:cNvPr>
          <p:cNvSpPr>
            <a:spLocks noGrp="1"/>
          </p:cNvSpPr>
          <p:nvPr>
            <p:ph sz="quarter" idx="18"/>
          </p:nvPr>
        </p:nvSpPr>
        <p:spPr bwMode="gray">
          <a:xfrm>
            <a:off x="8184004" y="1412875"/>
            <a:ext cx="3600008" cy="237615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979826663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Half Pictur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95EDEB-E668-E39D-941C-4C01566E2D36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6708775" y="1412875"/>
            <a:ext cx="5075238" cy="720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A8297001-1DE4-A69E-C57A-22ECC79F403D}"/>
              </a:ext>
            </a:extLst>
          </p:cNvPr>
          <p:cNvSpPr>
            <a:spLocks noGrp="1"/>
          </p:cNvSpPr>
          <p:nvPr>
            <p:ph sz="quarter" idx="13"/>
          </p:nvPr>
        </p:nvSpPr>
        <p:spPr bwMode="gray">
          <a:xfrm>
            <a:off x="6708775" y="2583542"/>
            <a:ext cx="5075238" cy="38657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8362FC73-17AA-EBDC-A348-0E3DF5E67EB2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 bwMode="gray">
          <a:xfrm>
            <a:off x="0" y="0"/>
            <a:ext cx="6096000" cy="6858000"/>
          </a:xfrm>
          <a:solidFill>
            <a:schemeClr val="bg2"/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21" name="Slide Number Placeholder 20">
            <a:extLst>
              <a:ext uri="{FF2B5EF4-FFF2-40B4-BE49-F238E27FC236}">
                <a16:creationId xmlns:a16="http://schemas.microsoft.com/office/drawing/2014/main" id="{B802D138-5F97-E5CE-045E-3B99D7B18B7C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 bwMode="gray">
          <a:xfrm>
            <a:off x="11532012" y="6632547"/>
            <a:ext cx="252000" cy="107315"/>
          </a:xfrm>
          <a:prstGeom prst="rect">
            <a:avLst/>
          </a:prstGeom>
        </p:spPr>
        <p:txBody>
          <a:bodyPr/>
          <a:lstStyle/>
          <a:p>
            <a:fld id="{C992A66A-EA94-4991-BD7F-89548FF80B2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500482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pos="4226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hree Fifths Pictur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95EDEB-E668-E39D-941C-4C01566E2D36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7896225" y="1412875"/>
            <a:ext cx="3887788" cy="720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A8297001-1DE4-A69E-C57A-22ECC79F403D}"/>
              </a:ext>
            </a:extLst>
          </p:cNvPr>
          <p:cNvSpPr>
            <a:spLocks noGrp="1"/>
          </p:cNvSpPr>
          <p:nvPr>
            <p:ph sz="quarter" idx="13"/>
          </p:nvPr>
        </p:nvSpPr>
        <p:spPr bwMode="gray">
          <a:xfrm>
            <a:off x="7896225" y="2583542"/>
            <a:ext cx="3887788" cy="38657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8362FC73-17AA-EBDC-A348-0E3DF5E67EB2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 bwMode="gray">
          <a:xfrm>
            <a:off x="-1" y="0"/>
            <a:ext cx="7319963" cy="6858000"/>
          </a:xfrm>
          <a:solidFill>
            <a:schemeClr val="bg2"/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0E761901-AE9B-4068-C0A0-5DADC0BADDB8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 bwMode="gray">
          <a:xfrm>
            <a:off x="11532012" y="6632547"/>
            <a:ext cx="252000" cy="107315"/>
          </a:xfrm>
          <a:prstGeom prst="rect">
            <a:avLst/>
          </a:prstGeom>
        </p:spPr>
        <p:txBody>
          <a:bodyPr/>
          <a:lstStyle/>
          <a:p>
            <a:fld id="{C992A66A-EA94-4991-BD7F-89548FF80B2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749330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4611">
          <p15:clr>
            <a:srgbClr val="FBAE40"/>
          </p15:clr>
        </p15:guide>
        <p15:guide id="2" pos="4974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Full Picture with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8362FC73-17AA-EBDC-A348-0E3DF5E67EB2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 bwMode="gray">
          <a:xfrm>
            <a:off x="0" y="0"/>
            <a:ext cx="12192000" cy="6858000"/>
          </a:xfrm>
          <a:solidFill>
            <a:schemeClr val="bg2"/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295EDEB-E668-E39D-941C-4C01566E2D36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407988" y="2035175"/>
            <a:ext cx="5040312" cy="720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EBF2508-E749-5E1C-240B-095AF2BC6A8B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gray">
          <a:xfrm>
            <a:off x="407988" y="2895600"/>
            <a:ext cx="5040312" cy="2160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" name="Text Placeholder 9">
            <a:extLst>
              <a:ext uri="{FF2B5EF4-FFF2-40B4-BE49-F238E27FC236}">
                <a16:creationId xmlns:a16="http://schemas.microsoft.com/office/drawing/2014/main" id="{22DF092E-36AA-F185-4EC1-E127EAF4427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 bwMode="gray">
          <a:xfrm>
            <a:off x="9489441" y="530502"/>
            <a:ext cx="2079325" cy="338400"/>
          </a:xfrm>
          <a:blipFill>
            <a:blip cstate="screen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 sz="100"/>
            </a:lvl1pPr>
          </a:lstStyle>
          <a:p>
            <a:pPr lvl="0"/>
            <a:r>
              <a:rPr lang="en-US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97693150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pos="4248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ull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6278EEF9-0046-BF38-2A7C-558EBC5DC99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 bwMode="gray">
          <a:xfrm>
            <a:off x="0" y="0"/>
            <a:ext cx="12192000" cy="6858000"/>
          </a:xfrm>
          <a:solidFill>
            <a:schemeClr val="bg2"/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2" name="Text Placeholder 9">
            <a:extLst>
              <a:ext uri="{FF2B5EF4-FFF2-40B4-BE49-F238E27FC236}">
                <a16:creationId xmlns:a16="http://schemas.microsoft.com/office/drawing/2014/main" id="{A3C756D4-F95D-CBD4-D73A-58F19D1C7D7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 bwMode="gray">
          <a:xfrm>
            <a:off x="9489441" y="530502"/>
            <a:ext cx="2079325" cy="338400"/>
          </a:xfrm>
          <a:blipFill>
            <a:blip cstate="screen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 sz="100"/>
            </a:lvl1pPr>
          </a:lstStyle>
          <a:p>
            <a:pPr lvl="0"/>
            <a:r>
              <a:rPr lang="en-US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462301699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Narrow Picture with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8362FC73-17AA-EBDC-A348-0E3DF5E67EB2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 bwMode="gray">
          <a:xfrm>
            <a:off x="0" y="4158000"/>
            <a:ext cx="12192000" cy="2700000"/>
          </a:xfrm>
          <a:solidFill>
            <a:schemeClr val="bg2"/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EBF2508-E749-5E1C-240B-095AF2BC6A8B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gray">
          <a:xfrm>
            <a:off x="407988" y="1412874"/>
            <a:ext cx="11376024" cy="2320925"/>
          </a:xfrm>
        </p:spPr>
        <p:txBody>
          <a:bodyPr numCol="2" spcCol="432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AF0C626C-A79B-8BA5-7DAD-83B9D53AD573}"/>
              </a:ext>
            </a:extLst>
          </p:cNvPr>
          <p:cNvSpPr>
            <a:spLocks noGrp="1"/>
          </p:cNvSpPr>
          <p:nvPr>
            <p:ph type="title"/>
          </p:nvPr>
        </p:nvSpPr>
        <p:spPr bwMode="gray"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4020622110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Narrow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8362FC73-17AA-EBDC-A348-0E3DF5E67EB2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 bwMode="gray">
          <a:xfrm>
            <a:off x="0" y="4158000"/>
            <a:ext cx="12192000" cy="2700000"/>
          </a:xfrm>
          <a:solidFill>
            <a:schemeClr val="bg2"/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AF0C626C-A79B-8BA5-7DAD-83B9D53AD573}"/>
              </a:ext>
            </a:extLst>
          </p:cNvPr>
          <p:cNvSpPr>
            <a:spLocks noGrp="1"/>
          </p:cNvSpPr>
          <p:nvPr>
            <p:ph type="title"/>
          </p:nvPr>
        </p:nvSpPr>
        <p:spPr bwMode="gray"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4271914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xt and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74354E-9428-464E-4920-EE9FAF523180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407987" y="1412874"/>
            <a:ext cx="3313113" cy="720726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60D668EA-08DE-A94D-49B6-3EC369BB5B1D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 bwMode="gray">
          <a:xfrm>
            <a:off x="4064001" y="0"/>
            <a:ext cx="4064000" cy="6858000"/>
          </a:xfrm>
          <a:solidFill>
            <a:schemeClr val="bg2"/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0C0B913-945F-985A-228A-B53EF328517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 bwMode="gray">
          <a:xfrm>
            <a:off x="407988" y="2324100"/>
            <a:ext cx="3311525" cy="41290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6" name="Date Placeholder 15">
            <a:extLst>
              <a:ext uri="{FF2B5EF4-FFF2-40B4-BE49-F238E27FC236}">
                <a16:creationId xmlns:a16="http://schemas.microsoft.com/office/drawing/2014/main" id="{ABF2C733-3322-BF27-919E-2C944D82A47C}"/>
              </a:ext>
            </a:extLst>
          </p:cNvPr>
          <p:cNvSpPr>
            <a:spLocks noGrp="1"/>
          </p:cNvSpPr>
          <p:nvPr>
            <p:ph type="dt" sz="half" idx="15"/>
          </p:nvPr>
        </p:nvSpPr>
        <p:spPr bwMode="gray">
          <a:xfrm>
            <a:off x="407988" y="6632547"/>
            <a:ext cx="792160" cy="107315"/>
          </a:xfrm>
          <a:prstGeom prst="rect">
            <a:avLst/>
          </a:prstGeom>
        </p:spPr>
        <p:txBody>
          <a:bodyPr/>
          <a:lstStyle/>
          <a:p>
            <a:fld id="{61F66AFA-BDC3-4492-9133-C8ECD7D47DAA}" type="datetime1">
              <a:rPr lang="en-US" smtClean="0"/>
              <a:t>9/14/2026</a:t>
            </a:fld>
            <a:endParaRPr lang="en-US"/>
          </a:p>
        </p:txBody>
      </p:sp>
      <p:sp>
        <p:nvSpPr>
          <p:cNvPr id="18" name="Slide Number Placeholder 17">
            <a:extLst>
              <a:ext uri="{FF2B5EF4-FFF2-40B4-BE49-F238E27FC236}">
                <a16:creationId xmlns:a16="http://schemas.microsoft.com/office/drawing/2014/main" id="{9009BE63-26BA-4B3A-A523-379EA14F8F9C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 bwMode="gray">
          <a:xfrm>
            <a:off x="11532012" y="6632547"/>
            <a:ext cx="252000" cy="107315"/>
          </a:xfrm>
          <a:prstGeom prst="rect">
            <a:avLst/>
          </a:prstGeom>
        </p:spPr>
        <p:txBody>
          <a:bodyPr/>
          <a:lstStyle/>
          <a:p>
            <a:fld id="{C992A66A-EA94-4991-BD7F-89548FF80B2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14689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343">
          <p15:clr>
            <a:srgbClr val="FBAE40"/>
          </p15:clr>
        </p15:guide>
        <p15:guide id="2" pos="5337">
          <p15:clr>
            <a:srgbClr val="FBAE40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73984AB8-6638-E2E0-CD58-E7D36DB3097E}"/>
              </a:ext>
            </a:extLst>
          </p:cNvPr>
          <p:cNvSpPr>
            <a:spLocks noGrp="1"/>
          </p:cNvSpPr>
          <p:nvPr>
            <p:ph type="dt" sz="half" idx="10"/>
          </p:nvPr>
        </p:nvSpPr>
        <p:spPr bwMode="gray">
          <a:xfrm>
            <a:off x="407988" y="6632547"/>
            <a:ext cx="792160" cy="107315"/>
          </a:xfrm>
          <a:prstGeom prst="rect">
            <a:avLst/>
          </a:prstGeom>
        </p:spPr>
        <p:txBody>
          <a:bodyPr/>
          <a:lstStyle/>
          <a:p>
            <a:fld id="{D31E9B31-3845-4712-BD64-59080F7FEBDA}" type="datetime1">
              <a:rPr lang="en-US" smtClean="0"/>
              <a:t>9/14/2026</a:t>
            </a:fld>
            <a:endParaRPr lang="en-US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F60F2A61-A9D7-C574-16BA-992F85159D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>
          <a:xfrm>
            <a:off x="4501214" y="6632547"/>
            <a:ext cx="5427808" cy="107315"/>
          </a:xfrm>
          <a:prstGeom prst="rect">
            <a:avLst/>
          </a:prstGeom>
        </p:spPr>
        <p:txBody>
          <a:bodyPr/>
          <a:lstStyle/>
          <a:p>
            <a:r>
              <a:rPr lang="en-US"/>
              <a:t>NTT DATA 2022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0D1C2FE-F2AC-EA52-818E-CAD8289E08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gray">
          <a:xfrm>
            <a:off x="11532012" y="6632547"/>
            <a:ext cx="252000" cy="107315"/>
          </a:xfrm>
          <a:prstGeom prst="rect">
            <a:avLst/>
          </a:prstGeom>
        </p:spPr>
        <p:txBody>
          <a:bodyPr/>
          <a:lstStyle/>
          <a:p>
            <a:fld id="{C992A66A-EA94-4991-BD7F-89548FF80B2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3128776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inal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6B92E56-DE9D-F4F3-5573-47D19A0E86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4D9B9F3-5366-F37D-C54C-BCEC77F303F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407987" y="1412874"/>
            <a:ext cx="4887913" cy="2407285"/>
          </a:xfrm>
        </p:spPr>
        <p:txBody>
          <a:bodyPr anchor="b"/>
          <a:lstStyle>
            <a:lvl1pPr>
              <a:defRPr sz="4400">
                <a:solidFill>
                  <a:schemeClr val="bg1"/>
                </a:solidFill>
              </a:defRPr>
            </a:lvl1pPr>
          </a:lstStyle>
          <a:p>
            <a:r>
              <a:rPr lang="en-US"/>
              <a:t>Thanks.</a:t>
            </a:r>
          </a:p>
        </p:txBody>
      </p:sp>
      <p:pic>
        <p:nvPicPr>
          <p:cNvPr id="10" name="Picture 14">
            <a:extLst>
              <a:ext uri="{FF2B5EF4-FFF2-40B4-BE49-F238E27FC236}">
                <a16:creationId xmlns:a16="http://schemas.microsoft.com/office/drawing/2014/main" id="{C210D41F-80B1-B21D-0FD6-64960C024CEB}"/>
              </a:ext>
            </a:extLst>
          </p:cNvPr>
          <p:cNvPicPr>
            <a:picLocks noChangeAspect="1"/>
          </p:cNvPicPr>
          <p:nvPr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 bwMode="gray">
          <a:xfrm>
            <a:off x="7070724" y="1736724"/>
            <a:ext cx="5121276" cy="5121276"/>
          </a:xfrm>
          <a:prstGeom prst="rect">
            <a:avLst/>
          </a:prstGeom>
        </p:spPr>
      </p:pic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5802EBC-FA49-44E5-8285-3127C78A9E4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 bwMode="gray">
          <a:xfrm>
            <a:off x="407987" y="4022725"/>
            <a:ext cx="4887913" cy="2430463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3A596C0D-DF16-20AF-32C6-7657A641D87A}"/>
              </a:ext>
            </a:extLst>
          </p:cNvPr>
          <p:cNvPicPr>
            <a:picLocks noChangeAspect="1"/>
          </p:cNvPicPr>
          <p:nvPr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 bwMode="gray">
          <a:xfrm>
            <a:off x="9489440" y="530502"/>
            <a:ext cx="2079325" cy="338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453525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4842D1-3317-1AB6-DB7C-3A200EAF81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E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396F49-6E0B-39DA-ABE3-239842A870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9D4FD33-015E-57FA-2897-E39735C33E3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07988" y="6632547"/>
            <a:ext cx="792160" cy="107315"/>
          </a:xfrm>
          <a:prstGeom prst="rect">
            <a:avLst/>
          </a:prstGeom>
        </p:spPr>
        <p:txBody>
          <a:bodyPr/>
          <a:lstStyle/>
          <a:p>
            <a:fld id="{91545674-2DD7-4D49-8DD3-C7BF00B3F237}" type="datetimeFigureOut">
              <a:rPr lang="es-ES" smtClean="0"/>
              <a:t>14/09/2026</a:t>
            </a:fld>
            <a:endParaRPr lang="es-E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875758-E800-77A8-9335-0C3259957B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501214" y="6632547"/>
            <a:ext cx="5427808" cy="107315"/>
          </a:xfrm>
          <a:prstGeom prst="rect">
            <a:avLst/>
          </a:prstGeom>
        </p:spPr>
        <p:txBody>
          <a:bodyPr/>
          <a:lstStyle/>
          <a:p>
            <a:endParaRPr lang="es-E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193A67B-8AEC-2EEE-C1DC-2DCE5A2EF4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532012" y="6632547"/>
            <a:ext cx="252000" cy="107315"/>
          </a:xfrm>
          <a:prstGeom prst="rect">
            <a:avLst/>
          </a:prstGeom>
        </p:spPr>
        <p:txBody>
          <a:bodyPr/>
          <a:lstStyle/>
          <a:p>
            <a:fld id="{59AA25C8-E64B-45D4-9B8E-8A939A4392F1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753891366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ct 5" hidden="1">
            <a:extLst>
              <a:ext uri="{FF2B5EF4-FFF2-40B4-BE49-F238E27FC236}">
                <a16:creationId xmlns:a16="http://schemas.microsoft.com/office/drawing/2014/main" id="{1CA63D7F-0CA0-CD31-A1B7-5D1A8D3BB8F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86178796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6" progId="TCLayout.ActiveDocument.1">
                  <p:embed/>
                </p:oleObj>
              </mc:Choice>
              <mc:Fallback>
                <p:oleObj name="think-cell Slide" r:id="rId3" imgW="395" imgH="396" progId="TCLayout.ActiveDocument.1">
                  <p:embed/>
                  <p:pic>
                    <p:nvPicPr>
                      <p:cNvPr id="6" name="Object 5" hidden="1">
                        <a:extLst>
                          <a:ext uri="{FF2B5EF4-FFF2-40B4-BE49-F238E27FC236}">
                            <a16:creationId xmlns:a16="http://schemas.microsoft.com/office/drawing/2014/main" id="{1CA63D7F-0CA0-CD31-A1B7-5D1A8D3BB8F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EBDEA7E-221D-692D-A6B9-44F7BE410B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584129" y="6356350"/>
            <a:ext cx="396000" cy="365125"/>
          </a:xfrm>
          <a:prstGeom prst="rect">
            <a:avLst/>
          </a:prstGeom>
        </p:spPr>
        <p:txBody>
          <a:bodyPr/>
          <a:lstStyle>
            <a:lvl1pPr>
              <a:defRPr sz="900">
                <a:latin typeface="Century Gothic" panose="020B0502020202020204" pitchFamily="34" charset="0"/>
              </a:defRPr>
            </a:lvl1pPr>
          </a:lstStyle>
          <a:p>
            <a:fld id="{CC1E4DDB-4475-4ED6-848D-0BD92DF039AB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24786526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lide básic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to 2" hidden="1"/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956" y="1590"/>
          <a:ext cx="1953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270" imgH="270" progId="TCLayout.ActiveDocument.1">
                  <p:embed/>
                </p:oleObj>
              </mc:Choice>
              <mc:Fallback>
                <p:oleObj name="think-cell Slide" r:id="rId4" imgW="270" imgH="270" progId="TCLayout.ActiveDocument.1">
                  <p:embed/>
                  <p:pic>
                    <p:nvPicPr>
                      <p:cNvPr id="3" name="Objeto 2" hidden="1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956" y="1590"/>
                        <a:ext cx="1953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ángulo 1" hidden="1"/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 defTabSz="1072634"/>
            <a:endParaRPr lang="es-ES" sz="1600" b="1" err="1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4" name="Shape 91"/>
          <p:cNvSpPr/>
          <p:nvPr userDrawn="1"/>
        </p:nvSpPr>
        <p:spPr>
          <a:xfrm>
            <a:off x="-2" y="6641167"/>
            <a:ext cx="12192001" cy="216557"/>
          </a:xfrm>
          <a:prstGeom prst="roundRect">
            <a:avLst>
              <a:gd name="adj" fmla="val 1724"/>
            </a:avLst>
          </a:prstGeom>
          <a:solidFill>
            <a:schemeClr val="bg1">
              <a:lumMod val="65000"/>
            </a:schemeClr>
          </a:solidFill>
          <a:ln w="12700" cap="flat">
            <a:solidFill>
              <a:schemeClr val="bg1">
                <a:lumMod val="65000"/>
              </a:schemeClr>
            </a:solidFill>
            <a:miter lim="400000"/>
          </a:ln>
          <a:effectLst/>
        </p:spPr>
        <p:txBody>
          <a:bodyPr wrap="square" lIns="0" tIns="0" rIns="0" bIns="0" numCol="1" anchor="ctr">
            <a:noAutofit/>
          </a:bodyPr>
          <a:lstStyle/>
          <a:p>
            <a:pPr>
              <a:defRPr>
                <a:latin typeface="+mn-lt"/>
                <a:ea typeface="+mn-ea"/>
                <a:cs typeface="+mn-cs"/>
                <a:sym typeface="Helvetica Neue"/>
              </a:defRPr>
            </a:pPr>
            <a:endParaRPr sz="800" kern="0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5" name="Text Placeholder 30"/>
          <p:cNvSpPr>
            <a:spLocks noGrp="1"/>
          </p:cNvSpPr>
          <p:nvPr>
            <p:ph type="body" sz="quarter" idx="18" hasCustomPrompt="1"/>
          </p:nvPr>
        </p:nvSpPr>
        <p:spPr>
          <a:xfrm>
            <a:off x="1" y="6639227"/>
            <a:ext cx="9556159" cy="221581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800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  <a:lvl2pPr marL="368300" indent="0">
              <a:buNone/>
              <a:defRPr sz="800"/>
            </a:lvl2pPr>
            <a:lvl3pPr marL="735013" indent="0">
              <a:buNone/>
              <a:defRPr sz="800"/>
            </a:lvl3pPr>
            <a:lvl4pPr marL="1103313" indent="0">
              <a:buNone/>
              <a:defRPr sz="800"/>
            </a:lvl4pPr>
            <a:lvl5pPr marL="1460500" indent="0">
              <a:buNone/>
              <a:defRPr sz="800"/>
            </a:lvl5pPr>
          </a:lstStyle>
          <a:p>
            <a:pPr lvl="0"/>
            <a:r>
              <a:rPr lang="en-US"/>
              <a:t> Source – Arial 8</a:t>
            </a:r>
            <a:endParaRPr lang="es-ES"/>
          </a:p>
        </p:txBody>
      </p:sp>
      <p:sp>
        <p:nvSpPr>
          <p:cNvPr id="16" name="Rectangle 6"/>
          <p:cNvSpPr>
            <a:spLocks noChangeArrowheads="1"/>
          </p:cNvSpPr>
          <p:nvPr userDrawn="1"/>
        </p:nvSpPr>
        <p:spPr bwMode="auto">
          <a:xfrm>
            <a:off x="9968722" y="6642311"/>
            <a:ext cx="1568003" cy="2154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91413" tIns="45705" rIns="91413" bIns="45705" anchor="ctr">
            <a:spAutoFit/>
          </a:bodyPr>
          <a:lstStyle/>
          <a:p>
            <a:pPr algn="ctr">
              <a:defRPr/>
            </a:pPr>
            <a:r>
              <a:rPr lang="es-ES_tradnl" sz="800">
                <a:solidFill>
                  <a:prstClr val="white"/>
                </a:solidFill>
                <a:cs typeface="Arial" panose="020B0604020202020204" pitchFamily="34" charset="0"/>
                <a:sym typeface="Arial" panose="020B0604020202020204" pitchFamily="34" charset="0"/>
              </a:rPr>
              <a:t>NTT DATA. </a:t>
            </a:r>
            <a:r>
              <a:rPr lang="en-GB" sz="800">
                <a:solidFill>
                  <a:prstClr val="white"/>
                </a:solidFill>
                <a:cs typeface="Arial" panose="020B0604020202020204" pitchFamily="34" charset="0"/>
                <a:sym typeface="Arial" panose="020B0604020202020204" pitchFamily="34" charset="0"/>
              </a:rPr>
              <a:t>All rights reserved</a:t>
            </a:r>
          </a:p>
        </p:txBody>
      </p:sp>
      <p:sp>
        <p:nvSpPr>
          <p:cNvPr id="22" name="Marcador de texto 4"/>
          <p:cNvSpPr>
            <a:spLocks noGrp="1"/>
          </p:cNvSpPr>
          <p:nvPr>
            <p:ph type="body" sz="quarter" idx="20" hasCustomPrompt="1"/>
          </p:nvPr>
        </p:nvSpPr>
        <p:spPr>
          <a:xfrm>
            <a:off x="244509" y="160432"/>
            <a:ext cx="10226216" cy="223200"/>
          </a:xfrm>
          <a:prstGeom prst="rect">
            <a:avLst/>
          </a:prstGeom>
        </p:spPr>
        <p:txBody>
          <a:bodyPr/>
          <a:lstStyle>
            <a:lvl1pPr marL="0" indent="0">
              <a:buFontTx/>
              <a:buNone/>
              <a:defRPr sz="1100" baseline="0">
                <a:solidFill>
                  <a:srgbClr val="777777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lvl="0"/>
            <a:r>
              <a:rPr lang="es-ES" noProof="0"/>
              <a:t>1. Capítulo – Subcapítulo (Arial 11)</a:t>
            </a:r>
          </a:p>
        </p:txBody>
      </p:sp>
      <p:sp>
        <p:nvSpPr>
          <p:cNvPr id="13" name="1 Título"/>
          <p:cNvSpPr>
            <a:spLocks noGrp="1"/>
          </p:cNvSpPr>
          <p:nvPr>
            <p:ph type="title" hasCustomPrompt="1"/>
          </p:nvPr>
        </p:nvSpPr>
        <p:spPr>
          <a:xfrm>
            <a:off x="227059" y="418359"/>
            <a:ext cx="11321596" cy="576000"/>
          </a:xfrm>
          <a:prstGeom prst="rect">
            <a:avLst/>
          </a:prstGeom>
        </p:spPr>
        <p:txBody>
          <a:bodyPr>
            <a:noAutofit/>
          </a:bodyPr>
          <a:lstStyle>
            <a:lvl1pPr algn="l">
              <a:defRPr sz="1600" b="1" baseline="0">
                <a:solidFill>
                  <a:srgbClr val="6785C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r>
              <a:rPr lang="es-ES" err="1"/>
              <a:t>Leading</a:t>
            </a:r>
            <a:r>
              <a:rPr lang="es-ES"/>
              <a:t> (Arial 16)</a:t>
            </a:r>
          </a:p>
        </p:txBody>
      </p:sp>
      <p:sp>
        <p:nvSpPr>
          <p:cNvPr id="17" name="Rectangle 4"/>
          <p:cNvSpPr>
            <a:spLocks noChangeArrowheads="1"/>
          </p:cNvSpPr>
          <p:nvPr userDrawn="1"/>
        </p:nvSpPr>
        <p:spPr bwMode="auto">
          <a:xfrm>
            <a:off x="11746523" y="6641603"/>
            <a:ext cx="445477" cy="21612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1532" tIns="45764" rIns="91532" bIns="45764" anchor="ctr"/>
          <a:lstStyle/>
          <a:p>
            <a:pPr algn="ctr" defTabSz="915988">
              <a:defRPr/>
            </a:pPr>
            <a:fld id="{A7391B74-57A2-429E-9A19-8866EF4A7221}" type="slidenum">
              <a:rPr lang="ca-ES" sz="800" smtClean="0">
                <a:solidFill>
                  <a:prstClr val="white"/>
                </a:solidFill>
                <a:cs typeface="Arial" panose="020B0604020202020204" pitchFamily="34" charset="0"/>
                <a:sym typeface="Arial" panose="020B0604020202020204" pitchFamily="34" charset="0"/>
              </a:rPr>
              <a:pPr algn="ctr" defTabSz="915988">
                <a:defRPr/>
              </a:pPr>
              <a:t>‹#›</a:t>
            </a:fld>
            <a:endParaRPr lang="ca-ES" sz="900">
              <a:solidFill>
                <a:prstClr val="white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pic>
        <p:nvPicPr>
          <p:cNvPr id="12" name="Imagen 11" descr="Logotipo&#10;&#10;Descripción generada automáticamente">
            <a:extLst>
              <a:ext uri="{FF2B5EF4-FFF2-40B4-BE49-F238E27FC236}">
                <a16:creationId xmlns:a16="http://schemas.microsoft.com/office/drawing/2014/main" id="{80E63614-4CA7-A069-D199-16DD8EDA3EC5}"/>
              </a:ext>
            </a:extLst>
          </p:cNvPr>
          <p:cNvPicPr>
            <a:picLocks noChangeAspect="1"/>
          </p:cNvPicPr>
          <p:nvPr userDrawn="1"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268126" y="0"/>
            <a:ext cx="1932013" cy="491785"/>
          </a:xfrm>
          <a:prstGeom prst="rect">
            <a:avLst/>
          </a:prstGeom>
        </p:spPr>
      </p:pic>
      <p:sp>
        <p:nvSpPr>
          <p:cNvPr id="18" name="Título 3">
            <a:extLst>
              <a:ext uri="{FF2B5EF4-FFF2-40B4-BE49-F238E27FC236}">
                <a16:creationId xmlns:a16="http://schemas.microsoft.com/office/drawing/2014/main" id="{CDB422AA-6918-0453-5261-EAE8BAC9DFFA}"/>
              </a:ext>
            </a:extLst>
          </p:cNvPr>
          <p:cNvSpPr txBox="1">
            <a:spLocks/>
          </p:cNvSpPr>
          <p:nvPr userDrawn="1"/>
        </p:nvSpPr>
        <p:spPr>
          <a:xfrm>
            <a:off x="394854" y="1412718"/>
            <a:ext cx="7358050" cy="570405"/>
          </a:xfrm>
          <a:prstGeom prst="rect">
            <a:avLst/>
          </a:prstGeom>
        </p:spPr>
        <p:txBody>
          <a:bodyPr vert="horz">
            <a:noAutofit/>
          </a:bodyPr>
          <a:lstStyle>
            <a:lvl1pPr algn="l" defTabSz="914400" rtl="0" eaLnBrk="1" latinLnBrk="0" hangingPunct="1">
              <a:spcBef>
                <a:spcPct val="0"/>
              </a:spcBef>
              <a:buNone/>
              <a:defRPr sz="2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_tradnl">
                <a:solidFill>
                  <a:srgbClr val="6785C1"/>
                </a:solidFill>
              </a:rPr>
              <a:t>Cronograma </a:t>
            </a:r>
          </a:p>
        </p:txBody>
      </p:sp>
    </p:spTree>
    <p:extLst>
      <p:ext uri="{BB962C8B-B14F-4D97-AF65-F5344CB8AC3E}">
        <p14:creationId xmlns:p14="http://schemas.microsoft.com/office/powerpoint/2010/main" val="3802825738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_Cover_Full Image, Full Innovation Curv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mart Navy SemiTrans Overlay">
            <a:extLst>
              <a:ext uri="{FF2B5EF4-FFF2-40B4-BE49-F238E27FC236}">
                <a16:creationId xmlns:a16="http://schemas.microsoft.com/office/drawing/2014/main" id="{39BA9756-44A4-AC93-1405-84B020B6F46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050D24">
              <a:alpha val="57647"/>
            </a:srgbClr>
          </a:solidFill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 marL="0" indent="0">
              <a:buNone/>
              <a:defRPr>
                <a:noFill/>
              </a:defRPr>
            </a:lvl2pPr>
            <a:lvl3pPr marL="216000" indent="0">
              <a:buFont typeface="Arial" panose="020B0604020202020204" pitchFamily="34" charset="0"/>
              <a:buNone/>
              <a:defRPr>
                <a:noFill/>
              </a:defRPr>
            </a:lvl3pPr>
            <a:lvl4pPr>
              <a:defRPr>
                <a:noFill/>
              </a:defRPr>
            </a:lvl4pPr>
            <a:lvl5pPr>
              <a:defRPr>
                <a:noFill/>
              </a:defRPr>
            </a:lvl5pPr>
          </a:lstStyle>
          <a:p>
            <a:pPr lvl="2"/>
            <a:r>
              <a:rPr lang="en-US" noProof="0"/>
              <a:t> 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5E9A5FE8-62E3-0D2E-834A-D1F1B8269B7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 bwMode="gray">
          <a:xfrm>
            <a:off x="371475" y="6563358"/>
            <a:ext cx="4852035" cy="88901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defRPr sz="1000"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© 2023 NTT DATA, Inc. (Insert appropriate disclaimer if required)</a:t>
            </a:r>
          </a:p>
        </p:txBody>
      </p:sp>
      <p:sp>
        <p:nvSpPr>
          <p:cNvPr id="3" name="Innovation Curve">
            <a:extLst>
              <a:ext uri="{FF2B5EF4-FFF2-40B4-BE49-F238E27FC236}">
                <a16:creationId xmlns:a16="http://schemas.microsoft.com/office/drawing/2014/main" id="{18332D96-F8AA-AD1E-863A-6EA58DA26D4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365655" y="0"/>
            <a:ext cx="6835842" cy="6858000"/>
          </a:xfrm>
          <a:blipFill>
            <a:blip r:embed="rId2"/>
            <a:stretch>
              <a:fillRect/>
            </a:stretch>
          </a:blipFill>
        </p:spPr>
        <p:txBody>
          <a:bodyPr/>
          <a:lstStyle>
            <a:lvl1pPr>
              <a:defRPr sz="200"/>
            </a:lvl1pPr>
          </a:lstStyle>
          <a:p>
            <a:pPr lvl="0"/>
            <a:r>
              <a:rPr lang="de-DE"/>
              <a:t>.</a:t>
            </a:r>
          </a:p>
        </p:txBody>
      </p:sp>
      <p:sp>
        <p:nvSpPr>
          <p:cNvPr id="7" name="Cover Photo Placeholder">
            <a:extLst>
              <a:ext uri="{FF2B5EF4-FFF2-40B4-BE49-F238E27FC236}">
                <a16:creationId xmlns:a16="http://schemas.microsoft.com/office/drawing/2014/main" id="{47AACDBA-727E-B7AC-B9F8-A809F34068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92000" cy="6860241"/>
          </a:xfrm>
          <a:prstGeom prst="rect">
            <a:avLst/>
          </a:prstGeom>
          <a:noFill/>
        </p:spPr>
        <p:txBody>
          <a:bodyPr tIns="2743200" bIns="0" anchor="ctr"/>
          <a:lstStyle>
            <a:lvl1pPr marL="0" indent="0" algn="ctr">
              <a:buFontTx/>
              <a:buNone/>
              <a:defRPr sz="2400">
                <a:solidFill>
                  <a:srgbClr val="FF7A00"/>
                </a:solidFill>
                <a:latin typeface="+mn-lt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noProof="0"/>
              <a:t>Click to add image. Then Reorder: Send to back</a:t>
            </a:r>
          </a:p>
        </p:txBody>
      </p:sp>
      <p:sp>
        <p:nvSpPr>
          <p:cNvPr id="2" name="Info box">
            <a:extLst>
              <a:ext uri="{FF2B5EF4-FFF2-40B4-BE49-F238E27FC236}">
                <a16:creationId xmlns:a16="http://schemas.microsoft.com/office/drawing/2014/main" id="{CDC6CD3E-31EA-EA2F-BE3B-37D4E6526A11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10101235" y="333376"/>
            <a:ext cx="1884045" cy="395869"/>
          </a:xfrm>
          <a:prstGeom prst="rect">
            <a:avLst/>
          </a:prstGeom>
          <a:ln>
            <a:noFill/>
          </a:ln>
        </p:spPr>
        <p:txBody>
          <a:bodyPr wrap="square" lIns="36000" tIns="36000" rIns="36000" bIns="36000">
            <a:sp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chemeClr val="accent6">
                    <a:lumMod val="40000"/>
                    <a:lumOff val="60000"/>
                  </a:schemeClr>
                </a:solidFill>
              </a:defRPr>
            </a:lvl1pPr>
          </a:lstStyle>
          <a:p>
            <a:pPr lvl="0"/>
            <a:r>
              <a:rPr lang="en-US" noProof="0"/>
              <a:t>Information Type:</a:t>
            </a:r>
            <a:br>
              <a:rPr lang="en-US" noProof="0"/>
            </a:br>
            <a:r>
              <a:rPr lang="en-US" noProof="0"/>
              <a:t>Company:  </a:t>
            </a:r>
            <a:br>
              <a:rPr lang="en-US" noProof="0"/>
            </a:br>
            <a:r>
              <a:rPr lang="en-US" noProof="0"/>
              <a:t>Information Owner: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1BBD22-02FF-5EAB-ABA3-3C0BB396027D}"/>
              </a:ext>
            </a:extLst>
          </p:cNvPr>
          <p:cNvSpPr>
            <a:spLocks noGrp="1"/>
          </p:cNvSpPr>
          <p:nvPr>
            <p:ph type="dt" sz="half" idx="2"/>
          </p:nvPr>
        </p:nvSpPr>
        <p:spPr bwMode="gray">
          <a:xfrm>
            <a:off x="10898505" y="6563358"/>
            <a:ext cx="922020" cy="88901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 anchor="ctr">
            <a:noAutofit/>
          </a:bodyPr>
          <a:lstStyle>
            <a:lvl1pPr algn="r">
              <a:lnSpc>
                <a:spcPct val="100000"/>
              </a:lnSpc>
              <a:defRPr sz="1000"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18" name="Title 1">
            <a:extLst>
              <a:ext uri="{FF2B5EF4-FFF2-40B4-BE49-F238E27FC236}">
                <a16:creationId xmlns:a16="http://schemas.microsoft.com/office/drawing/2014/main" id="{6566C0A6-4FFE-882A-7F2D-B9B9A23AB5FB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380048" y="2438400"/>
            <a:ext cx="4793932" cy="1371600"/>
          </a:xfrm>
        </p:spPr>
        <p:txBody>
          <a:bodyPr vert="horz" lIns="0" tIns="45720" rIns="0" bIns="45720" rtlCol="0" anchor="b">
            <a:noAutofit/>
          </a:bodyPr>
          <a:lstStyle>
            <a:lvl1pPr>
              <a:defRPr lang="en-GB" sz="4400" b="0" i="0" dirty="0">
                <a:solidFill>
                  <a:srgbClr val="F8F8F8"/>
                </a:solidFill>
                <a:latin typeface="+mj-lt"/>
                <a:cs typeface="Times New Roman" panose="02020603050405020304" pitchFamily="18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noProof="0"/>
              <a:t>Click to edit Master title Style</a:t>
            </a:r>
          </a:p>
        </p:txBody>
      </p:sp>
      <p:sp>
        <p:nvSpPr>
          <p:cNvPr id="19" name="Subtitle 2">
            <a:extLst>
              <a:ext uri="{FF2B5EF4-FFF2-40B4-BE49-F238E27FC236}">
                <a16:creationId xmlns:a16="http://schemas.microsoft.com/office/drawing/2014/main" id="{4FACCEEE-5469-CC54-C90B-C9C1BF3F2B90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80048" y="3810000"/>
            <a:ext cx="4793932" cy="353943"/>
          </a:xfrm>
          <a:prstGeom prst="rect">
            <a:avLst/>
          </a:prstGeom>
        </p:spPr>
        <p:txBody>
          <a:bodyPr wrap="square" lIns="0" tIns="45720" rIns="0">
            <a:spAutoFit/>
          </a:bodyPr>
          <a:lstStyle>
            <a:lvl1pPr>
              <a:spcBef>
                <a:spcPts val="0"/>
              </a:spcBef>
              <a:spcAft>
                <a:spcPts val="0"/>
              </a:spcAft>
              <a:defRPr lang="en-GB" sz="2000" b="0" i="0" dirty="0">
                <a:solidFill>
                  <a:srgbClr val="F8F8F8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pPr lvl="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</a:pPr>
            <a:r>
              <a:rPr lang="en-US" noProof="0"/>
              <a:t>Click to edit Master subtitle style</a:t>
            </a:r>
          </a:p>
        </p:txBody>
      </p:sp>
      <p:sp>
        <p:nvSpPr>
          <p:cNvPr id="13" name="NTT DATA Global Logo" descr="NTT DATA Global Logo">
            <a:extLst>
              <a:ext uri="{FF2B5EF4-FFF2-40B4-BE49-F238E27FC236}">
                <a16:creationId xmlns:a16="http://schemas.microsoft.com/office/drawing/2014/main" id="{A6808F4F-EA69-F71A-723C-E607F818792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 bwMode="gray">
          <a:xfrm>
            <a:off x="371475" y="320040"/>
            <a:ext cx="1959724" cy="400077"/>
          </a:xfrm>
          <a:prstGeom prst="rect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txBody>
          <a:bodyPr wrap="none" lIns="0" tIns="0" rIns="0" bIns="0"/>
          <a:lstStyle>
            <a:lvl1pPr>
              <a:defRPr sz="200">
                <a:solidFill>
                  <a:schemeClr val="accent2"/>
                </a:solidFill>
              </a:defRPr>
            </a:lvl1pPr>
            <a:lvl2pPr>
              <a:defRPr>
                <a:noFill/>
              </a:defRPr>
            </a:lvl2pPr>
            <a:lvl3pPr>
              <a:defRPr>
                <a:noFill/>
              </a:defRPr>
            </a:lvl3pPr>
            <a:lvl4pPr>
              <a:defRPr>
                <a:noFill/>
              </a:defRPr>
            </a:lvl4pPr>
            <a:lvl5pPr>
              <a:defRPr>
                <a:noFill/>
              </a:defRPr>
            </a:lvl5pPr>
          </a:lstStyle>
          <a:p>
            <a:pPr lvl="0"/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223829666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_Cover_Full Image, Partial Innovation Curv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mart Navy SemiTrans Overlay">
            <a:extLst>
              <a:ext uri="{FF2B5EF4-FFF2-40B4-BE49-F238E27FC236}">
                <a16:creationId xmlns:a16="http://schemas.microsoft.com/office/drawing/2014/main" id="{39BA9756-44A4-AC93-1405-84B020B6F46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050D24">
              <a:alpha val="57647"/>
            </a:srgbClr>
          </a:solidFill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 marL="0" indent="0">
              <a:buNone/>
              <a:defRPr>
                <a:noFill/>
              </a:defRPr>
            </a:lvl2pPr>
            <a:lvl3pPr marL="216000" indent="0">
              <a:buFont typeface="Arial" panose="020B0604020202020204" pitchFamily="34" charset="0"/>
              <a:buNone/>
              <a:defRPr>
                <a:noFill/>
              </a:defRPr>
            </a:lvl3pPr>
            <a:lvl4pPr>
              <a:defRPr>
                <a:noFill/>
              </a:defRPr>
            </a:lvl4pPr>
            <a:lvl5pPr>
              <a:defRPr>
                <a:noFill/>
              </a:defRPr>
            </a:lvl5pPr>
          </a:lstStyle>
          <a:p>
            <a:pPr lvl="2"/>
            <a:r>
              <a:rPr lang="en-US"/>
              <a:t> </a:t>
            </a:r>
          </a:p>
        </p:txBody>
      </p:sp>
      <p:sp>
        <p:nvSpPr>
          <p:cNvPr id="7" name="Cover Photo Placeholder">
            <a:extLst>
              <a:ext uri="{FF2B5EF4-FFF2-40B4-BE49-F238E27FC236}">
                <a16:creationId xmlns:a16="http://schemas.microsoft.com/office/drawing/2014/main" id="{47AACDBA-727E-B7AC-B9F8-A809F34068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92000" cy="6860241"/>
          </a:xfrm>
          <a:prstGeom prst="rect">
            <a:avLst/>
          </a:prstGeom>
          <a:noFill/>
        </p:spPr>
        <p:txBody>
          <a:bodyPr tIns="2743200" bIns="0" anchor="ctr"/>
          <a:lstStyle>
            <a:lvl1pPr marL="0" indent="0" algn="ctr">
              <a:buFontTx/>
              <a:buNone/>
              <a:defRPr sz="2400">
                <a:solidFill>
                  <a:srgbClr val="FF7A00"/>
                </a:solidFill>
                <a:latin typeface="+mn-lt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Click to add image. Then Reorder: Send to back</a:t>
            </a:r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EB69904B-F3B0-9924-1277-D5E10CC8F93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 bwMode="gray">
          <a:xfrm>
            <a:off x="371475" y="6563358"/>
            <a:ext cx="4852035" cy="88901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defRPr sz="1000"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© 2023 NTT DATA, Inc. (Insert appropriate disclaimer if required)</a:t>
            </a:r>
          </a:p>
        </p:txBody>
      </p:sp>
      <p:sp>
        <p:nvSpPr>
          <p:cNvPr id="8" name="Innovation Curve">
            <a:extLst>
              <a:ext uri="{FF2B5EF4-FFF2-40B4-BE49-F238E27FC236}">
                <a16:creationId xmlns:a16="http://schemas.microsoft.com/office/drawing/2014/main" id="{F707DE12-3594-93EB-F056-2B2C43B24781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7637463" y="3175"/>
            <a:ext cx="4554537" cy="6856413"/>
          </a:xfrm>
          <a:blipFill>
            <a:blip r:embed="rId2"/>
            <a:stretch>
              <a:fillRect/>
            </a:stretch>
          </a:blipFill>
        </p:spPr>
        <p:txBody>
          <a:bodyPr/>
          <a:lstStyle>
            <a:lvl1pPr>
              <a:defRPr sz="200"/>
            </a:lvl1pPr>
          </a:lstStyle>
          <a:p>
            <a:pPr lvl="0"/>
            <a:r>
              <a:rPr lang="de-DE"/>
              <a:t>.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612179AF-A82A-2C38-AA6E-ADD8AE770B11}"/>
              </a:ext>
            </a:extLst>
          </p:cNvPr>
          <p:cNvSpPr>
            <a:spLocks noGrp="1"/>
          </p:cNvSpPr>
          <p:nvPr>
            <p:ph type="dt" sz="half" idx="2"/>
          </p:nvPr>
        </p:nvSpPr>
        <p:spPr bwMode="gray">
          <a:xfrm>
            <a:off x="10898505" y="6563358"/>
            <a:ext cx="922020" cy="88901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 anchor="ctr">
            <a:noAutofit/>
          </a:bodyPr>
          <a:lstStyle>
            <a:lvl1pPr algn="r">
              <a:lnSpc>
                <a:spcPct val="100000"/>
              </a:lnSpc>
              <a:defRPr sz="1000"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16" name="Title 1">
            <a:extLst>
              <a:ext uri="{FF2B5EF4-FFF2-40B4-BE49-F238E27FC236}">
                <a16:creationId xmlns:a16="http://schemas.microsoft.com/office/drawing/2014/main" id="{9C858A80-3045-093E-B563-A7492ACE92A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380048" y="2438400"/>
            <a:ext cx="6797992" cy="1371600"/>
          </a:xfrm>
        </p:spPr>
        <p:txBody>
          <a:bodyPr vert="horz" lIns="0" tIns="45720" rIns="0" bIns="45720" rtlCol="0" anchor="b">
            <a:noAutofit/>
          </a:bodyPr>
          <a:lstStyle>
            <a:lvl1pPr>
              <a:defRPr lang="en-GB" sz="4400" b="0" i="0" dirty="0">
                <a:solidFill>
                  <a:srgbClr val="F8F8F8"/>
                </a:solidFill>
                <a:latin typeface="+mj-lt"/>
                <a:cs typeface="Times New Roman" panose="02020603050405020304" pitchFamily="18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</a:p>
        </p:txBody>
      </p:sp>
      <p:sp>
        <p:nvSpPr>
          <p:cNvPr id="17" name="Subtitle 2">
            <a:extLst>
              <a:ext uri="{FF2B5EF4-FFF2-40B4-BE49-F238E27FC236}">
                <a16:creationId xmlns:a16="http://schemas.microsoft.com/office/drawing/2014/main" id="{CAE6CB7E-3B40-11A3-1BAD-6A73DF9D83C7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80048" y="3810000"/>
            <a:ext cx="6797992" cy="353943"/>
          </a:xfrm>
          <a:prstGeom prst="rect">
            <a:avLst/>
          </a:prstGeom>
        </p:spPr>
        <p:txBody>
          <a:bodyPr wrap="square" lIns="0" tIns="45720" rIns="0">
            <a:spAutoFit/>
          </a:bodyPr>
          <a:lstStyle>
            <a:lvl1pPr>
              <a:spcBef>
                <a:spcPts val="0"/>
              </a:spcBef>
              <a:spcAft>
                <a:spcPts val="0"/>
              </a:spcAft>
              <a:defRPr lang="en-GB" sz="2000" b="0" i="0" dirty="0">
                <a:solidFill>
                  <a:srgbClr val="F8F8F8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pPr lvl="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</a:pPr>
            <a:r>
              <a:rPr lang="en-US"/>
              <a:t>Click to edit Master subtitle style</a:t>
            </a:r>
          </a:p>
        </p:txBody>
      </p:sp>
      <p:sp>
        <p:nvSpPr>
          <p:cNvPr id="13" name="NTT DATA Global Logo" descr="NTT DATA Global Logo">
            <a:extLst>
              <a:ext uri="{FF2B5EF4-FFF2-40B4-BE49-F238E27FC236}">
                <a16:creationId xmlns:a16="http://schemas.microsoft.com/office/drawing/2014/main" id="{F1A70F1C-0C1D-4983-5A07-15932C34279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 bwMode="gray">
          <a:xfrm>
            <a:off x="371475" y="320040"/>
            <a:ext cx="1959724" cy="400077"/>
          </a:xfrm>
          <a:prstGeom prst="rect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txBody>
          <a:bodyPr wrap="none" lIns="0" tIns="0" rIns="0" bIns="0"/>
          <a:lstStyle>
            <a:lvl1pPr>
              <a:defRPr sz="200">
                <a:solidFill>
                  <a:schemeClr val="accent2"/>
                </a:solidFill>
              </a:defRPr>
            </a:lvl1pPr>
            <a:lvl2pPr>
              <a:defRPr>
                <a:noFill/>
              </a:defRPr>
            </a:lvl2pPr>
            <a:lvl3pPr>
              <a:defRPr>
                <a:noFill/>
              </a:defRPr>
            </a:lvl3pPr>
            <a:lvl4pPr>
              <a:defRPr>
                <a:noFill/>
              </a:defRPr>
            </a:lvl4pPr>
            <a:lvl5pPr>
              <a:defRPr>
                <a:noFill/>
              </a:defRPr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3" name="Info box">
            <a:extLst>
              <a:ext uri="{FF2B5EF4-FFF2-40B4-BE49-F238E27FC236}">
                <a16:creationId xmlns:a16="http://schemas.microsoft.com/office/drawing/2014/main" id="{3CEDB687-72D7-CB65-F36A-20FAF24C2355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371475" y="5875374"/>
            <a:ext cx="1958400" cy="395869"/>
          </a:xfrm>
          <a:prstGeom prst="rect">
            <a:avLst/>
          </a:prstGeom>
          <a:ln>
            <a:noFill/>
          </a:ln>
        </p:spPr>
        <p:txBody>
          <a:bodyPr wrap="square" lIns="36000" tIns="36000" rIns="36000" bIns="36000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700" kern="1200" noProof="0" dirty="0">
                <a:solidFill>
                  <a:schemeClr val="accent6">
                    <a:lumMod val="40000"/>
                    <a:lumOff val="60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Information Type:</a:t>
            </a:r>
            <a:br>
              <a:rPr lang="en-US" noProof="0"/>
            </a:br>
            <a:r>
              <a:rPr lang="en-US" noProof="0"/>
              <a:t>Company:  </a:t>
            </a:r>
            <a:br>
              <a:rPr lang="en-US" noProof="0"/>
            </a:br>
            <a:r>
              <a:rPr lang="en-US" noProof="0"/>
              <a:t>Information Owner:</a:t>
            </a:r>
          </a:p>
        </p:txBody>
      </p:sp>
    </p:spTree>
    <p:extLst>
      <p:ext uri="{BB962C8B-B14F-4D97-AF65-F5344CB8AC3E}">
        <p14:creationId xmlns:p14="http://schemas.microsoft.com/office/powerpoint/2010/main" val="2514356403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_Cover_Full Image Only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mart Navy SemiTrans Overlay">
            <a:extLst>
              <a:ext uri="{FF2B5EF4-FFF2-40B4-BE49-F238E27FC236}">
                <a16:creationId xmlns:a16="http://schemas.microsoft.com/office/drawing/2014/main" id="{39BA9756-44A4-AC93-1405-84B020B6F46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050D24">
              <a:alpha val="57647"/>
            </a:srgbClr>
          </a:solidFill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 marL="0" indent="0">
              <a:buNone/>
              <a:defRPr>
                <a:noFill/>
              </a:defRPr>
            </a:lvl2pPr>
            <a:lvl3pPr marL="216000" indent="0">
              <a:buFont typeface="Arial" panose="020B0604020202020204" pitchFamily="34" charset="0"/>
              <a:buNone/>
              <a:defRPr>
                <a:noFill/>
              </a:defRPr>
            </a:lvl3pPr>
            <a:lvl4pPr>
              <a:defRPr>
                <a:noFill/>
              </a:defRPr>
            </a:lvl4pPr>
            <a:lvl5pPr>
              <a:defRPr>
                <a:noFill/>
              </a:defRPr>
            </a:lvl5pPr>
          </a:lstStyle>
          <a:p>
            <a:pPr lvl="2"/>
            <a:r>
              <a:rPr lang="en-US"/>
              <a:t> </a:t>
            </a:r>
          </a:p>
        </p:txBody>
      </p:sp>
      <p:sp>
        <p:nvSpPr>
          <p:cNvPr id="7" name="Cover Photo Placeholder">
            <a:extLst>
              <a:ext uri="{FF2B5EF4-FFF2-40B4-BE49-F238E27FC236}">
                <a16:creationId xmlns:a16="http://schemas.microsoft.com/office/drawing/2014/main" id="{47AACDBA-727E-B7AC-B9F8-A809F34068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92000" cy="6860241"/>
          </a:xfrm>
          <a:prstGeom prst="rect">
            <a:avLst/>
          </a:prstGeom>
          <a:noFill/>
        </p:spPr>
        <p:txBody>
          <a:bodyPr tIns="2743200" bIns="0" anchor="ctr"/>
          <a:lstStyle>
            <a:lvl1pPr marL="0" indent="0" algn="ctr">
              <a:buFontTx/>
              <a:buNone/>
              <a:defRPr sz="2400">
                <a:solidFill>
                  <a:srgbClr val="FF7A00"/>
                </a:solidFill>
                <a:latin typeface="+mn-lt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Click to add image. Then Reorder: Send to back</a:t>
            </a:r>
          </a:p>
        </p:txBody>
      </p:sp>
      <p:sp>
        <p:nvSpPr>
          <p:cNvPr id="16" name="Title 1">
            <a:extLst>
              <a:ext uri="{FF2B5EF4-FFF2-40B4-BE49-F238E27FC236}">
                <a16:creationId xmlns:a16="http://schemas.microsoft.com/office/drawing/2014/main" id="{9C858A80-3045-093E-B563-A7492ACE92A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380047" y="2438400"/>
            <a:ext cx="11440477" cy="1371600"/>
          </a:xfrm>
        </p:spPr>
        <p:txBody>
          <a:bodyPr vert="horz" lIns="0" tIns="45720" rIns="0" bIns="45720" rtlCol="0" anchor="b">
            <a:noAutofit/>
          </a:bodyPr>
          <a:lstStyle>
            <a:lvl1pPr>
              <a:defRPr lang="en-GB" sz="4400" b="0" i="0" dirty="0">
                <a:solidFill>
                  <a:srgbClr val="F8F8F8"/>
                </a:solidFill>
                <a:latin typeface="+mj-lt"/>
                <a:cs typeface="Times New Roman" panose="02020603050405020304" pitchFamily="18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</a:p>
        </p:txBody>
      </p:sp>
      <p:sp>
        <p:nvSpPr>
          <p:cNvPr id="17" name="Subtitle 2">
            <a:extLst>
              <a:ext uri="{FF2B5EF4-FFF2-40B4-BE49-F238E27FC236}">
                <a16:creationId xmlns:a16="http://schemas.microsoft.com/office/drawing/2014/main" id="{CAE6CB7E-3B40-11A3-1BAD-6A73DF9D83C7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80047" y="3810000"/>
            <a:ext cx="11440477" cy="353943"/>
          </a:xfrm>
          <a:prstGeom prst="rect">
            <a:avLst/>
          </a:prstGeom>
        </p:spPr>
        <p:txBody>
          <a:bodyPr wrap="square" lIns="0" tIns="45720" rIns="0">
            <a:spAutoFit/>
          </a:bodyPr>
          <a:lstStyle>
            <a:lvl1pPr>
              <a:spcBef>
                <a:spcPts val="0"/>
              </a:spcBef>
              <a:spcAft>
                <a:spcPts val="0"/>
              </a:spcAft>
              <a:defRPr lang="en-GB" sz="2000" b="0" i="0" dirty="0">
                <a:solidFill>
                  <a:srgbClr val="F8F8F8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pPr lvl="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</a:pPr>
            <a:r>
              <a:rPr lang="en-US"/>
              <a:t>Click to edit Master subtitle style</a:t>
            </a:r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3FF38E4A-7B13-70A1-52C6-61A780336E87}"/>
              </a:ext>
            </a:extLst>
          </p:cNvPr>
          <p:cNvSpPr>
            <a:spLocks noGrp="1"/>
          </p:cNvSpPr>
          <p:nvPr>
            <p:ph type="dt" sz="half" idx="2"/>
          </p:nvPr>
        </p:nvSpPr>
        <p:spPr bwMode="gray">
          <a:xfrm>
            <a:off x="10898505" y="6563358"/>
            <a:ext cx="922020" cy="88901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 anchor="ctr">
            <a:noAutofit/>
          </a:bodyPr>
          <a:lstStyle>
            <a:lvl1pPr algn="r">
              <a:lnSpc>
                <a:spcPct val="100000"/>
              </a:lnSpc>
              <a:defRPr sz="1000"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A3B868D7-8467-2439-DEEF-BBA9DFE908B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 bwMode="gray">
          <a:xfrm>
            <a:off x="371475" y="6563358"/>
            <a:ext cx="4852035" cy="88901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defRPr sz="1000"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© 2023 NTT DATA, Inc. (Insert appropriate disclaimer if required)</a:t>
            </a:r>
          </a:p>
        </p:txBody>
      </p:sp>
      <p:sp>
        <p:nvSpPr>
          <p:cNvPr id="3" name="Info Box">
            <a:extLst>
              <a:ext uri="{FF2B5EF4-FFF2-40B4-BE49-F238E27FC236}">
                <a16:creationId xmlns:a16="http://schemas.microsoft.com/office/drawing/2014/main" id="{60ABE840-6E2F-413E-A4F2-D50BE7A3C8B3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9936479" y="333376"/>
            <a:ext cx="1884045" cy="395869"/>
          </a:xfrm>
          <a:prstGeom prst="rect">
            <a:avLst/>
          </a:prstGeom>
          <a:ln>
            <a:noFill/>
          </a:ln>
        </p:spPr>
        <p:txBody>
          <a:bodyPr wrap="square" lIns="36000" tIns="36000" rIns="36000" bIns="36000">
            <a:sp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chemeClr val="accent6">
                    <a:lumMod val="40000"/>
                    <a:lumOff val="60000"/>
                  </a:schemeClr>
                </a:solidFill>
              </a:defRPr>
            </a:lvl1pPr>
          </a:lstStyle>
          <a:p>
            <a:pPr lvl="0"/>
            <a:r>
              <a:rPr lang="en-US" noProof="0"/>
              <a:t>Information Type:</a:t>
            </a:r>
            <a:br>
              <a:rPr lang="en-US" noProof="0"/>
            </a:br>
            <a:r>
              <a:rPr lang="en-US" noProof="0"/>
              <a:t>Company:  </a:t>
            </a:r>
            <a:br>
              <a:rPr lang="en-US" noProof="0"/>
            </a:br>
            <a:r>
              <a:rPr lang="en-US" noProof="0"/>
              <a:t>Information Owner:</a:t>
            </a:r>
          </a:p>
        </p:txBody>
      </p:sp>
      <p:sp>
        <p:nvSpPr>
          <p:cNvPr id="11" name="NTT DATA Global Logo" descr="NTT DATA Global Logo">
            <a:extLst>
              <a:ext uri="{FF2B5EF4-FFF2-40B4-BE49-F238E27FC236}">
                <a16:creationId xmlns:a16="http://schemas.microsoft.com/office/drawing/2014/main" id="{A2A24C7A-90C2-A7EA-697B-7A559561F65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 bwMode="gray">
          <a:xfrm>
            <a:off x="371475" y="320040"/>
            <a:ext cx="1959724" cy="400077"/>
          </a:xfrm>
          <a:prstGeom prst="rect">
            <a:avLst/>
          </a:prstGeom>
          <a:blipFill dpi="0" rotWithShape="1">
            <a:blip r:embed="rId2"/>
            <a:srcRect/>
            <a:stretch>
              <a:fillRect/>
            </a:stretch>
          </a:blipFill>
        </p:spPr>
        <p:txBody>
          <a:bodyPr wrap="none" lIns="0" tIns="0" rIns="0" bIns="0"/>
          <a:lstStyle>
            <a:lvl1pPr>
              <a:defRPr sz="200">
                <a:solidFill>
                  <a:schemeClr val="accent2"/>
                </a:solidFill>
              </a:defRPr>
            </a:lvl1pPr>
            <a:lvl2pPr>
              <a:defRPr>
                <a:noFill/>
              </a:defRPr>
            </a:lvl2pPr>
            <a:lvl3pPr>
              <a:defRPr>
                <a:noFill/>
              </a:defRPr>
            </a:lvl3pPr>
            <a:lvl4pPr>
              <a:defRPr>
                <a:noFill/>
              </a:defRPr>
            </a:lvl4pPr>
            <a:lvl5pPr>
              <a:defRPr>
                <a:noFill/>
              </a:defRPr>
            </a:lvl5pPr>
          </a:lstStyle>
          <a:p>
            <a:pPr lvl="0"/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488439450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_Cover_Dark_Image Bottom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mart Navy SemiTrans Overlay">
            <a:extLst>
              <a:ext uri="{FF2B5EF4-FFF2-40B4-BE49-F238E27FC236}">
                <a16:creationId xmlns:a16="http://schemas.microsoft.com/office/drawing/2014/main" id="{814008A9-48D1-A825-2133-305473A22B10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0" y="3348318"/>
            <a:ext cx="12192000" cy="3509682"/>
          </a:xfrm>
          <a:prstGeom prst="rect">
            <a:avLst/>
          </a:prstGeom>
          <a:solidFill>
            <a:srgbClr val="050D24">
              <a:alpha val="57647"/>
            </a:srgbClr>
          </a:solidFill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 marL="0" indent="0">
              <a:buNone/>
              <a:defRPr>
                <a:noFill/>
              </a:defRPr>
            </a:lvl2pPr>
            <a:lvl3pPr marL="216000" indent="0">
              <a:buFont typeface="Arial" panose="020B0604020202020204" pitchFamily="34" charset="0"/>
              <a:buNone/>
              <a:defRPr>
                <a:noFill/>
              </a:defRPr>
            </a:lvl3pPr>
            <a:lvl4pPr>
              <a:defRPr>
                <a:noFill/>
              </a:defRPr>
            </a:lvl4pPr>
            <a:lvl5pPr>
              <a:defRPr>
                <a:noFill/>
              </a:defRPr>
            </a:lvl5pPr>
          </a:lstStyle>
          <a:p>
            <a:pPr lvl="2"/>
            <a:r>
              <a:rPr lang="en-US"/>
              <a:t> </a:t>
            </a:r>
          </a:p>
        </p:txBody>
      </p:sp>
      <p:sp>
        <p:nvSpPr>
          <p:cNvPr id="6" name="Picture Placeholder 4">
            <a:extLst>
              <a:ext uri="{FF2B5EF4-FFF2-40B4-BE49-F238E27FC236}">
                <a16:creationId xmlns:a16="http://schemas.microsoft.com/office/drawing/2014/main" id="{64ED725C-5701-90B3-92A2-BAE98517DD4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3348318"/>
            <a:ext cx="12192000" cy="3509682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</p:spPr>
        <p:txBody>
          <a:bodyPr lIns="0" tIns="0" rIns="0" bIns="0" anchor="ctr"/>
          <a:lstStyle>
            <a:lvl1pPr marL="0" indent="0" algn="ctr">
              <a:buFontTx/>
              <a:buNone/>
              <a:defRPr sz="2400">
                <a:solidFill>
                  <a:schemeClr val="tx2"/>
                </a:solidFill>
                <a:latin typeface="+mn-lt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Click to add image.</a:t>
            </a:r>
            <a:br>
              <a:rPr lang="en-US"/>
            </a:br>
            <a:r>
              <a:rPr lang="en-US"/>
              <a:t>Then Reorder: Send to back</a:t>
            </a:r>
          </a:p>
        </p:txBody>
      </p:sp>
      <p:sp>
        <p:nvSpPr>
          <p:cNvPr id="9" name="SubTitle">
            <a:extLst>
              <a:ext uri="{FF2B5EF4-FFF2-40B4-BE49-F238E27FC236}">
                <a16:creationId xmlns:a16="http://schemas.microsoft.com/office/drawing/2014/main" id="{F84AF061-2BD7-B395-13B3-8F8BF417226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71475" y="2096604"/>
            <a:ext cx="11449049" cy="609600"/>
          </a:xfrm>
          <a:prstGeom prst="rect">
            <a:avLst/>
          </a:prstGeom>
        </p:spPr>
        <p:txBody>
          <a:bodyPr lIns="0" rIns="0"/>
          <a:lstStyle>
            <a:lvl1pPr marL="0" indent="0">
              <a:lnSpc>
                <a:spcPct val="100000"/>
              </a:lnSpc>
              <a:spcAft>
                <a:spcPts val="0"/>
              </a:spcAft>
              <a:buFont typeface="Arial" panose="020B0604020202020204" pitchFamily="34" charset="0"/>
              <a:buNone/>
              <a:defRPr sz="2000">
                <a:solidFill>
                  <a:schemeClr val="bg1"/>
                </a:solidFill>
              </a:defRPr>
            </a:lvl1pPr>
            <a:lvl2pPr marL="457200" indent="0">
              <a:buFont typeface="Arial" panose="020B0604020202020204" pitchFamily="34" charset="0"/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Click to enter the subtitle text</a:t>
            </a:r>
          </a:p>
        </p:txBody>
      </p:sp>
      <p:sp>
        <p:nvSpPr>
          <p:cNvPr id="7" name="MainTitle">
            <a:extLst>
              <a:ext uri="{FF2B5EF4-FFF2-40B4-BE49-F238E27FC236}">
                <a16:creationId xmlns:a16="http://schemas.microsoft.com/office/drawing/2014/main" id="{6B8D68FD-3EFC-86B8-83A6-942558B1B30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1475" y="1412875"/>
            <a:ext cx="11449050" cy="651610"/>
          </a:xfrm>
        </p:spPr>
        <p:txBody>
          <a:bodyPr/>
          <a:lstStyle>
            <a:lvl1pPr>
              <a:defRPr sz="4400" b="0"/>
            </a:lvl1pPr>
          </a:lstStyle>
          <a:p>
            <a:r>
              <a:rPr lang="en-US"/>
              <a:t>Click to edit title</a:t>
            </a:r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C245BFAB-6256-BF35-C9F5-6D558800765A}"/>
              </a:ext>
            </a:extLst>
          </p:cNvPr>
          <p:cNvSpPr>
            <a:spLocks noGrp="1"/>
          </p:cNvSpPr>
          <p:nvPr>
            <p:ph type="dt" sz="half" idx="2"/>
          </p:nvPr>
        </p:nvSpPr>
        <p:spPr bwMode="gray">
          <a:xfrm>
            <a:off x="11031855" y="3147301"/>
            <a:ext cx="788669" cy="88901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 anchor="ctr">
            <a:noAutofit/>
          </a:bodyPr>
          <a:lstStyle>
            <a:lvl1pPr algn="r">
              <a:lnSpc>
                <a:spcPct val="100000"/>
              </a:lnSpc>
              <a:defRPr sz="1000"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F45B6080-7233-0809-75A8-E904530DE07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 bwMode="gray">
          <a:xfrm>
            <a:off x="371475" y="3147301"/>
            <a:ext cx="5716905" cy="88901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defRPr sz="1000"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© 2023 NTT DATA, Inc. (Insert appropriate disclaimer if required)</a:t>
            </a:r>
          </a:p>
        </p:txBody>
      </p:sp>
      <p:sp>
        <p:nvSpPr>
          <p:cNvPr id="5" name="Innovation Curve Over v02">
            <a:extLst>
              <a:ext uri="{FF2B5EF4-FFF2-40B4-BE49-F238E27FC236}">
                <a16:creationId xmlns:a16="http://schemas.microsoft.com/office/drawing/2014/main" id="{7A6AA644-177D-9E4C-8A3F-250C66632BB5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9067800" y="3733800"/>
            <a:ext cx="2752725" cy="2743200"/>
          </a:xfrm>
          <a:blipFill>
            <a:blip r:embed="rId2"/>
            <a:stretch>
              <a:fillRect/>
            </a:stretch>
          </a:blipFill>
        </p:spPr>
        <p:txBody>
          <a:bodyPr/>
          <a:lstStyle>
            <a:lvl1pPr>
              <a:defRPr sz="200"/>
            </a:lvl1pPr>
            <a:lvl2pPr>
              <a:defRPr sz="200"/>
            </a:lvl2pPr>
            <a:lvl3pPr>
              <a:defRPr sz="200"/>
            </a:lvl3pPr>
            <a:lvl4pPr>
              <a:defRPr sz="200"/>
            </a:lvl4pPr>
            <a:lvl5pPr>
              <a:defRPr sz="200"/>
            </a:lvl5pPr>
          </a:lstStyle>
          <a:p>
            <a:pPr lvl="0"/>
            <a:r>
              <a:rPr lang="de-DE"/>
              <a:t>.</a:t>
            </a:r>
          </a:p>
        </p:txBody>
      </p:sp>
      <p:sp>
        <p:nvSpPr>
          <p:cNvPr id="8" name="Info box">
            <a:extLst>
              <a:ext uri="{FF2B5EF4-FFF2-40B4-BE49-F238E27FC236}">
                <a16:creationId xmlns:a16="http://schemas.microsoft.com/office/drawing/2014/main" id="{56B3E0DC-CFF6-D134-CAF5-A5425EB6CB85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9936479" y="333376"/>
            <a:ext cx="1884045" cy="395869"/>
          </a:xfrm>
          <a:prstGeom prst="rect">
            <a:avLst/>
          </a:prstGeom>
          <a:ln>
            <a:noFill/>
          </a:ln>
        </p:spPr>
        <p:txBody>
          <a:bodyPr wrap="square" lIns="36000" tIns="36000" rIns="36000" bIns="36000">
            <a:sp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chemeClr val="accent6">
                    <a:lumMod val="40000"/>
                    <a:lumOff val="60000"/>
                  </a:schemeClr>
                </a:solidFill>
              </a:defRPr>
            </a:lvl1pPr>
          </a:lstStyle>
          <a:p>
            <a:pPr lvl="0"/>
            <a:r>
              <a:rPr lang="en-US" noProof="0"/>
              <a:t>Information Type:</a:t>
            </a:r>
            <a:br>
              <a:rPr lang="en-US" noProof="0"/>
            </a:br>
            <a:r>
              <a:rPr lang="en-US" noProof="0"/>
              <a:t>Company:  </a:t>
            </a:r>
            <a:br>
              <a:rPr lang="en-US" noProof="0"/>
            </a:br>
            <a:r>
              <a:rPr lang="en-US" noProof="0"/>
              <a:t>Information Owner:</a:t>
            </a:r>
          </a:p>
        </p:txBody>
      </p:sp>
      <p:sp>
        <p:nvSpPr>
          <p:cNvPr id="14" name="NTT DATA Global Logo" descr="NTT DATA Global Logo">
            <a:extLst>
              <a:ext uri="{FF2B5EF4-FFF2-40B4-BE49-F238E27FC236}">
                <a16:creationId xmlns:a16="http://schemas.microsoft.com/office/drawing/2014/main" id="{94BFDE7A-6BFD-69BD-47EF-32959BB9484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 bwMode="black">
          <a:xfrm>
            <a:off x="371475" y="320040"/>
            <a:ext cx="1959724" cy="400077"/>
          </a:xfrm>
          <a:prstGeom prst="rect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txBody>
          <a:bodyPr wrap="none" lIns="0" tIns="0" rIns="0" bIns="0"/>
          <a:lstStyle>
            <a:lvl1pPr>
              <a:defRPr sz="200">
                <a:solidFill>
                  <a:schemeClr val="accent2"/>
                </a:solidFill>
              </a:defRPr>
            </a:lvl1pPr>
            <a:lvl2pPr>
              <a:defRPr>
                <a:noFill/>
              </a:defRPr>
            </a:lvl2pPr>
            <a:lvl3pPr>
              <a:defRPr>
                <a:noFill/>
              </a:defRPr>
            </a:lvl3pPr>
            <a:lvl4pPr>
              <a:defRPr>
                <a:noFill/>
              </a:defRPr>
            </a:lvl4pPr>
            <a:lvl5pPr>
              <a:defRPr>
                <a:noFill/>
              </a:defRPr>
            </a:lvl5pPr>
          </a:lstStyle>
          <a:p>
            <a:pPr lvl="0"/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806935383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60C3BB7C-B4A7-41A4-8C5A-903570B6070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/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A9C53063-1F58-BE27-2E94-7E00DE77261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 bwMode="gray">
          <a:xfrm>
            <a:off x="371475" y="6563358"/>
            <a:ext cx="4852035" cy="88901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defRPr sz="800"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© 2023 NTT DATA, Inc. (Insert appropriate disclaimer if required)</a:t>
            </a:r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AF1EE05E-1EF3-FA88-09CC-87DB6B58184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 bwMode="gray">
          <a:xfrm>
            <a:off x="5943600" y="6563358"/>
            <a:ext cx="304800" cy="88901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 anchor="ctr">
            <a:noAutofit/>
          </a:bodyPr>
          <a:lstStyle>
            <a:lvl1pPr algn="ctr">
              <a:lnSpc>
                <a:spcPct val="100000"/>
              </a:lnSpc>
              <a:defRPr sz="800">
                <a:solidFill>
                  <a:schemeClr val="bg1"/>
                </a:solidFill>
              </a:defRPr>
            </a:lvl1pPr>
          </a:lstStyle>
          <a:p>
            <a:fld id="{13CE6DAF-806F-404B-BC68-339BFCB57E5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2584755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_Title and 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E855BA-9D9E-490E-B438-6BCC818F8EF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/>
        <p:txBody>
          <a:bodyPr vert="horz"/>
          <a:lstStyle/>
          <a:p>
            <a:r>
              <a:rPr lang="en-US" noProof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82B3CA-EBF0-4324-BDE2-B14D144F1B71}"/>
              </a:ext>
            </a:extLst>
          </p:cNvPr>
          <p:cNvSpPr>
            <a:spLocks noGrp="1"/>
          </p:cNvSpPr>
          <p:nvPr>
            <p:ph idx="1" hasCustomPrompt="1"/>
          </p:nvPr>
        </p:nvSpPr>
        <p:spPr bwMode="gray">
          <a:xfrm>
            <a:off x="371475" y="1412875"/>
            <a:ext cx="11449050" cy="4824413"/>
          </a:xfrm>
          <a:prstGeom prst="rect">
            <a:avLst/>
          </a:prstGeom>
        </p:spPr>
        <p:txBody>
          <a:bodyPr/>
          <a:lstStyle>
            <a:lvl5pPr>
              <a:defRPr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B4CF512-82E1-2689-F640-DDFFDD4CD97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 bwMode="gray">
          <a:xfrm>
            <a:off x="371475" y="6563358"/>
            <a:ext cx="4852035" cy="88901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defRPr sz="800"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© 2023 NTT DATA, Inc. (Insert appropriate disclaimer if required)</a:t>
            </a:r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C19ED1C7-0FF1-008B-4E0C-83259A7B61F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 bwMode="gray">
          <a:xfrm>
            <a:off x="5943600" y="6563358"/>
            <a:ext cx="304800" cy="88901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 anchor="ctr">
            <a:noAutofit/>
          </a:bodyPr>
          <a:lstStyle>
            <a:lvl1pPr algn="ctr">
              <a:lnSpc>
                <a:spcPct val="100000"/>
              </a:lnSpc>
              <a:defRPr sz="800">
                <a:solidFill>
                  <a:schemeClr val="bg1"/>
                </a:solidFill>
              </a:defRPr>
            </a:lvl1pPr>
          </a:lstStyle>
          <a:p>
            <a:fld id="{13CE6DAF-806F-404B-BC68-339BFCB57E5C}" type="slidenum">
              <a:rPr lang="en-US" noProof="0" smtClean="0"/>
              <a:pPr/>
              <a:t>‹#›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1033090947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_Title and Two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E855BA-9D9E-490E-B438-6BCC818F8EF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/>
        <p:txBody>
          <a:bodyPr vert="horz"/>
          <a:lstStyle/>
          <a:p>
            <a:r>
              <a:rPr lang="en-US" noProof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82B3CA-EBF0-4324-BDE2-B14D144F1B71}"/>
              </a:ext>
            </a:extLst>
          </p:cNvPr>
          <p:cNvSpPr>
            <a:spLocks noGrp="1"/>
          </p:cNvSpPr>
          <p:nvPr>
            <p:ph idx="1" hasCustomPrompt="1"/>
          </p:nvPr>
        </p:nvSpPr>
        <p:spPr bwMode="gray">
          <a:xfrm>
            <a:off x="371475" y="1412875"/>
            <a:ext cx="5507850" cy="4824413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29A13345-D8EA-438A-8BA9-E88672B7CBE9}"/>
              </a:ext>
            </a:extLst>
          </p:cNvPr>
          <p:cNvSpPr>
            <a:spLocks noGrp="1"/>
          </p:cNvSpPr>
          <p:nvPr>
            <p:ph idx="13" hasCustomPrompt="1"/>
          </p:nvPr>
        </p:nvSpPr>
        <p:spPr bwMode="gray">
          <a:xfrm>
            <a:off x="6311325" y="1412875"/>
            <a:ext cx="5507850" cy="4824413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AFAE869D-BCA2-8F0B-47CA-6CBB5796213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 bwMode="gray">
          <a:xfrm>
            <a:off x="371475" y="6563358"/>
            <a:ext cx="4852035" cy="88901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defRPr sz="800"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© 2023 NTT DATA, Inc. (Insert appropriate disclaimer if required)</a:t>
            </a:r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C28F0063-4C19-496F-6F87-6795DABB8C1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 bwMode="gray">
          <a:xfrm>
            <a:off x="5943600" y="6563358"/>
            <a:ext cx="304800" cy="88901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 anchor="ctr">
            <a:noAutofit/>
          </a:bodyPr>
          <a:lstStyle>
            <a:lvl1pPr algn="ctr">
              <a:lnSpc>
                <a:spcPct val="100000"/>
              </a:lnSpc>
              <a:defRPr sz="800">
                <a:solidFill>
                  <a:schemeClr val="bg1"/>
                </a:solidFill>
              </a:defRPr>
            </a:lvl1pPr>
          </a:lstStyle>
          <a:p>
            <a:fld id="{13CE6DAF-806F-404B-BC68-339BFCB57E5C}" type="slidenum">
              <a:rPr lang="en-US" noProof="0" smtClean="0"/>
              <a:pPr/>
              <a:t>‹#›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1958316665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_Title and Three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E855BA-9D9E-490E-B438-6BCC818F8EF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371475" y="333375"/>
            <a:ext cx="11449050" cy="792000"/>
          </a:xfr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82B3CA-EBF0-4324-BDE2-B14D144F1B71}"/>
              </a:ext>
            </a:extLst>
          </p:cNvPr>
          <p:cNvSpPr>
            <a:spLocks noGrp="1"/>
          </p:cNvSpPr>
          <p:nvPr>
            <p:ph idx="1" hasCustomPrompt="1"/>
          </p:nvPr>
        </p:nvSpPr>
        <p:spPr bwMode="gray">
          <a:xfrm>
            <a:off x="371475" y="1412875"/>
            <a:ext cx="3657600" cy="4824413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AFAE869D-BCA2-8F0B-47CA-6CBB5796213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 bwMode="gray">
          <a:xfrm>
            <a:off x="371475" y="6563358"/>
            <a:ext cx="4852035" cy="88901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defRPr sz="800"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© 2023 NTT DATA, Inc. (Insert appropriate disclaimer if required)</a:t>
            </a:r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C28F0063-4C19-496F-6F87-6795DABB8C1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 bwMode="gray">
          <a:xfrm>
            <a:off x="5943600" y="6563358"/>
            <a:ext cx="304800" cy="88901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 anchor="ctr">
            <a:noAutofit/>
          </a:bodyPr>
          <a:lstStyle>
            <a:lvl1pPr algn="ctr">
              <a:lnSpc>
                <a:spcPct val="100000"/>
              </a:lnSpc>
              <a:defRPr sz="800">
                <a:solidFill>
                  <a:schemeClr val="bg1"/>
                </a:solidFill>
              </a:defRPr>
            </a:lvl1pPr>
          </a:lstStyle>
          <a:p>
            <a:fld id="{13CE6DAF-806F-404B-BC68-339BFCB57E5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326BC249-E151-BB39-D3D5-813D011EC4DE}"/>
              </a:ext>
            </a:extLst>
          </p:cNvPr>
          <p:cNvSpPr>
            <a:spLocks noGrp="1"/>
          </p:cNvSpPr>
          <p:nvPr>
            <p:ph idx="24" hasCustomPrompt="1"/>
          </p:nvPr>
        </p:nvSpPr>
        <p:spPr bwMode="gray">
          <a:xfrm>
            <a:off x="4267200" y="1412875"/>
            <a:ext cx="3657600" cy="4824413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CAB7751F-4652-AD3B-A81E-E9DD7E8ECF31}"/>
              </a:ext>
            </a:extLst>
          </p:cNvPr>
          <p:cNvSpPr>
            <a:spLocks noGrp="1"/>
          </p:cNvSpPr>
          <p:nvPr>
            <p:ph idx="25" hasCustomPrompt="1"/>
          </p:nvPr>
        </p:nvSpPr>
        <p:spPr bwMode="gray">
          <a:xfrm>
            <a:off x="8162925" y="1412875"/>
            <a:ext cx="3657600" cy="4824413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780318733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_Title Subtitle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E855BA-9D9E-490E-B438-6BCC818F8EF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371475" y="333375"/>
            <a:ext cx="11449050" cy="332399"/>
          </a:xfrm>
        </p:spPr>
        <p:txBody>
          <a:bodyPr vert="horz">
            <a:sp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82B3CA-EBF0-4324-BDE2-B14D144F1B71}"/>
              </a:ext>
            </a:extLst>
          </p:cNvPr>
          <p:cNvSpPr>
            <a:spLocks noGrp="1"/>
          </p:cNvSpPr>
          <p:nvPr>
            <p:ph idx="1" hasCustomPrompt="1"/>
          </p:nvPr>
        </p:nvSpPr>
        <p:spPr bwMode="gray">
          <a:xfrm>
            <a:off x="371474" y="1412875"/>
            <a:ext cx="11449049" cy="4824413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AFAE869D-BCA2-8F0B-47CA-6CBB5796213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 bwMode="gray">
          <a:xfrm>
            <a:off x="371475" y="6563358"/>
            <a:ext cx="4852035" cy="88901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defRPr sz="800"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© 2023 NTT DATA, Inc. (Insert appropriate disclaimer if required)</a:t>
            </a:r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C28F0063-4C19-496F-6F87-6795DABB8C1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 bwMode="gray">
          <a:xfrm>
            <a:off x="5943600" y="6563358"/>
            <a:ext cx="304800" cy="88901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 anchor="ctr">
            <a:noAutofit/>
          </a:bodyPr>
          <a:lstStyle>
            <a:lvl1pPr algn="ctr">
              <a:lnSpc>
                <a:spcPct val="100000"/>
              </a:lnSpc>
              <a:defRPr sz="800">
                <a:solidFill>
                  <a:schemeClr val="bg1"/>
                </a:solidFill>
              </a:defRPr>
            </a:lvl1pPr>
          </a:lstStyle>
          <a:p>
            <a:fld id="{13CE6DAF-806F-404B-BC68-339BFCB57E5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Text Placeholder 6">
            <a:extLst>
              <a:ext uri="{FF2B5EF4-FFF2-40B4-BE49-F238E27FC236}">
                <a16:creationId xmlns:a16="http://schemas.microsoft.com/office/drawing/2014/main" id="{9E5DDFBC-BBD8-FCF3-FDD5-BDAF7615B10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371475" y="728663"/>
            <a:ext cx="11449050" cy="288000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defRPr sz="1800">
                <a:solidFill>
                  <a:schemeClr val="bg2"/>
                </a:solidFill>
              </a:defRPr>
            </a:lvl1pPr>
            <a:lvl2pPr>
              <a:defRPr sz="20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83595998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_Blank_Dark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30173316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_Blank_Dark with foot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BB093E97-7B76-EAE6-8B05-F60EEDCE94B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 bwMode="gray">
          <a:xfrm>
            <a:off x="371475" y="6563358"/>
            <a:ext cx="4852035" cy="88901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defRPr sz="800"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© 2023 NTT DATA, Inc. (Insert appropriate disclaimer if required)</a:t>
            </a:r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DC15EF50-5A96-90F8-F18A-9D8143A4FF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 bwMode="gray">
          <a:xfrm>
            <a:off x="5943600" y="6563358"/>
            <a:ext cx="304800" cy="88901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 anchor="ctr">
            <a:noAutofit/>
          </a:bodyPr>
          <a:lstStyle>
            <a:lvl1pPr algn="ctr">
              <a:lnSpc>
                <a:spcPct val="100000"/>
              </a:lnSpc>
              <a:defRPr sz="800">
                <a:solidFill>
                  <a:schemeClr val="bg1"/>
                </a:solidFill>
              </a:defRPr>
            </a:lvl1pPr>
          </a:lstStyle>
          <a:p>
            <a:fld id="{13CE6DAF-806F-404B-BC68-339BFCB57E5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973437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_Picture Full 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CCAE21C-42ED-4CFD-A1E1-FE234323EC4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0" y="5194300"/>
            <a:ext cx="12192000" cy="1663700"/>
          </a:xfrm>
          <a:prstGeom prst="rect">
            <a:avLst/>
          </a:prstGeom>
          <a:gradFill>
            <a:gsLst>
              <a:gs pos="0">
                <a:schemeClr val="accent1"/>
              </a:gs>
              <a:gs pos="80000">
                <a:schemeClr val="accent1"/>
              </a:gs>
            </a:gsLst>
            <a:lin ang="16200000" scaled="1"/>
          </a:gradFill>
        </p:spPr>
        <p:txBody>
          <a:bodyPr vert="horz" wrap="square" lIns="0" tIns="0" rIns="0" bIns="0" rtlCol="0">
            <a:noAutofit/>
          </a:bodyPr>
          <a:lstStyle>
            <a:lvl1pPr>
              <a:defRPr lang="en-US" sz="100" dirty="0"/>
            </a:lvl1pPr>
          </a:lstStyle>
          <a:p>
            <a:pPr lvl="0"/>
            <a:r>
              <a:rPr lang="en-US"/>
              <a:t>.</a:t>
            </a:r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40077599-73C2-4B77-944D-C34B64F408E3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0" y="0"/>
            <a:ext cx="12192000" cy="6858000"/>
          </a:xfrm>
          <a:prstGeom prst="rect">
            <a:avLst/>
          </a:prstGeom>
          <a:noFill/>
        </p:spPr>
        <p:txBody>
          <a:bodyPr anchor="ctr" anchorCtr="0"/>
          <a:lstStyle>
            <a:lvl1pPr algn="ctr">
              <a:defRPr sz="20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add picture</a:t>
            </a:r>
          </a:p>
        </p:txBody>
      </p:sp>
      <p:sp>
        <p:nvSpPr>
          <p:cNvPr id="13" name="Footer Placeholder 4">
            <a:extLst>
              <a:ext uri="{FF2B5EF4-FFF2-40B4-BE49-F238E27FC236}">
                <a16:creationId xmlns:a16="http://schemas.microsoft.com/office/drawing/2014/main" id="{55F7F56A-370B-17D8-1574-70407654126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 bwMode="gray">
          <a:xfrm>
            <a:off x="371475" y="6563358"/>
            <a:ext cx="4852035" cy="88901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defRPr sz="800"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© 2023 NTT DATA, Inc. (Insert appropriate disclaimer if required)</a:t>
            </a: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7E04D86C-67F3-2898-A9B9-7C78B586F2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 bwMode="gray">
          <a:xfrm>
            <a:off x="5943600" y="6563358"/>
            <a:ext cx="304800" cy="88901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 anchor="ctr">
            <a:noAutofit/>
          </a:bodyPr>
          <a:lstStyle>
            <a:lvl1pPr algn="ctr">
              <a:lnSpc>
                <a:spcPct val="100000"/>
              </a:lnSpc>
              <a:defRPr sz="800">
                <a:solidFill>
                  <a:schemeClr val="bg1"/>
                </a:solidFill>
              </a:defRPr>
            </a:lvl1pPr>
          </a:lstStyle>
          <a:p>
            <a:fld id="{13CE6DAF-806F-404B-BC68-339BFCB57E5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8473574-5E40-4F4B-82BD-ECFABA52E2E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/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NTT DATA Global Logo" descr="NTT DATA Global Logo">
            <a:extLst>
              <a:ext uri="{FF2B5EF4-FFF2-40B4-BE49-F238E27FC236}">
                <a16:creationId xmlns:a16="http://schemas.microsoft.com/office/drawing/2014/main" id="{5AC7748B-57B0-6A46-ED50-8FBD40E607A6}"/>
              </a:ext>
            </a:extLst>
          </p:cNvPr>
          <p:cNvSpPr txBox="1">
            <a:spLocks noChangeAspect="1"/>
          </p:cNvSpPr>
          <p:nvPr userDrawn="1"/>
        </p:nvSpPr>
        <p:spPr bwMode="gray">
          <a:xfrm>
            <a:off x="10531725" y="6449437"/>
            <a:ext cx="1288800" cy="263108"/>
          </a:xfrm>
          <a:prstGeom prst="rect">
            <a:avLst/>
          </a:prstGeom>
          <a:blipFill dpi="0" rotWithShape="1">
            <a:blip r:embed="rId2"/>
            <a:srcRect/>
            <a:stretch>
              <a:fillRect/>
            </a:stretch>
          </a:blipFill>
        </p:spPr>
        <p:txBody>
          <a:bodyPr wrap="none" lIns="0" tIns="0" rIns="0" bIns="0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Tx/>
              <a:buNone/>
              <a:defRPr lang="en-US" sz="200" kern="1200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1pPr>
            <a:lvl2pPr marL="285750" indent="-28575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bg1"/>
              </a:buClr>
              <a:buFont typeface="Arial" panose="020B0604020202020204" pitchFamily="34" charset="0"/>
              <a:buChar char="•"/>
              <a:defRPr lang="en-US" sz="1800" kern="1200">
                <a:noFill/>
                <a:latin typeface="+mn-lt"/>
                <a:ea typeface="+mn-ea"/>
                <a:cs typeface="+mn-cs"/>
              </a:defRPr>
            </a:lvl2pPr>
            <a:lvl3pPr marL="536575" indent="-268288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bg1"/>
              </a:buClr>
              <a:buFont typeface="Arial" panose="020B0604020202020204" pitchFamily="34" charset="0"/>
              <a:buChar char="»"/>
              <a:defRPr lang="en-US" sz="1600" kern="1200">
                <a:noFill/>
                <a:latin typeface="+mn-lt"/>
                <a:ea typeface="+mn-ea"/>
                <a:cs typeface="+mn-cs"/>
              </a:defRPr>
            </a:lvl3pPr>
            <a:lvl4pPr marL="804863" indent="-268288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bg1"/>
              </a:buClr>
              <a:buFont typeface="Arial" panose="020B0604020202020204" pitchFamily="34" charset="0"/>
              <a:buChar char="•"/>
              <a:defRPr lang="en-US" sz="1600" kern="1200">
                <a:noFill/>
                <a:latin typeface="+mn-lt"/>
                <a:ea typeface="+mn-ea"/>
                <a:cs typeface="+mn-cs"/>
              </a:defRPr>
            </a:lvl4pPr>
            <a:lvl5pPr marL="1077913" indent="-27305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bg1"/>
              </a:buClr>
              <a:buFont typeface="Arial" panose="020B0604020202020204" pitchFamily="34" charset="0"/>
              <a:buChar char="»"/>
              <a:defRPr lang="en-US" sz="1600" kern="1200">
                <a:noFill/>
                <a:latin typeface="+mn-lt"/>
                <a:ea typeface="+mn-ea"/>
                <a:cs typeface="+mn-cs"/>
              </a:defRPr>
            </a:lvl5pPr>
            <a:lvl6pPr marL="864000" indent="-216000" algn="l" defTabSz="914400" rtl="0" eaLnBrk="1" latinLnBrk="0" hangingPunct="1">
              <a:lnSpc>
                <a:spcPct val="90000"/>
              </a:lnSpc>
              <a:spcBef>
                <a:spcPts val="600"/>
              </a:spcBef>
              <a:buFont typeface="Roboto" panose="02000000000000000000" pitchFamily="2" charset="0"/>
              <a:buChar char="–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864000" indent="-216000" algn="l" defTabSz="914400" rtl="0" eaLnBrk="1" latinLnBrk="0" hangingPunct="1">
              <a:lnSpc>
                <a:spcPct val="90000"/>
              </a:lnSpc>
              <a:spcBef>
                <a:spcPts val="600"/>
              </a:spcBef>
              <a:buFont typeface="Roboto" panose="02000000000000000000" pitchFamily="2" charset="0"/>
              <a:buChar char="–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864000" indent="-216000" algn="l" defTabSz="914400" rtl="0" eaLnBrk="1" latinLnBrk="0" hangingPunct="1">
              <a:lnSpc>
                <a:spcPct val="90000"/>
              </a:lnSpc>
              <a:spcBef>
                <a:spcPts val="600"/>
              </a:spcBef>
              <a:buFont typeface="Roboto" panose="02000000000000000000" pitchFamily="2" charset="0"/>
              <a:buChar char="–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864000" indent="-216000" algn="l" defTabSz="914400" rtl="0" eaLnBrk="1" latinLnBrk="0" hangingPunct="1">
              <a:lnSpc>
                <a:spcPct val="90000"/>
              </a:lnSpc>
              <a:spcBef>
                <a:spcPts val="600"/>
              </a:spcBef>
              <a:buFont typeface="Roboto" panose="02000000000000000000" pitchFamily="2" charset="0"/>
              <a:buChar char="–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DE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027816422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_Picture Right 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icture Placeholder 4">
            <a:extLst>
              <a:ext uri="{FF2B5EF4-FFF2-40B4-BE49-F238E27FC236}">
                <a16:creationId xmlns:a16="http://schemas.microsoft.com/office/drawing/2014/main" id="{318A9578-38C1-F618-D2D6-E94DBB278B98}"/>
              </a:ext>
            </a:extLst>
          </p:cNvPr>
          <p:cNvSpPr>
            <a:spLocks noGrp="1"/>
          </p:cNvSpPr>
          <p:nvPr>
            <p:ph type="pic" sz="quarter" idx="28" hasCustomPrompt="1"/>
          </p:nvPr>
        </p:nvSpPr>
        <p:spPr>
          <a:xfrm>
            <a:off x="8153400" y="0"/>
            <a:ext cx="4038600" cy="6858000"/>
          </a:xfrm>
          <a:prstGeom prst="rect">
            <a:avLst/>
          </a:prstGeom>
          <a:solidFill>
            <a:schemeClr val="accent6"/>
          </a:solidFill>
        </p:spPr>
        <p:txBody>
          <a:bodyPr tIns="2743200"/>
          <a:lstStyle>
            <a:lvl1pPr marL="0" indent="0" algn="ctr">
              <a:buNone/>
              <a:defRPr sz="20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add picture</a:t>
            </a:r>
          </a:p>
        </p:txBody>
      </p:sp>
      <p:sp>
        <p:nvSpPr>
          <p:cNvPr id="14" name="Text Placeholder 5">
            <a:extLst>
              <a:ext uri="{FF2B5EF4-FFF2-40B4-BE49-F238E27FC236}">
                <a16:creationId xmlns:a16="http://schemas.microsoft.com/office/drawing/2014/main" id="{B6E0CB35-CBF9-AFA5-830C-F4D86F088977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 bwMode="gray">
          <a:xfrm>
            <a:off x="8153400" y="5202000"/>
            <a:ext cx="4038600" cy="1656000"/>
          </a:xfrm>
          <a:prstGeom prst="rect">
            <a:avLst/>
          </a:prstGeom>
          <a:gradFill>
            <a:gsLst>
              <a:gs pos="0">
                <a:schemeClr val="accent1"/>
              </a:gs>
              <a:gs pos="80000">
                <a:schemeClr val="accent1">
                  <a:alpha val="0"/>
                </a:schemeClr>
              </a:gs>
            </a:gsLst>
            <a:lin ang="16200000" scaled="1"/>
          </a:gradFill>
        </p:spPr>
        <p:txBody>
          <a:bodyPr vert="horz" wrap="square" lIns="0" tIns="0" rIns="0" bIns="0" rtlCol="0">
            <a:noAutofit/>
          </a:bodyPr>
          <a:lstStyle>
            <a:lvl1pPr>
              <a:defRPr lang="en-US" sz="100" dirty="0"/>
            </a:lvl1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07792201-616E-4C9D-B2C5-4900CE58E94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/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CE3B8E11-1E99-8E14-7DC2-2A5585E8FA2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 bwMode="gray">
          <a:xfrm>
            <a:off x="371475" y="6563358"/>
            <a:ext cx="4852035" cy="88901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defRPr sz="800"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© 2023 NTT DATA, Inc. (Insert appropriate disclaimer if required)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C894E80A-235B-AC62-CD2D-E4D54353CE6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 bwMode="gray">
          <a:xfrm>
            <a:off x="5943600" y="6563358"/>
            <a:ext cx="304800" cy="88901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 anchor="ctr">
            <a:noAutofit/>
          </a:bodyPr>
          <a:lstStyle>
            <a:lvl1pPr algn="ctr">
              <a:lnSpc>
                <a:spcPct val="100000"/>
              </a:lnSpc>
              <a:defRPr sz="800">
                <a:solidFill>
                  <a:schemeClr val="bg1"/>
                </a:solidFill>
              </a:defRPr>
            </a:lvl1pPr>
          </a:lstStyle>
          <a:p>
            <a:fld id="{13CE6DAF-806F-404B-BC68-339BFCB57E5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NTT DATA Global Logo" descr="NTT DATA Global Logo">
            <a:extLst>
              <a:ext uri="{FF2B5EF4-FFF2-40B4-BE49-F238E27FC236}">
                <a16:creationId xmlns:a16="http://schemas.microsoft.com/office/drawing/2014/main" id="{E3C760B8-DB89-2960-48EE-7551EFCFDEA7}"/>
              </a:ext>
            </a:extLst>
          </p:cNvPr>
          <p:cNvSpPr txBox="1">
            <a:spLocks noChangeAspect="1"/>
          </p:cNvSpPr>
          <p:nvPr userDrawn="1"/>
        </p:nvSpPr>
        <p:spPr bwMode="gray">
          <a:xfrm>
            <a:off x="10531725" y="6449437"/>
            <a:ext cx="1288800" cy="263108"/>
          </a:xfrm>
          <a:prstGeom prst="rect">
            <a:avLst/>
          </a:prstGeom>
          <a:blipFill dpi="0" rotWithShape="1">
            <a:blip r:embed="rId2"/>
            <a:srcRect/>
            <a:stretch>
              <a:fillRect/>
            </a:stretch>
          </a:blipFill>
        </p:spPr>
        <p:txBody>
          <a:bodyPr wrap="none" lIns="0" tIns="0" rIns="0" bIns="0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Tx/>
              <a:buNone/>
              <a:defRPr lang="en-US" sz="200" kern="1200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1pPr>
            <a:lvl2pPr marL="285750" indent="-28575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bg1"/>
              </a:buClr>
              <a:buFont typeface="Arial" panose="020B0604020202020204" pitchFamily="34" charset="0"/>
              <a:buChar char="•"/>
              <a:defRPr lang="en-US" sz="1800" kern="1200">
                <a:noFill/>
                <a:latin typeface="+mn-lt"/>
                <a:ea typeface="+mn-ea"/>
                <a:cs typeface="+mn-cs"/>
              </a:defRPr>
            </a:lvl2pPr>
            <a:lvl3pPr marL="536575" indent="-268288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bg1"/>
              </a:buClr>
              <a:buFont typeface="Arial" panose="020B0604020202020204" pitchFamily="34" charset="0"/>
              <a:buChar char="»"/>
              <a:defRPr lang="en-US" sz="1600" kern="1200">
                <a:noFill/>
                <a:latin typeface="+mn-lt"/>
                <a:ea typeface="+mn-ea"/>
                <a:cs typeface="+mn-cs"/>
              </a:defRPr>
            </a:lvl3pPr>
            <a:lvl4pPr marL="804863" indent="-268288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bg1"/>
              </a:buClr>
              <a:buFont typeface="Arial" panose="020B0604020202020204" pitchFamily="34" charset="0"/>
              <a:buChar char="•"/>
              <a:defRPr lang="en-US" sz="1600" kern="1200">
                <a:noFill/>
                <a:latin typeface="+mn-lt"/>
                <a:ea typeface="+mn-ea"/>
                <a:cs typeface="+mn-cs"/>
              </a:defRPr>
            </a:lvl4pPr>
            <a:lvl5pPr marL="1077913" indent="-27305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bg1"/>
              </a:buClr>
              <a:buFont typeface="Arial" panose="020B0604020202020204" pitchFamily="34" charset="0"/>
              <a:buChar char="»"/>
              <a:defRPr lang="en-US" sz="1600" kern="1200">
                <a:noFill/>
                <a:latin typeface="+mn-lt"/>
                <a:ea typeface="+mn-ea"/>
                <a:cs typeface="+mn-cs"/>
              </a:defRPr>
            </a:lvl5pPr>
            <a:lvl6pPr marL="864000" indent="-216000" algn="l" defTabSz="914400" rtl="0" eaLnBrk="1" latinLnBrk="0" hangingPunct="1">
              <a:lnSpc>
                <a:spcPct val="90000"/>
              </a:lnSpc>
              <a:spcBef>
                <a:spcPts val="600"/>
              </a:spcBef>
              <a:buFont typeface="Roboto" panose="02000000000000000000" pitchFamily="2" charset="0"/>
              <a:buChar char="–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864000" indent="-216000" algn="l" defTabSz="914400" rtl="0" eaLnBrk="1" latinLnBrk="0" hangingPunct="1">
              <a:lnSpc>
                <a:spcPct val="90000"/>
              </a:lnSpc>
              <a:spcBef>
                <a:spcPts val="600"/>
              </a:spcBef>
              <a:buFont typeface="Roboto" panose="02000000000000000000" pitchFamily="2" charset="0"/>
              <a:buChar char="–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864000" indent="-216000" algn="l" defTabSz="914400" rtl="0" eaLnBrk="1" latinLnBrk="0" hangingPunct="1">
              <a:lnSpc>
                <a:spcPct val="90000"/>
              </a:lnSpc>
              <a:spcBef>
                <a:spcPts val="600"/>
              </a:spcBef>
              <a:buFont typeface="Roboto" panose="02000000000000000000" pitchFamily="2" charset="0"/>
              <a:buChar char="–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864000" indent="-216000" algn="l" defTabSz="914400" rtl="0" eaLnBrk="1" latinLnBrk="0" hangingPunct="1">
              <a:lnSpc>
                <a:spcPct val="90000"/>
              </a:lnSpc>
              <a:spcBef>
                <a:spcPts val="600"/>
              </a:spcBef>
              <a:buFont typeface="Roboto" panose="02000000000000000000" pitchFamily="2" charset="0"/>
              <a:buChar char="–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DE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026904002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_Picture Left 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4">
            <a:extLst>
              <a:ext uri="{FF2B5EF4-FFF2-40B4-BE49-F238E27FC236}">
                <a16:creationId xmlns:a16="http://schemas.microsoft.com/office/drawing/2014/main" id="{7F7A191D-6071-E779-7F2E-34886D0882B7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0" y="0"/>
            <a:ext cx="4038600" cy="6858000"/>
          </a:xfrm>
          <a:prstGeom prst="rect">
            <a:avLst/>
          </a:prstGeom>
          <a:solidFill>
            <a:schemeClr val="accent6"/>
          </a:solidFill>
        </p:spPr>
        <p:txBody>
          <a:bodyPr tIns="2743200"/>
          <a:lstStyle>
            <a:lvl1pPr marL="0" indent="0" algn="ctr">
              <a:buNone/>
              <a:defRPr sz="20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add picture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07792201-616E-4C9D-B2C5-4900CE58E94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4586909" y="333375"/>
            <a:ext cx="6829493" cy="792000"/>
          </a:xfr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C894E80A-235B-AC62-CD2D-E4D54353CE6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 bwMode="gray">
          <a:xfrm>
            <a:off x="7777162" y="6563358"/>
            <a:ext cx="304800" cy="88901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 anchor="ctr">
            <a:noAutofit/>
          </a:bodyPr>
          <a:lstStyle>
            <a:lvl1pPr algn="ctr">
              <a:lnSpc>
                <a:spcPct val="100000"/>
              </a:lnSpc>
              <a:defRPr sz="800">
                <a:solidFill>
                  <a:schemeClr val="bg1"/>
                </a:solidFill>
              </a:defRPr>
            </a:lvl1pPr>
          </a:lstStyle>
          <a:p>
            <a:fld id="{13CE6DAF-806F-404B-BC68-339BFCB57E5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1" name="Text Placeholder 5">
            <a:extLst>
              <a:ext uri="{FF2B5EF4-FFF2-40B4-BE49-F238E27FC236}">
                <a16:creationId xmlns:a16="http://schemas.microsoft.com/office/drawing/2014/main" id="{A5DF90C5-2F99-EF32-CBEA-23287BDE2447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 bwMode="gray">
          <a:xfrm>
            <a:off x="0" y="5202000"/>
            <a:ext cx="4038600" cy="1656000"/>
          </a:xfrm>
          <a:prstGeom prst="rect">
            <a:avLst/>
          </a:prstGeom>
          <a:gradFill>
            <a:gsLst>
              <a:gs pos="0">
                <a:schemeClr val="accent1"/>
              </a:gs>
              <a:gs pos="80000">
                <a:schemeClr val="accent1">
                  <a:alpha val="0"/>
                </a:schemeClr>
              </a:gs>
            </a:gsLst>
            <a:lin ang="16200000" scaled="1"/>
          </a:gradFill>
        </p:spPr>
        <p:txBody>
          <a:bodyPr vert="horz" wrap="square" lIns="0" tIns="0" rIns="0" bIns="0" rtlCol="0">
            <a:noAutofit/>
          </a:bodyPr>
          <a:lstStyle>
            <a:lvl1pPr>
              <a:defRPr lang="en-US" sz="100" dirty="0"/>
            </a:lvl1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CE3B8E11-1E99-8E14-7DC2-2A5585E8FA2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 bwMode="gray">
          <a:xfrm>
            <a:off x="4586909" y="6563358"/>
            <a:ext cx="3111831" cy="88901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defRPr sz="800"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© 2023 NTT DATA, Inc. (Insert appropriate disclaimer if required)</a:t>
            </a:r>
          </a:p>
        </p:txBody>
      </p:sp>
    </p:spTree>
    <p:extLst>
      <p:ext uri="{BB962C8B-B14F-4D97-AF65-F5344CB8AC3E}">
        <p14:creationId xmlns:p14="http://schemas.microsoft.com/office/powerpoint/2010/main" val="1156980884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_Picture Bottom Dark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4">
            <a:extLst>
              <a:ext uri="{FF2B5EF4-FFF2-40B4-BE49-F238E27FC236}">
                <a16:creationId xmlns:a16="http://schemas.microsoft.com/office/drawing/2014/main" id="{64ED725C-5701-90B3-92A2-BAE98517DD4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3348318"/>
            <a:ext cx="12192000" cy="3509682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</p:spPr>
        <p:txBody>
          <a:bodyPr lIns="0" tIns="0" rIns="0" bIns="0" anchor="ctr"/>
          <a:lstStyle>
            <a:lvl1pPr marL="0" indent="0" algn="ctr">
              <a:buFontTx/>
              <a:buNone/>
              <a:defRPr sz="2400">
                <a:solidFill>
                  <a:schemeClr val="tx2"/>
                </a:solidFill>
                <a:latin typeface="+mn-lt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Click to add image.</a:t>
            </a:r>
            <a:br>
              <a:rPr lang="en-US"/>
            </a:br>
            <a:r>
              <a:rPr lang="en-US"/>
              <a:t>Then Reorder: Send to back</a:t>
            </a:r>
          </a:p>
        </p:txBody>
      </p:sp>
      <p:sp>
        <p:nvSpPr>
          <p:cNvPr id="16" name="Text Placeholder 5">
            <a:extLst>
              <a:ext uri="{FF2B5EF4-FFF2-40B4-BE49-F238E27FC236}">
                <a16:creationId xmlns:a16="http://schemas.microsoft.com/office/drawing/2014/main" id="{D008BF2A-3887-409B-2567-9779543E991D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 bwMode="gray">
          <a:xfrm>
            <a:off x="0" y="5202000"/>
            <a:ext cx="12192000" cy="1656000"/>
          </a:xfrm>
          <a:prstGeom prst="rect">
            <a:avLst/>
          </a:prstGeom>
          <a:gradFill>
            <a:gsLst>
              <a:gs pos="0">
                <a:schemeClr val="accent1"/>
              </a:gs>
              <a:gs pos="80000">
                <a:schemeClr val="accent1">
                  <a:alpha val="0"/>
                </a:schemeClr>
              </a:gs>
            </a:gsLst>
            <a:lin ang="16200000" scaled="1"/>
          </a:gradFill>
        </p:spPr>
        <p:txBody>
          <a:bodyPr vert="horz" wrap="square" lIns="0" tIns="0" rIns="0" bIns="0" rtlCol="0">
            <a:noAutofit/>
          </a:bodyPr>
          <a:lstStyle>
            <a:lvl1pPr>
              <a:defRPr lang="en-US" sz="100" dirty="0"/>
            </a:lvl1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87A8D542-4123-5D52-32A8-5A10FF2E7D6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 bwMode="gray">
          <a:xfrm>
            <a:off x="371475" y="6563358"/>
            <a:ext cx="4852035" cy="88901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defRPr sz="800"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© 2023 NTT DATA, Inc. (Insert appropriate disclaimer if required)</a:t>
            </a:r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3F919FBB-9A4E-7FAD-B0F2-5D660792C32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 bwMode="gray">
          <a:xfrm>
            <a:off x="5943600" y="6563358"/>
            <a:ext cx="304800" cy="88901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 anchor="ctr">
            <a:noAutofit/>
          </a:bodyPr>
          <a:lstStyle>
            <a:lvl1pPr algn="ctr">
              <a:lnSpc>
                <a:spcPct val="100000"/>
              </a:lnSpc>
              <a:defRPr sz="800">
                <a:solidFill>
                  <a:schemeClr val="bg1"/>
                </a:solidFill>
              </a:defRPr>
            </a:lvl1pPr>
          </a:lstStyle>
          <a:p>
            <a:fld id="{13CE6DAF-806F-404B-BC68-339BFCB57E5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8" name="Title 5">
            <a:extLst>
              <a:ext uri="{FF2B5EF4-FFF2-40B4-BE49-F238E27FC236}">
                <a16:creationId xmlns:a16="http://schemas.microsoft.com/office/drawing/2014/main" id="{685F5729-4D42-77C1-FCC6-A3E027B0D91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371475" y="333375"/>
            <a:ext cx="11449050" cy="792000"/>
          </a:xfr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NTT DATA Global Logo" descr="NTT DATA Global Logo">
            <a:extLst>
              <a:ext uri="{FF2B5EF4-FFF2-40B4-BE49-F238E27FC236}">
                <a16:creationId xmlns:a16="http://schemas.microsoft.com/office/drawing/2014/main" id="{53191FB2-5C06-3B67-1454-1D220DA037E1}"/>
              </a:ext>
            </a:extLst>
          </p:cNvPr>
          <p:cNvSpPr txBox="1">
            <a:spLocks noChangeAspect="1"/>
          </p:cNvSpPr>
          <p:nvPr userDrawn="1"/>
        </p:nvSpPr>
        <p:spPr bwMode="gray">
          <a:xfrm>
            <a:off x="10531725" y="6449437"/>
            <a:ext cx="1288800" cy="263108"/>
          </a:xfrm>
          <a:prstGeom prst="rect">
            <a:avLst/>
          </a:prstGeom>
          <a:blipFill dpi="0" rotWithShape="1">
            <a:blip r:embed="rId2"/>
            <a:srcRect/>
            <a:stretch>
              <a:fillRect/>
            </a:stretch>
          </a:blipFill>
        </p:spPr>
        <p:txBody>
          <a:bodyPr wrap="none" lIns="0" tIns="0" rIns="0" bIns="0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Tx/>
              <a:buNone/>
              <a:defRPr lang="en-US" sz="200" kern="1200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1pPr>
            <a:lvl2pPr marL="285750" indent="-28575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bg1"/>
              </a:buClr>
              <a:buFont typeface="Arial" panose="020B0604020202020204" pitchFamily="34" charset="0"/>
              <a:buChar char="•"/>
              <a:defRPr lang="en-US" sz="1800" kern="1200">
                <a:noFill/>
                <a:latin typeface="+mn-lt"/>
                <a:ea typeface="+mn-ea"/>
                <a:cs typeface="+mn-cs"/>
              </a:defRPr>
            </a:lvl2pPr>
            <a:lvl3pPr marL="536575" indent="-268288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bg1"/>
              </a:buClr>
              <a:buFont typeface="Arial" panose="020B0604020202020204" pitchFamily="34" charset="0"/>
              <a:buChar char="»"/>
              <a:defRPr lang="en-US" sz="1600" kern="1200">
                <a:noFill/>
                <a:latin typeface="+mn-lt"/>
                <a:ea typeface="+mn-ea"/>
                <a:cs typeface="+mn-cs"/>
              </a:defRPr>
            </a:lvl3pPr>
            <a:lvl4pPr marL="804863" indent="-268288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bg1"/>
              </a:buClr>
              <a:buFont typeface="Arial" panose="020B0604020202020204" pitchFamily="34" charset="0"/>
              <a:buChar char="•"/>
              <a:defRPr lang="en-US" sz="1600" kern="1200">
                <a:noFill/>
                <a:latin typeface="+mn-lt"/>
                <a:ea typeface="+mn-ea"/>
                <a:cs typeface="+mn-cs"/>
              </a:defRPr>
            </a:lvl4pPr>
            <a:lvl5pPr marL="1077913" indent="-27305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bg1"/>
              </a:buClr>
              <a:buFont typeface="Arial" panose="020B0604020202020204" pitchFamily="34" charset="0"/>
              <a:buChar char="»"/>
              <a:defRPr lang="en-US" sz="1600" kern="1200">
                <a:noFill/>
                <a:latin typeface="+mn-lt"/>
                <a:ea typeface="+mn-ea"/>
                <a:cs typeface="+mn-cs"/>
              </a:defRPr>
            </a:lvl5pPr>
            <a:lvl6pPr marL="864000" indent="-216000" algn="l" defTabSz="914400" rtl="0" eaLnBrk="1" latinLnBrk="0" hangingPunct="1">
              <a:lnSpc>
                <a:spcPct val="90000"/>
              </a:lnSpc>
              <a:spcBef>
                <a:spcPts val="600"/>
              </a:spcBef>
              <a:buFont typeface="Roboto" panose="02000000000000000000" pitchFamily="2" charset="0"/>
              <a:buChar char="–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864000" indent="-216000" algn="l" defTabSz="914400" rtl="0" eaLnBrk="1" latinLnBrk="0" hangingPunct="1">
              <a:lnSpc>
                <a:spcPct val="90000"/>
              </a:lnSpc>
              <a:spcBef>
                <a:spcPts val="600"/>
              </a:spcBef>
              <a:buFont typeface="Roboto" panose="02000000000000000000" pitchFamily="2" charset="0"/>
              <a:buChar char="–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864000" indent="-216000" algn="l" defTabSz="914400" rtl="0" eaLnBrk="1" latinLnBrk="0" hangingPunct="1">
              <a:lnSpc>
                <a:spcPct val="90000"/>
              </a:lnSpc>
              <a:spcBef>
                <a:spcPts val="600"/>
              </a:spcBef>
              <a:buFont typeface="Roboto" panose="02000000000000000000" pitchFamily="2" charset="0"/>
              <a:buChar char="–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864000" indent="-216000" algn="l" defTabSz="914400" rtl="0" eaLnBrk="1" latinLnBrk="0" hangingPunct="1">
              <a:lnSpc>
                <a:spcPct val="90000"/>
              </a:lnSpc>
              <a:spcBef>
                <a:spcPts val="600"/>
              </a:spcBef>
              <a:buFont typeface="Roboto" panose="02000000000000000000" pitchFamily="2" charset="0"/>
              <a:buChar char="–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DE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803318894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_Picture Three 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2799AD32-EACB-40FD-ACFA-9178E8D00357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1" y="1412875"/>
            <a:ext cx="4015999" cy="2772000"/>
          </a:xfrm>
          <a:prstGeom prst="rect">
            <a:avLst/>
          </a:prstGeom>
          <a:solidFill>
            <a:schemeClr val="accent6"/>
          </a:solidFill>
        </p:spPr>
        <p:txBody>
          <a:bodyPr anchor="ctr" anchorCtr="0"/>
          <a:lstStyle>
            <a:lvl1pPr algn="ctr">
              <a:defRPr sz="2000"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8" name="Picture Placeholder 6">
            <a:extLst>
              <a:ext uri="{FF2B5EF4-FFF2-40B4-BE49-F238E27FC236}">
                <a16:creationId xmlns:a16="http://schemas.microsoft.com/office/drawing/2014/main" id="{C73D5620-2B8C-49E1-ADF3-9ADE2BF3BA3C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4088000" y="1412875"/>
            <a:ext cx="4015999" cy="2772000"/>
          </a:xfrm>
          <a:prstGeom prst="rect">
            <a:avLst/>
          </a:prstGeom>
          <a:solidFill>
            <a:schemeClr val="accent6"/>
          </a:solidFill>
        </p:spPr>
        <p:txBody>
          <a:bodyPr anchor="ctr" anchorCtr="0"/>
          <a:lstStyle>
            <a:lvl1pPr algn="ctr">
              <a:defRPr sz="2000"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9" name="Picture Placeholder 6">
            <a:extLst>
              <a:ext uri="{FF2B5EF4-FFF2-40B4-BE49-F238E27FC236}">
                <a16:creationId xmlns:a16="http://schemas.microsoft.com/office/drawing/2014/main" id="{A31D45D1-5334-4DD5-8154-DAD52B3C3972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gray">
          <a:xfrm>
            <a:off x="8175999" y="1412875"/>
            <a:ext cx="4015999" cy="2772000"/>
          </a:xfrm>
          <a:prstGeom prst="rect">
            <a:avLst/>
          </a:prstGeom>
          <a:solidFill>
            <a:schemeClr val="accent6"/>
          </a:solidFill>
        </p:spPr>
        <p:txBody>
          <a:bodyPr anchor="ctr" anchorCtr="0"/>
          <a:lstStyle>
            <a:lvl1pPr algn="ctr">
              <a:defRPr sz="2000"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07792201-616E-4C9D-B2C5-4900CE58E94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/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CE3B8E11-1E99-8E14-7DC2-2A5585E8FA2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 bwMode="gray">
          <a:xfrm>
            <a:off x="371475" y="6563358"/>
            <a:ext cx="4852035" cy="88901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defRPr sz="800"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© 2023 NTT DATA, Inc. (Insert appropriate disclaimer if required)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C894E80A-235B-AC62-CD2D-E4D54353CE6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 bwMode="gray">
          <a:xfrm>
            <a:off x="5943600" y="6563358"/>
            <a:ext cx="304800" cy="88901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 anchor="ctr">
            <a:noAutofit/>
          </a:bodyPr>
          <a:lstStyle>
            <a:lvl1pPr algn="ctr">
              <a:lnSpc>
                <a:spcPct val="100000"/>
              </a:lnSpc>
              <a:defRPr sz="800">
                <a:solidFill>
                  <a:schemeClr val="bg1"/>
                </a:solidFill>
              </a:defRPr>
            </a:lvl1pPr>
          </a:lstStyle>
          <a:p>
            <a:fld id="{13CE6DAF-806F-404B-BC68-339BFCB57E5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0929949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_Picture Collection Dark">
    <p:bg bwMode="gray"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icture Placeholder 2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>
          <a:xfrm>
            <a:off x="3891928" y="3987606"/>
            <a:ext cx="5365113" cy="2249683"/>
          </a:xfrm>
          <a:prstGeom prst="roundRect">
            <a:avLst>
              <a:gd name="adj" fmla="val 0"/>
            </a:avLst>
          </a:prstGeom>
          <a:solidFill>
            <a:schemeClr val="accent3"/>
          </a:solidFill>
          <a:ln w="3175" cmpd="sng">
            <a:noFill/>
          </a:ln>
          <a:effectLst/>
        </p:spPr>
        <p:txBody>
          <a:bodyPr vert="horz" lIns="91440" tIns="45720" rIns="91440" bIns="45720" rtlCol="0" anchor="ctr" anchorCtr="0">
            <a:normAutofit/>
          </a:bodyPr>
          <a:lstStyle>
            <a:lvl1pPr marL="0" indent="0" algn="ctr" defTabSz="1219170" rtl="0" eaLnBrk="1" latinLnBrk="0" hangingPunct="1">
              <a:lnSpc>
                <a:spcPct val="95000"/>
              </a:lnSpc>
              <a:spcBef>
                <a:spcPts val="1920"/>
              </a:spcBef>
              <a:buClr>
                <a:srgbClr val="92D050"/>
              </a:buClr>
              <a:buSzPct val="90000"/>
              <a:buFont typeface="Arial" pitchFamily="34" charset="0"/>
              <a:buNone/>
              <a:tabLst/>
              <a:defRPr lang="en-US" sz="2667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en-US"/>
              <a:t>Insert photo here</a:t>
            </a:r>
          </a:p>
        </p:txBody>
      </p:sp>
      <p:sp>
        <p:nvSpPr>
          <p:cNvPr id="13" name="Rounded Rectangle 1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9349318" y="2163386"/>
            <a:ext cx="2377440" cy="2675053"/>
          </a:xfrm>
          <a:prstGeom prst="roundRect">
            <a:avLst>
              <a:gd name="adj" fmla="val 0"/>
            </a:avLst>
          </a:prstGeom>
          <a:solidFill>
            <a:schemeClr val="bg1">
              <a:alpha val="30000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>
              <a:solidFill>
                <a:schemeClr val="accent1"/>
              </a:solidFill>
              <a:latin typeface="+mn-lt"/>
            </a:endParaRPr>
          </a:p>
        </p:txBody>
      </p:sp>
      <p:sp>
        <p:nvSpPr>
          <p:cNvPr id="6" name="Picture Placeholder 2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371475" y="333373"/>
            <a:ext cx="4419959" cy="3566160"/>
          </a:xfrm>
          <a:prstGeom prst="roundRect">
            <a:avLst>
              <a:gd name="adj" fmla="val 0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vert="horz" lIns="91440" tIns="45720" rIns="91440" bIns="45720" rtlCol="0" anchor="ctr" anchorCtr="0">
            <a:normAutofit/>
          </a:bodyPr>
          <a:lstStyle>
            <a:lvl1pPr marL="0" indent="0" algn="ctr" defTabSz="1219170" rtl="0" eaLnBrk="1" latinLnBrk="0" hangingPunct="1">
              <a:lnSpc>
                <a:spcPct val="100000"/>
              </a:lnSpc>
              <a:spcBef>
                <a:spcPts val="1920"/>
              </a:spcBef>
              <a:buClr>
                <a:srgbClr val="92D050"/>
              </a:buClr>
              <a:buSzPct val="90000"/>
              <a:buFont typeface="Arial" pitchFamily="34" charset="0"/>
              <a:buNone/>
              <a:tabLst/>
              <a:defRPr lang="en-US" sz="2667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en-US"/>
              <a:t>Insert photo here</a:t>
            </a:r>
          </a:p>
        </p:txBody>
      </p:sp>
      <p:sp>
        <p:nvSpPr>
          <p:cNvPr id="14" name="Picture Placeholder 2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9359747" y="2140169"/>
            <a:ext cx="2460778" cy="2680693"/>
          </a:xfrm>
          <a:prstGeom prst="roundRect">
            <a:avLst>
              <a:gd name="adj" fmla="val 0"/>
            </a:avLst>
          </a:prstGeom>
          <a:solidFill>
            <a:schemeClr val="accent3"/>
          </a:solidFill>
          <a:ln w="3175" cmpd="sng">
            <a:noFill/>
          </a:ln>
          <a:effectLst/>
        </p:spPr>
        <p:txBody>
          <a:bodyPr vert="horz" lIns="91440" tIns="45720" rIns="91440" bIns="45720" rtlCol="0" anchor="ctr" anchorCtr="0">
            <a:normAutofit/>
          </a:bodyPr>
          <a:lstStyle>
            <a:lvl1pPr marL="0" indent="0" algn="ctr" defTabSz="1219170" rtl="0" eaLnBrk="1" latinLnBrk="0" hangingPunct="1">
              <a:lnSpc>
                <a:spcPct val="100000"/>
              </a:lnSpc>
              <a:spcBef>
                <a:spcPts val="1920"/>
              </a:spcBef>
              <a:buClr>
                <a:srgbClr val="92D050"/>
              </a:buClr>
              <a:buSzPct val="90000"/>
              <a:buFont typeface="Arial" pitchFamily="34" charset="0"/>
              <a:buNone/>
              <a:tabLst/>
              <a:defRPr lang="en-US" sz="2667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en-US"/>
              <a:t>Insert photo here</a:t>
            </a:r>
          </a:p>
        </p:txBody>
      </p:sp>
      <p:sp>
        <p:nvSpPr>
          <p:cNvPr id="29" name="Text Placeholder 4"/>
          <p:cNvSpPr>
            <a:spLocks noGrp="1"/>
          </p:cNvSpPr>
          <p:nvPr>
            <p:ph type="body" sz="quarter" idx="23" hasCustomPrompt="1"/>
          </p:nvPr>
        </p:nvSpPr>
        <p:spPr>
          <a:xfrm>
            <a:off x="371475" y="2384022"/>
            <a:ext cx="4419959" cy="1458387"/>
          </a:xfrm>
          <a:prstGeom prst="roundRect">
            <a:avLst>
              <a:gd name="adj" fmla="val 0"/>
            </a:avLst>
          </a:prstGeom>
          <a:noFill/>
          <a:ln>
            <a:noFill/>
          </a:ln>
          <a:effectLst/>
        </p:spPr>
        <p:txBody>
          <a:bodyPr anchor="t" anchorCtr="0"/>
          <a:lstStyle>
            <a:lvl1pPr algn="ctr">
              <a:lnSpc>
                <a:spcPct val="100000"/>
              </a:lnSpc>
              <a:defRPr sz="2133">
                <a:solidFill>
                  <a:schemeClr val="bg1"/>
                </a:solidFill>
                <a:latin typeface="+mn-lt"/>
                <a:cs typeface="Arial"/>
              </a:defRPr>
            </a:lvl1pPr>
            <a:lvl2pPr algn="l">
              <a:defRPr>
                <a:solidFill>
                  <a:schemeClr val="bg1"/>
                </a:solidFill>
              </a:defRPr>
            </a:lvl2pPr>
            <a:lvl3pPr algn="l">
              <a:defRPr>
                <a:solidFill>
                  <a:schemeClr val="bg1"/>
                </a:solidFill>
              </a:defRPr>
            </a:lvl3pPr>
            <a:lvl4pPr algn="ctr">
              <a:defRPr>
                <a:solidFill>
                  <a:schemeClr val="bg1"/>
                </a:solidFill>
              </a:defRPr>
            </a:lvl4pPr>
            <a:lvl5pPr algn="ctr"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altLang="ja-JP"/>
              <a:t>Click to edit Master text styles</a:t>
            </a:r>
          </a:p>
        </p:txBody>
      </p:sp>
      <p:sp>
        <p:nvSpPr>
          <p:cNvPr id="19" name="Text Placeholder 4"/>
          <p:cNvSpPr>
            <a:spLocks noGrp="1"/>
          </p:cNvSpPr>
          <p:nvPr>
            <p:ph type="body" sz="quarter" idx="17" hasCustomPrompt="1"/>
          </p:nvPr>
        </p:nvSpPr>
        <p:spPr>
          <a:xfrm>
            <a:off x="4902048" y="333373"/>
            <a:ext cx="4353503" cy="3566160"/>
          </a:xfrm>
          <a:prstGeom prst="roundRect">
            <a:avLst>
              <a:gd name="adj" fmla="val 0"/>
            </a:avLst>
          </a:prstGeom>
          <a:solidFill>
            <a:schemeClr val="accent1"/>
          </a:solidFill>
          <a:ln>
            <a:noFill/>
          </a:ln>
          <a:effectLst/>
        </p:spPr>
        <p:txBody>
          <a:bodyPr lIns="108000" anchor="ctr"/>
          <a:lstStyle>
            <a:lvl1pPr marL="0" indent="0" algn="l">
              <a:lnSpc>
                <a:spcPct val="100000"/>
              </a:lnSpc>
              <a:tabLst/>
              <a:defRPr sz="3200" b="1">
                <a:solidFill>
                  <a:schemeClr val="bg1"/>
                </a:solidFill>
                <a:effectLst/>
                <a:latin typeface="+mn-lt"/>
                <a:cs typeface="Arial"/>
              </a:defRPr>
            </a:lvl1pPr>
            <a:lvl2pPr marL="0" indent="0" algn="l">
              <a:lnSpc>
                <a:spcPct val="100000"/>
              </a:lnSpc>
              <a:defRPr>
                <a:solidFill>
                  <a:schemeClr val="bg1"/>
                </a:solidFill>
                <a:effectLst/>
                <a:latin typeface="+mn-lt"/>
                <a:cs typeface="Arial"/>
              </a:defRPr>
            </a:lvl2pPr>
            <a:lvl3pPr algn="l">
              <a:defRPr>
                <a:solidFill>
                  <a:schemeClr val="bg1"/>
                </a:solidFill>
              </a:defRPr>
            </a:lvl3pPr>
            <a:lvl4pPr algn="ctr">
              <a:defRPr>
                <a:solidFill>
                  <a:schemeClr val="bg1"/>
                </a:solidFill>
              </a:defRPr>
            </a:lvl4pPr>
            <a:lvl5pPr algn="ctr"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altLang="ja-JP"/>
              <a:t>Click to edit Master text styles</a:t>
            </a:r>
          </a:p>
          <a:p>
            <a:pPr lvl="1"/>
            <a:r>
              <a:rPr lang="en-US" altLang="ja-JP"/>
              <a:t>Second level</a:t>
            </a:r>
          </a:p>
        </p:txBody>
      </p:sp>
      <p:sp>
        <p:nvSpPr>
          <p:cNvPr id="21" name="Text Placeholder 4"/>
          <p:cNvSpPr>
            <a:spLocks noGrp="1"/>
          </p:cNvSpPr>
          <p:nvPr>
            <p:ph type="body" sz="quarter" idx="14" hasCustomPrompt="1"/>
          </p:nvPr>
        </p:nvSpPr>
        <p:spPr>
          <a:xfrm>
            <a:off x="9359747" y="333373"/>
            <a:ext cx="2460778" cy="1700963"/>
          </a:xfrm>
          <a:prstGeom prst="roundRect">
            <a:avLst>
              <a:gd name="adj" fmla="val 0"/>
            </a:avLst>
          </a:prstGeom>
          <a:solidFill>
            <a:schemeClr val="accent6"/>
          </a:solidFill>
          <a:ln>
            <a:noFill/>
          </a:ln>
          <a:effectLst/>
        </p:spPr>
        <p:txBody>
          <a:bodyPr anchor="ctr"/>
          <a:lstStyle>
            <a:lvl1pPr algn="ctr">
              <a:lnSpc>
                <a:spcPct val="100000"/>
              </a:lnSpc>
              <a:defRPr sz="2133">
                <a:solidFill>
                  <a:schemeClr val="bg1"/>
                </a:solidFill>
                <a:latin typeface="+mn-lt"/>
                <a:cs typeface="Arial"/>
              </a:defRPr>
            </a:lvl1pPr>
            <a:lvl2pPr algn="l">
              <a:defRPr>
                <a:solidFill>
                  <a:schemeClr val="bg1"/>
                </a:solidFill>
              </a:defRPr>
            </a:lvl2pPr>
            <a:lvl3pPr algn="l">
              <a:defRPr>
                <a:solidFill>
                  <a:schemeClr val="bg1"/>
                </a:solidFill>
              </a:defRPr>
            </a:lvl3pPr>
            <a:lvl4pPr algn="ctr">
              <a:defRPr>
                <a:solidFill>
                  <a:schemeClr val="bg1"/>
                </a:solidFill>
              </a:defRPr>
            </a:lvl4pPr>
            <a:lvl5pPr algn="ctr"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altLang="ja-JP"/>
              <a:t>Click to edit Master text styles</a:t>
            </a:r>
          </a:p>
        </p:txBody>
      </p:sp>
      <p:sp>
        <p:nvSpPr>
          <p:cNvPr id="26" name="Text Placeholder 4"/>
          <p:cNvSpPr>
            <a:spLocks noGrp="1"/>
          </p:cNvSpPr>
          <p:nvPr>
            <p:ph type="body" sz="quarter" idx="21" hasCustomPrompt="1"/>
          </p:nvPr>
        </p:nvSpPr>
        <p:spPr>
          <a:xfrm>
            <a:off x="9359747" y="3744196"/>
            <a:ext cx="2377440" cy="1076667"/>
          </a:xfrm>
          <a:prstGeom prst="roundRect">
            <a:avLst>
              <a:gd name="adj" fmla="val 0"/>
            </a:avLst>
          </a:prstGeom>
          <a:noFill/>
          <a:ln>
            <a:noFill/>
          </a:ln>
          <a:effectLst/>
        </p:spPr>
        <p:txBody>
          <a:bodyPr anchor="t" anchorCtr="0"/>
          <a:lstStyle>
            <a:lvl1pPr algn="ctr">
              <a:defRPr sz="2133">
                <a:solidFill>
                  <a:schemeClr val="bg1"/>
                </a:solidFill>
                <a:latin typeface="+mn-lt"/>
                <a:cs typeface="Arial"/>
              </a:defRPr>
            </a:lvl1pPr>
            <a:lvl2pPr algn="l">
              <a:defRPr>
                <a:solidFill>
                  <a:schemeClr val="bg1"/>
                </a:solidFill>
              </a:defRPr>
            </a:lvl2pPr>
            <a:lvl3pPr algn="l">
              <a:defRPr>
                <a:solidFill>
                  <a:schemeClr val="bg1"/>
                </a:solidFill>
              </a:defRPr>
            </a:lvl3pPr>
            <a:lvl4pPr algn="ctr">
              <a:defRPr>
                <a:solidFill>
                  <a:schemeClr val="bg1"/>
                </a:solidFill>
              </a:defRPr>
            </a:lvl4pPr>
            <a:lvl5pPr algn="ctr"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altLang="ja-JP"/>
              <a:t>Click to edit Master text styles</a:t>
            </a:r>
          </a:p>
        </p:txBody>
      </p:sp>
      <p:sp>
        <p:nvSpPr>
          <p:cNvPr id="24" name="Text Placeholder 4"/>
          <p:cNvSpPr>
            <a:spLocks noGrp="1"/>
          </p:cNvSpPr>
          <p:nvPr>
            <p:ph type="body" sz="quarter" idx="13" hasCustomPrompt="1"/>
          </p:nvPr>
        </p:nvSpPr>
        <p:spPr>
          <a:xfrm>
            <a:off x="371475" y="3987606"/>
            <a:ext cx="3420269" cy="2249682"/>
          </a:xfrm>
          <a:prstGeom prst="roundRect">
            <a:avLst>
              <a:gd name="adj" fmla="val 0"/>
            </a:avLst>
          </a:prstGeom>
          <a:solidFill>
            <a:schemeClr val="accent6"/>
          </a:solidFill>
          <a:ln>
            <a:noFill/>
          </a:ln>
          <a:effectLst/>
        </p:spPr>
        <p:txBody>
          <a:bodyPr lIns="108000" anchor="ctr"/>
          <a:lstStyle>
            <a:lvl1pPr algn="l">
              <a:lnSpc>
                <a:spcPct val="100000"/>
              </a:lnSpc>
              <a:defRPr sz="2667" b="1">
                <a:solidFill>
                  <a:schemeClr val="bg1"/>
                </a:solidFill>
                <a:latin typeface="+mn-lt"/>
                <a:cs typeface="Arial"/>
              </a:defRPr>
            </a:lvl1pPr>
            <a:lvl2pPr algn="l">
              <a:defRPr>
                <a:solidFill>
                  <a:schemeClr val="tx2"/>
                </a:solidFill>
              </a:defRPr>
            </a:lvl2pPr>
            <a:lvl3pPr algn="l">
              <a:defRPr>
                <a:solidFill>
                  <a:schemeClr val="tx2"/>
                </a:solidFill>
              </a:defRPr>
            </a:lvl3pPr>
            <a:lvl4pPr algn="ctr">
              <a:defRPr>
                <a:solidFill>
                  <a:schemeClr val="bg1"/>
                </a:solidFill>
              </a:defRPr>
            </a:lvl4pPr>
            <a:lvl5pPr algn="ctr"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altLang="ja-JP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20" hasCustomPrompt="1"/>
          </p:nvPr>
        </p:nvSpPr>
        <p:spPr>
          <a:xfrm>
            <a:off x="3877779" y="5399590"/>
            <a:ext cx="5371355" cy="837698"/>
          </a:xfrm>
          <a:prstGeom prst="roundRect">
            <a:avLst>
              <a:gd name="adj" fmla="val 0"/>
            </a:avLst>
          </a:prstGeom>
          <a:noFill/>
          <a:ln>
            <a:noFill/>
          </a:ln>
          <a:effectLst/>
        </p:spPr>
        <p:txBody>
          <a:bodyPr anchor="t" anchorCtr="0"/>
          <a:lstStyle>
            <a:lvl1pPr algn="ctr">
              <a:lnSpc>
                <a:spcPct val="100000"/>
              </a:lnSpc>
              <a:defRPr sz="2133">
                <a:solidFill>
                  <a:schemeClr val="bg1"/>
                </a:solidFill>
                <a:latin typeface="+mn-lt"/>
                <a:cs typeface="Arial"/>
              </a:defRPr>
            </a:lvl1pPr>
            <a:lvl2pPr algn="l">
              <a:defRPr>
                <a:solidFill>
                  <a:schemeClr val="bg1"/>
                </a:solidFill>
              </a:defRPr>
            </a:lvl2pPr>
            <a:lvl3pPr algn="l">
              <a:defRPr>
                <a:solidFill>
                  <a:schemeClr val="bg1"/>
                </a:solidFill>
              </a:defRPr>
            </a:lvl3pPr>
            <a:lvl4pPr algn="ctr">
              <a:defRPr>
                <a:solidFill>
                  <a:schemeClr val="bg1"/>
                </a:solidFill>
              </a:defRPr>
            </a:lvl4pPr>
            <a:lvl5pPr algn="ctr"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altLang="ja-JP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19" hasCustomPrompt="1"/>
          </p:nvPr>
        </p:nvSpPr>
        <p:spPr>
          <a:xfrm>
            <a:off x="9359747" y="4926695"/>
            <a:ext cx="2460778" cy="1310593"/>
          </a:xfrm>
          <a:prstGeom prst="roundRect">
            <a:avLst>
              <a:gd name="adj" fmla="val 0"/>
            </a:avLst>
          </a:prstGeom>
          <a:solidFill>
            <a:schemeClr val="bg2"/>
          </a:solidFill>
          <a:ln>
            <a:noFill/>
          </a:ln>
          <a:effectLst/>
        </p:spPr>
        <p:txBody>
          <a:bodyPr anchor="ctr"/>
          <a:lstStyle>
            <a:lvl1pPr algn="ctr">
              <a:lnSpc>
                <a:spcPct val="100000"/>
              </a:lnSpc>
              <a:defRPr sz="2133">
                <a:solidFill>
                  <a:schemeClr val="bg1"/>
                </a:solidFill>
                <a:latin typeface="+mn-lt"/>
                <a:cs typeface="Arial"/>
              </a:defRPr>
            </a:lvl1pPr>
            <a:lvl2pPr algn="l">
              <a:defRPr>
                <a:solidFill>
                  <a:schemeClr val="bg1"/>
                </a:solidFill>
              </a:defRPr>
            </a:lvl2pPr>
            <a:lvl3pPr algn="l">
              <a:defRPr>
                <a:solidFill>
                  <a:schemeClr val="bg1"/>
                </a:solidFill>
              </a:defRPr>
            </a:lvl3pPr>
            <a:lvl4pPr algn="ctr">
              <a:defRPr>
                <a:solidFill>
                  <a:schemeClr val="bg1"/>
                </a:solidFill>
              </a:defRPr>
            </a:lvl4pPr>
            <a:lvl5pPr algn="ctr"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altLang="ja-JP"/>
              <a:t>Click to edit Master text styles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FBA9505-91C7-B9FF-4651-787D86C3BED1}"/>
              </a:ext>
            </a:extLst>
          </p:cNvPr>
          <p:cNvSpPr txBox="1"/>
          <p:nvPr userDrawn="1"/>
        </p:nvSpPr>
        <p:spPr>
          <a:xfrm>
            <a:off x="3685309" y="-803564"/>
            <a:ext cx="0" cy="0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 algn="l"/>
            <a:endParaRPr lang="en-US" err="1">
              <a:solidFill>
                <a:srgbClr val="FFFFFF"/>
              </a:solidFill>
            </a:endParaRP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59C35B40-A84A-00D6-5FD3-6FD80F61E86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 bwMode="gray">
          <a:xfrm>
            <a:off x="371475" y="6563358"/>
            <a:ext cx="4852035" cy="88901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defRPr sz="800"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© 2023 NTT DATA, Inc. (Insert appropriate disclaimer if required)</a:t>
            </a:r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BFC1EFC3-6CA1-181A-9D7F-24D4581B210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 bwMode="gray">
          <a:xfrm>
            <a:off x="5943600" y="6563358"/>
            <a:ext cx="304800" cy="88901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 anchor="ctr">
            <a:noAutofit/>
          </a:bodyPr>
          <a:lstStyle>
            <a:lvl1pPr algn="ctr">
              <a:lnSpc>
                <a:spcPct val="100000"/>
              </a:lnSpc>
              <a:defRPr sz="800">
                <a:solidFill>
                  <a:schemeClr val="bg1"/>
                </a:solidFill>
              </a:defRPr>
            </a:lvl1pPr>
          </a:lstStyle>
          <a:p>
            <a:fld id="{13CE6DAF-806F-404B-BC68-339BFCB57E5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9561022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_Closing Slide Future Blue 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6B87ED33-6A4E-4B88-9978-60E9E0EBFC9F}"/>
              </a:ext>
            </a:extLst>
          </p:cNvPr>
          <p:cNvSpPr/>
          <p:nvPr/>
        </p:nvSpPr>
        <p:spPr bwMode="gray">
          <a:xfrm>
            <a:off x="0" y="0"/>
            <a:ext cx="12192000" cy="6858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NTT DATA Global Logo">
            <a:extLst>
              <a:ext uri="{FF2B5EF4-FFF2-40B4-BE49-F238E27FC236}">
                <a16:creationId xmlns:a16="http://schemas.microsoft.com/office/drawing/2014/main" id="{3F03F05C-59F6-715B-5A33-907AD87C663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03287" y="2880000"/>
            <a:ext cx="5385427" cy="109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8376536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_Closing Slide Navy Dark with picture dark">
    <p:bg bwMode="gray"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mart Navy SemiTrans Overlay">
            <a:extLst>
              <a:ext uri="{FF2B5EF4-FFF2-40B4-BE49-F238E27FC236}">
                <a16:creationId xmlns:a16="http://schemas.microsoft.com/office/drawing/2014/main" id="{6E4F8208-B33A-86C1-C4BF-6C513A841DF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050D24">
              <a:alpha val="57647"/>
            </a:srgbClr>
          </a:solidFill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 marL="0" indent="0">
              <a:buNone/>
              <a:defRPr>
                <a:noFill/>
              </a:defRPr>
            </a:lvl2pPr>
            <a:lvl3pPr marL="216000" indent="0">
              <a:buFont typeface="Arial" panose="020B0604020202020204" pitchFamily="34" charset="0"/>
              <a:buNone/>
              <a:defRPr>
                <a:noFill/>
              </a:defRPr>
            </a:lvl3pPr>
            <a:lvl4pPr>
              <a:defRPr>
                <a:noFill/>
              </a:defRPr>
            </a:lvl4pPr>
            <a:lvl5pPr>
              <a:defRPr>
                <a:noFill/>
              </a:defRPr>
            </a:lvl5pPr>
          </a:lstStyle>
          <a:p>
            <a:pPr lvl="2"/>
            <a:r>
              <a:rPr lang="en-US"/>
              <a:t> </a:t>
            </a:r>
          </a:p>
        </p:txBody>
      </p:sp>
      <p:sp>
        <p:nvSpPr>
          <p:cNvPr id="11" name="Picture Placeholder 4">
            <a:extLst>
              <a:ext uri="{FF2B5EF4-FFF2-40B4-BE49-F238E27FC236}">
                <a16:creationId xmlns:a16="http://schemas.microsoft.com/office/drawing/2014/main" id="{DCE6D5FB-5128-84ED-8909-686C6A399387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92000" cy="6860241"/>
          </a:xfrm>
          <a:prstGeom prst="rect">
            <a:avLst/>
          </a:prstGeom>
          <a:noFill/>
        </p:spPr>
        <p:txBody>
          <a:bodyPr tIns="2743200" bIns="0" anchor="ctr"/>
          <a:lstStyle>
            <a:lvl1pPr marL="0" indent="0" algn="ctr">
              <a:buFontTx/>
              <a:buNone/>
              <a:defRPr sz="2400">
                <a:solidFill>
                  <a:srgbClr val="FF7A00"/>
                </a:solidFill>
                <a:latin typeface="+mn-lt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Click to add image. Then Reorder: Send to back</a:t>
            </a:r>
          </a:p>
        </p:txBody>
      </p:sp>
      <p:sp>
        <p:nvSpPr>
          <p:cNvPr id="10" name="NTT DATA Global Logo" descr="NTT DATA Global Logo">
            <a:extLst>
              <a:ext uri="{FF2B5EF4-FFF2-40B4-BE49-F238E27FC236}">
                <a16:creationId xmlns:a16="http://schemas.microsoft.com/office/drawing/2014/main" id="{188EBC45-4F1C-E0B0-9BB4-2942DDBDBEAF}"/>
              </a:ext>
            </a:extLst>
          </p:cNvPr>
          <p:cNvSpPr>
            <a:spLocks noGrp="1" noChangeAspect="1"/>
          </p:cNvSpPr>
          <p:nvPr>
            <p:ph type="body" sz="quarter" idx="17" hasCustomPrompt="1"/>
          </p:nvPr>
        </p:nvSpPr>
        <p:spPr bwMode="gray">
          <a:xfrm>
            <a:off x="3403200" y="2879266"/>
            <a:ext cx="5385600" cy="1099468"/>
          </a:xfrm>
          <a:prstGeom prst="rect">
            <a:avLst/>
          </a:prstGeom>
          <a:blipFill dpi="0" rotWithShape="1">
            <a:blip r:embed="rId2"/>
            <a:srcRect/>
            <a:stretch>
              <a:fillRect/>
            </a:stretch>
          </a:blipFill>
        </p:spPr>
        <p:txBody>
          <a:bodyPr wrap="none" lIns="0" tIns="0" rIns="0" bIns="0"/>
          <a:lstStyle>
            <a:lvl1pPr>
              <a:defRPr sz="200">
                <a:solidFill>
                  <a:schemeClr val="accent2"/>
                </a:solidFill>
              </a:defRPr>
            </a:lvl1pPr>
            <a:lvl2pPr>
              <a:defRPr>
                <a:noFill/>
              </a:defRPr>
            </a:lvl2pPr>
            <a:lvl3pPr>
              <a:defRPr>
                <a:noFill/>
              </a:defRPr>
            </a:lvl3pPr>
            <a:lvl4pPr>
              <a:defRPr>
                <a:noFill/>
              </a:defRPr>
            </a:lvl4pPr>
            <a:lvl5pPr>
              <a:defRPr>
                <a:noFill/>
              </a:defRPr>
            </a:lvl5pPr>
          </a:lstStyle>
          <a:p>
            <a:pPr lvl="0"/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765386781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_Divider_Image Left Dark">
    <p:bg bwMode="gray"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">
            <a:extLst>
              <a:ext uri="{FF2B5EF4-FFF2-40B4-BE49-F238E27FC236}">
                <a16:creationId xmlns:a16="http://schemas.microsoft.com/office/drawing/2014/main" id="{597D1B3A-E1F6-AFF4-3A3F-A37A17CBCB2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495800" y="2286000"/>
            <a:ext cx="7315200" cy="3951288"/>
          </a:xfrm>
        </p:spPr>
        <p:txBody>
          <a:bodyPr/>
          <a:lstStyle>
            <a:lvl1pPr>
              <a:defRPr sz="4800">
                <a:solidFill>
                  <a:schemeClr val="bg1"/>
                </a:solidFill>
              </a:defRPr>
            </a:lvl1pPr>
          </a:lstStyle>
          <a:p>
            <a:r>
              <a:rPr lang="en-US"/>
              <a:t>Divider Page Text</a:t>
            </a:r>
          </a:p>
        </p:txBody>
      </p:sp>
      <p:sp>
        <p:nvSpPr>
          <p:cNvPr id="15" name="Section Number">
            <a:extLst>
              <a:ext uri="{FF2B5EF4-FFF2-40B4-BE49-F238E27FC236}">
                <a16:creationId xmlns:a16="http://schemas.microsoft.com/office/drawing/2014/main" id="{353938DB-D71F-BCC9-253A-E90421933DD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495800" y="685800"/>
            <a:ext cx="7315200" cy="1447800"/>
          </a:xfrm>
          <a:prstGeom prst="rect">
            <a:avLst/>
          </a:prstGeom>
        </p:spPr>
        <p:txBody>
          <a:bodyPr lIns="0" tIns="45720" rIns="0"/>
          <a:lstStyle>
            <a:lvl1pPr>
              <a:defRPr lang="en-US" sz="9600" b="1" dirty="0" smtClean="0">
                <a:solidFill>
                  <a:schemeClr val="bg2"/>
                </a:solidFill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/>
              <a:t>#</a:t>
            </a:r>
          </a:p>
        </p:txBody>
      </p:sp>
      <p:sp>
        <p:nvSpPr>
          <p:cNvPr id="16" name="Picture Placeholder 4">
            <a:extLst>
              <a:ext uri="{FF2B5EF4-FFF2-40B4-BE49-F238E27FC236}">
                <a16:creationId xmlns:a16="http://schemas.microsoft.com/office/drawing/2014/main" id="{CBAA2EA5-06E3-8691-22FA-AE783265C861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0" y="0"/>
            <a:ext cx="4038600" cy="6858000"/>
          </a:xfrm>
          <a:prstGeom prst="rect">
            <a:avLst/>
          </a:prstGeom>
          <a:solidFill>
            <a:schemeClr val="accent6"/>
          </a:solidFill>
        </p:spPr>
        <p:txBody>
          <a:bodyPr tIns="2743200"/>
          <a:lstStyle>
            <a:lvl1pPr marL="0" indent="0" algn="ctr">
              <a:buNone/>
              <a:defRPr sz="20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add picture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84E201FA-14DE-26F5-5B59-34540918F7C3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 bwMode="gray">
          <a:xfrm>
            <a:off x="0" y="5202000"/>
            <a:ext cx="4038600" cy="1656000"/>
          </a:xfrm>
          <a:prstGeom prst="rect">
            <a:avLst/>
          </a:prstGeom>
          <a:gradFill>
            <a:gsLst>
              <a:gs pos="0">
                <a:schemeClr val="accent1"/>
              </a:gs>
              <a:gs pos="80000">
                <a:schemeClr val="accent1">
                  <a:alpha val="0"/>
                </a:schemeClr>
              </a:gs>
            </a:gsLst>
            <a:lin ang="16200000" scaled="1"/>
          </a:gradFill>
        </p:spPr>
        <p:txBody>
          <a:bodyPr vert="horz" wrap="square" lIns="0" tIns="0" rIns="0" bIns="0" rtlCol="0">
            <a:noAutofit/>
          </a:bodyPr>
          <a:lstStyle>
            <a:lvl1pPr>
              <a:defRPr lang="en-US" sz="100" dirty="0"/>
            </a:lvl1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0E3EC910-66B9-7290-6910-39097643AEA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 bwMode="gray">
          <a:xfrm>
            <a:off x="7777162" y="6563358"/>
            <a:ext cx="304800" cy="88901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 anchor="ctr">
            <a:noAutofit/>
          </a:bodyPr>
          <a:lstStyle>
            <a:lvl1pPr algn="ctr">
              <a:lnSpc>
                <a:spcPct val="100000"/>
              </a:lnSpc>
              <a:defRPr sz="800">
                <a:solidFill>
                  <a:schemeClr val="bg1"/>
                </a:solidFill>
              </a:defRPr>
            </a:lvl1pPr>
          </a:lstStyle>
          <a:p>
            <a:fld id="{13CE6DAF-806F-404B-BC68-339BFCB57E5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E28FF710-A250-66BE-1682-899EBECEAA9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 bwMode="gray">
          <a:xfrm>
            <a:off x="4495800" y="6563358"/>
            <a:ext cx="3244215" cy="88901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defRPr sz="800"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© 2023 NTT DATA, Inc. (Insert appropriate disclaimer if required)</a:t>
            </a:r>
          </a:p>
        </p:txBody>
      </p:sp>
    </p:spTree>
    <p:extLst>
      <p:ext uri="{BB962C8B-B14F-4D97-AF65-F5344CB8AC3E}">
        <p14:creationId xmlns:p14="http://schemas.microsoft.com/office/powerpoint/2010/main" val="3385093743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_Divider_InnovationCurve on Right Dark">
    <p:bg bwMode="gray"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">
            <a:extLst>
              <a:ext uri="{FF2B5EF4-FFF2-40B4-BE49-F238E27FC236}">
                <a16:creationId xmlns:a16="http://schemas.microsoft.com/office/drawing/2014/main" id="{597D1B3A-E1F6-AFF4-3A3F-A37A17CBCB2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1475" y="2286000"/>
            <a:ext cx="7315200" cy="3886200"/>
          </a:xfrm>
        </p:spPr>
        <p:txBody>
          <a:bodyPr/>
          <a:lstStyle>
            <a:lvl1pPr>
              <a:defRPr sz="4000">
                <a:solidFill>
                  <a:schemeClr val="bg1"/>
                </a:solidFill>
              </a:defRPr>
            </a:lvl1pPr>
          </a:lstStyle>
          <a:p>
            <a:r>
              <a:rPr lang="en-US"/>
              <a:t>Divider Page</a:t>
            </a:r>
          </a:p>
        </p:txBody>
      </p:sp>
      <p:sp>
        <p:nvSpPr>
          <p:cNvPr id="15" name="Section Number">
            <a:extLst>
              <a:ext uri="{FF2B5EF4-FFF2-40B4-BE49-F238E27FC236}">
                <a16:creationId xmlns:a16="http://schemas.microsoft.com/office/drawing/2014/main" id="{353938DB-D71F-BCC9-253A-E90421933DD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5" y="685800"/>
            <a:ext cx="7315200" cy="1447800"/>
          </a:xfrm>
          <a:prstGeom prst="rect">
            <a:avLst/>
          </a:prstGeom>
        </p:spPr>
        <p:txBody>
          <a:bodyPr lIns="0" tIns="45720" rIns="0"/>
          <a:lstStyle>
            <a:lvl1pPr>
              <a:defRPr lang="en-US" sz="9600" b="1" dirty="0" smtClean="0">
                <a:solidFill>
                  <a:schemeClr val="bg2"/>
                </a:solidFill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/>
              <a:t>#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07D78CB3-8E2A-426A-73F0-19178ABAAB0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 bwMode="gray">
          <a:xfrm>
            <a:off x="371475" y="6563358"/>
            <a:ext cx="4852035" cy="88901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defRPr sz="800"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© 2023 NTT DATA, Inc. (Insert appropriate disclaimer if required)</a:t>
            </a:r>
            <a:endParaRPr lang="pt-BR" noProof="0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90D19329-B7C0-CE48-A2F3-05D87FD0371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 bwMode="gray">
          <a:xfrm>
            <a:off x="5943600" y="6563358"/>
            <a:ext cx="304800" cy="88901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 anchor="ctr">
            <a:noAutofit/>
          </a:bodyPr>
          <a:lstStyle>
            <a:lvl1pPr algn="ctr">
              <a:lnSpc>
                <a:spcPct val="100000"/>
              </a:lnSpc>
              <a:defRPr sz="800">
                <a:solidFill>
                  <a:schemeClr val="bg1"/>
                </a:solidFill>
              </a:defRPr>
            </a:lvl1pPr>
          </a:lstStyle>
          <a:p>
            <a:fld id="{13CE6DAF-806F-404B-BC68-339BFCB57E5C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8" name="Innovation Curve">
            <a:extLst>
              <a:ext uri="{FF2B5EF4-FFF2-40B4-BE49-F238E27FC236}">
                <a16:creationId xmlns:a16="http://schemas.microsoft.com/office/drawing/2014/main" id="{8FAD0C94-F295-1BA4-75E9-C0403855E0F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940970" y="2281852"/>
            <a:ext cx="3879556" cy="38903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2631386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_Divider_Innovation Curve Image Left Dark">
    <p:bg bwMode="gray"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A725B5FD-E0E9-1E4B-5EFE-D46E0910A6C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495800" y="2433116"/>
            <a:ext cx="7315200" cy="3739084"/>
          </a:xfrm>
        </p:spPr>
        <p:txBody>
          <a:bodyPr/>
          <a:lstStyle>
            <a:lvl1pPr>
              <a:defRPr sz="4000">
                <a:solidFill>
                  <a:schemeClr val="bg1"/>
                </a:solidFill>
              </a:defRPr>
            </a:lvl1pPr>
          </a:lstStyle>
          <a:p>
            <a:r>
              <a:rPr lang="en-US"/>
              <a:t>Divider Page</a:t>
            </a:r>
          </a:p>
        </p:txBody>
      </p:sp>
      <p:sp>
        <p:nvSpPr>
          <p:cNvPr id="12" name="Section Number">
            <a:extLst>
              <a:ext uri="{FF2B5EF4-FFF2-40B4-BE49-F238E27FC236}">
                <a16:creationId xmlns:a16="http://schemas.microsoft.com/office/drawing/2014/main" id="{4337322C-F1A6-A8D5-2662-80C365ECE1C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495800" y="685800"/>
            <a:ext cx="7315200" cy="1447800"/>
          </a:xfrm>
          <a:prstGeom prst="rect">
            <a:avLst/>
          </a:prstGeom>
        </p:spPr>
        <p:txBody>
          <a:bodyPr lIns="0" tIns="45720" rIns="0"/>
          <a:lstStyle>
            <a:lvl1pPr>
              <a:defRPr lang="en-US" sz="9600" b="1" dirty="0" smtClean="0">
                <a:solidFill>
                  <a:schemeClr val="accent2"/>
                </a:solidFill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/>
              <a:t>#</a:t>
            </a:r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8795E080-1F31-4238-044C-F377C0E2532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 bwMode="gray">
          <a:xfrm>
            <a:off x="371475" y="6563358"/>
            <a:ext cx="4852035" cy="88901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defRPr sz="800"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© 2023 NTT DATA, Inc. (Insert appropriate disclaimer if required)</a:t>
            </a:r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5ACFAEF6-C002-CEF8-D12E-35B10EFF2EE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 bwMode="gray">
          <a:xfrm>
            <a:off x="5943600" y="6563358"/>
            <a:ext cx="304800" cy="88901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 anchor="ctr">
            <a:noAutofit/>
          </a:bodyPr>
          <a:lstStyle>
            <a:lvl1pPr algn="ctr">
              <a:lnSpc>
                <a:spcPct val="100000"/>
              </a:lnSpc>
              <a:defRPr sz="800">
                <a:solidFill>
                  <a:schemeClr val="bg1"/>
                </a:solidFill>
              </a:defRPr>
            </a:lvl1pPr>
          </a:lstStyle>
          <a:p>
            <a:fld id="{13CE6DAF-806F-404B-BC68-339BFCB57E5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Grid">
            <a:extLst>
              <a:ext uri="{FF2B5EF4-FFF2-40B4-BE49-F238E27FC236}">
                <a16:creationId xmlns:a16="http://schemas.microsoft.com/office/drawing/2014/main" id="{7C23E814-83D3-3A4C-E7C1-1CC5AAE30DD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89852" y="2403913"/>
            <a:ext cx="3755940" cy="3767718"/>
          </a:xfrm>
          <a:blipFill>
            <a:blip r:embed="rId2"/>
            <a:stretch>
              <a:fillRect/>
            </a:stretch>
          </a:blipFill>
        </p:spPr>
        <p:txBody>
          <a:bodyPr/>
          <a:lstStyle>
            <a:lvl1pPr>
              <a:defRPr sz="200"/>
            </a:lvl1pPr>
          </a:lstStyle>
          <a:p>
            <a:pPr lvl="0"/>
            <a:r>
              <a:rPr lang="de-DE"/>
              <a:t>.</a:t>
            </a:r>
          </a:p>
        </p:txBody>
      </p:sp>
      <p:sp>
        <p:nvSpPr>
          <p:cNvPr id="8" name="Mask">
            <a:extLst>
              <a:ext uri="{FF2B5EF4-FFF2-40B4-BE49-F238E27FC236}">
                <a16:creationId xmlns:a16="http://schemas.microsoft.com/office/drawing/2014/main" id="{6A3F8A03-35AC-7457-3761-25EFCA9E3C9A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 bwMode="gray">
          <a:xfrm>
            <a:off x="389852" y="2403913"/>
            <a:ext cx="3755940" cy="3767718"/>
          </a:xfrm>
          <a:custGeom>
            <a:avLst/>
            <a:gdLst>
              <a:gd name="connsiteX0" fmla="*/ 1221722 w 3755940"/>
              <a:gd name="connsiteY0" fmla="*/ 0 h 3767718"/>
              <a:gd name="connsiteX1" fmla="*/ 2020606 w 3755940"/>
              <a:gd name="connsiteY1" fmla="*/ 439029 h 3767718"/>
              <a:gd name="connsiteX2" fmla="*/ 2500058 w 3755940"/>
              <a:gd name="connsiteY2" fmla="*/ 1241044 h 3767718"/>
              <a:gd name="connsiteX3" fmla="*/ 3753449 w 3755940"/>
              <a:gd name="connsiteY3" fmla="*/ 3762701 h 3767718"/>
              <a:gd name="connsiteX4" fmla="*/ 3755940 w 3755940"/>
              <a:gd name="connsiteY4" fmla="*/ 3767718 h 3767718"/>
              <a:gd name="connsiteX5" fmla="*/ 2499239 w 3755940"/>
              <a:gd name="connsiteY5" fmla="*/ 3767718 h 3767718"/>
              <a:gd name="connsiteX6" fmla="*/ 2498278 w 3755940"/>
              <a:gd name="connsiteY6" fmla="*/ 3765796 h 3767718"/>
              <a:gd name="connsiteX7" fmla="*/ 1255918 w 3755940"/>
              <a:gd name="connsiteY7" fmla="*/ 1279154 h 3767718"/>
              <a:gd name="connsiteX8" fmla="*/ 1255918 w 3755940"/>
              <a:gd name="connsiteY8" fmla="*/ 3767718 h 3767718"/>
              <a:gd name="connsiteX9" fmla="*/ 1252431 w 3755940"/>
              <a:gd name="connsiteY9" fmla="*/ 3767718 h 3767718"/>
              <a:gd name="connsiteX10" fmla="*/ 0 w 3755940"/>
              <a:gd name="connsiteY10" fmla="*/ 3767718 h 3767718"/>
              <a:gd name="connsiteX11" fmla="*/ 0 w 3755940"/>
              <a:gd name="connsiteY11" fmla="*/ 1264422 h 3767718"/>
              <a:gd name="connsiteX12" fmla="*/ 299364 w 3755940"/>
              <a:gd name="connsiteY12" fmla="*/ 383020 h 3767718"/>
              <a:gd name="connsiteX13" fmla="*/ 1221722 w 3755940"/>
              <a:gd name="connsiteY13" fmla="*/ 0 h 37677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3755940" h="3767718">
                <a:moveTo>
                  <a:pt x="1221722" y="0"/>
                </a:moveTo>
                <a:cubicBezTo>
                  <a:pt x="1554534" y="0"/>
                  <a:pt x="1814293" y="189446"/>
                  <a:pt x="2020606" y="439029"/>
                </a:cubicBezTo>
                <a:cubicBezTo>
                  <a:pt x="2226883" y="688575"/>
                  <a:pt x="2380212" y="998721"/>
                  <a:pt x="2500058" y="1241044"/>
                </a:cubicBezTo>
                <a:lnTo>
                  <a:pt x="3753449" y="3762701"/>
                </a:lnTo>
                <a:lnTo>
                  <a:pt x="3755940" y="3767718"/>
                </a:lnTo>
                <a:lnTo>
                  <a:pt x="2499239" y="3767718"/>
                </a:lnTo>
                <a:lnTo>
                  <a:pt x="2498278" y="3765796"/>
                </a:lnTo>
                <a:lnTo>
                  <a:pt x="1255918" y="1279154"/>
                </a:lnTo>
                <a:lnTo>
                  <a:pt x="1255918" y="3767718"/>
                </a:lnTo>
                <a:cubicBezTo>
                  <a:pt x="1255918" y="3767718"/>
                  <a:pt x="1252431" y="3767718"/>
                  <a:pt x="1252431" y="3767718"/>
                </a:cubicBezTo>
                <a:lnTo>
                  <a:pt x="0" y="3767718"/>
                </a:lnTo>
                <a:lnTo>
                  <a:pt x="0" y="1264422"/>
                </a:lnTo>
                <a:cubicBezTo>
                  <a:pt x="0" y="932251"/>
                  <a:pt x="97677" y="616163"/>
                  <a:pt x="299364" y="383020"/>
                </a:cubicBezTo>
                <a:cubicBezTo>
                  <a:pt x="501086" y="149842"/>
                  <a:pt x="806677" y="0"/>
                  <a:pt x="1221722" y="0"/>
                </a:cubicBezTo>
                <a:close/>
              </a:path>
            </a:pathLst>
          </a:custGeom>
          <a:solidFill>
            <a:schemeClr val="accent6"/>
          </a:solidFill>
        </p:spPr>
        <p:txBody>
          <a:bodyPr wrap="square">
            <a:noAutofit/>
          </a:bodyPr>
          <a:lstStyle>
            <a:lvl1pPr>
              <a:defRPr sz="200">
                <a:solidFill>
                  <a:srgbClr val="070F26"/>
                </a:solidFill>
              </a:defRPr>
            </a:lvl1pPr>
          </a:lstStyle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1896421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_Cover_Full Image, Full Innovation Curv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mart Navy SemiTrans Overlay">
            <a:extLst>
              <a:ext uri="{FF2B5EF4-FFF2-40B4-BE49-F238E27FC236}">
                <a16:creationId xmlns:a16="http://schemas.microsoft.com/office/drawing/2014/main" id="{39BA9756-44A4-AC93-1405-84B020B6F46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050D24">
              <a:alpha val="57647"/>
            </a:srgbClr>
          </a:solidFill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 marL="0" indent="0">
              <a:buNone/>
              <a:defRPr>
                <a:noFill/>
              </a:defRPr>
            </a:lvl2pPr>
            <a:lvl3pPr marL="216000" indent="0">
              <a:buFont typeface="Arial" panose="020B0604020202020204" pitchFamily="34" charset="0"/>
              <a:buNone/>
              <a:defRPr>
                <a:noFill/>
              </a:defRPr>
            </a:lvl3pPr>
            <a:lvl4pPr>
              <a:defRPr>
                <a:noFill/>
              </a:defRPr>
            </a:lvl4pPr>
            <a:lvl5pPr>
              <a:defRPr>
                <a:noFill/>
              </a:defRPr>
            </a:lvl5pPr>
          </a:lstStyle>
          <a:p>
            <a:pPr lvl="2"/>
            <a:r>
              <a:rPr lang="en-US" noProof="0"/>
              <a:t> 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5E9A5FE8-62E3-0D2E-834A-D1F1B8269B7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 bwMode="gray">
          <a:xfrm>
            <a:off x="371475" y="6563358"/>
            <a:ext cx="4852035" cy="88901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defRPr sz="1000"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© 2023 NTT DATA, Inc. (Insert appropriate disclaimer if required)</a:t>
            </a:r>
          </a:p>
        </p:txBody>
      </p:sp>
      <p:sp>
        <p:nvSpPr>
          <p:cNvPr id="3" name="Innovation Curve">
            <a:extLst>
              <a:ext uri="{FF2B5EF4-FFF2-40B4-BE49-F238E27FC236}">
                <a16:creationId xmlns:a16="http://schemas.microsoft.com/office/drawing/2014/main" id="{18332D96-F8AA-AD1E-863A-6EA58DA26D4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365655" y="0"/>
            <a:ext cx="6835842" cy="6858000"/>
          </a:xfrm>
          <a:blipFill>
            <a:blip r:embed="rId2"/>
            <a:stretch>
              <a:fillRect/>
            </a:stretch>
          </a:blipFill>
        </p:spPr>
        <p:txBody>
          <a:bodyPr/>
          <a:lstStyle>
            <a:lvl1pPr>
              <a:defRPr sz="200"/>
            </a:lvl1pPr>
          </a:lstStyle>
          <a:p>
            <a:pPr lvl="0"/>
            <a:r>
              <a:rPr lang="de-DE"/>
              <a:t>.</a:t>
            </a:r>
          </a:p>
        </p:txBody>
      </p:sp>
      <p:sp>
        <p:nvSpPr>
          <p:cNvPr id="7" name="Cover Photo Placeholder">
            <a:extLst>
              <a:ext uri="{FF2B5EF4-FFF2-40B4-BE49-F238E27FC236}">
                <a16:creationId xmlns:a16="http://schemas.microsoft.com/office/drawing/2014/main" id="{47AACDBA-727E-B7AC-B9F8-A809F34068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92000" cy="6860241"/>
          </a:xfrm>
          <a:prstGeom prst="rect">
            <a:avLst/>
          </a:prstGeom>
          <a:noFill/>
        </p:spPr>
        <p:txBody>
          <a:bodyPr tIns="2743200" bIns="0" anchor="ctr"/>
          <a:lstStyle>
            <a:lvl1pPr marL="0" indent="0" algn="ctr">
              <a:buFontTx/>
              <a:buNone/>
              <a:defRPr sz="2400">
                <a:solidFill>
                  <a:srgbClr val="FF7A00"/>
                </a:solidFill>
                <a:latin typeface="+mn-lt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noProof="0"/>
              <a:t>Click to add image. Then Reorder: Send to back</a:t>
            </a:r>
          </a:p>
        </p:txBody>
      </p:sp>
      <p:sp>
        <p:nvSpPr>
          <p:cNvPr id="2" name="Info box">
            <a:extLst>
              <a:ext uri="{FF2B5EF4-FFF2-40B4-BE49-F238E27FC236}">
                <a16:creationId xmlns:a16="http://schemas.microsoft.com/office/drawing/2014/main" id="{CDC6CD3E-31EA-EA2F-BE3B-37D4E6526A11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10101235" y="333376"/>
            <a:ext cx="1884045" cy="395869"/>
          </a:xfrm>
          <a:prstGeom prst="rect">
            <a:avLst/>
          </a:prstGeom>
          <a:ln>
            <a:noFill/>
          </a:ln>
        </p:spPr>
        <p:txBody>
          <a:bodyPr wrap="square" lIns="36000" tIns="36000" rIns="36000" bIns="36000">
            <a:sp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chemeClr val="accent6">
                    <a:lumMod val="40000"/>
                    <a:lumOff val="60000"/>
                  </a:schemeClr>
                </a:solidFill>
              </a:defRPr>
            </a:lvl1pPr>
          </a:lstStyle>
          <a:p>
            <a:pPr lvl="0"/>
            <a:r>
              <a:rPr lang="en-US" noProof="0"/>
              <a:t>Information Type:</a:t>
            </a:r>
            <a:br>
              <a:rPr lang="en-US" noProof="0"/>
            </a:br>
            <a:r>
              <a:rPr lang="en-US" noProof="0"/>
              <a:t>Company:  </a:t>
            </a:r>
            <a:br>
              <a:rPr lang="en-US" noProof="0"/>
            </a:br>
            <a:r>
              <a:rPr lang="en-US" noProof="0"/>
              <a:t>Information Owner: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1BBD22-02FF-5EAB-ABA3-3C0BB396027D}"/>
              </a:ext>
            </a:extLst>
          </p:cNvPr>
          <p:cNvSpPr>
            <a:spLocks noGrp="1"/>
          </p:cNvSpPr>
          <p:nvPr>
            <p:ph type="dt" sz="half" idx="2"/>
          </p:nvPr>
        </p:nvSpPr>
        <p:spPr bwMode="gray">
          <a:xfrm>
            <a:off x="10898505" y="6563358"/>
            <a:ext cx="922020" cy="88901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 anchor="ctr">
            <a:noAutofit/>
          </a:bodyPr>
          <a:lstStyle>
            <a:lvl1pPr algn="r">
              <a:lnSpc>
                <a:spcPct val="100000"/>
              </a:lnSpc>
              <a:defRPr sz="1000"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18" name="Title 1">
            <a:extLst>
              <a:ext uri="{FF2B5EF4-FFF2-40B4-BE49-F238E27FC236}">
                <a16:creationId xmlns:a16="http://schemas.microsoft.com/office/drawing/2014/main" id="{6566C0A6-4FFE-882A-7F2D-B9B9A23AB5FB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380048" y="2438400"/>
            <a:ext cx="4793932" cy="1371600"/>
          </a:xfrm>
        </p:spPr>
        <p:txBody>
          <a:bodyPr vert="horz" lIns="0" tIns="45720" rIns="0" bIns="45720" rtlCol="0" anchor="b">
            <a:noAutofit/>
          </a:bodyPr>
          <a:lstStyle>
            <a:lvl1pPr>
              <a:defRPr lang="en-GB" sz="4400" b="0" i="0" dirty="0">
                <a:solidFill>
                  <a:srgbClr val="F8F8F8"/>
                </a:solidFill>
                <a:latin typeface="+mj-lt"/>
                <a:cs typeface="Times New Roman" panose="02020603050405020304" pitchFamily="18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noProof="0"/>
              <a:t>Click to edit Master title Style</a:t>
            </a:r>
          </a:p>
        </p:txBody>
      </p:sp>
      <p:sp>
        <p:nvSpPr>
          <p:cNvPr id="19" name="Subtitle 2">
            <a:extLst>
              <a:ext uri="{FF2B5EF4-FFF2-40B4-BE49-F238E27FC236}">
                <a16:creationId xmlns:a16="http://schemas.microsoft.com/office/drawing/2014/main" id="{4FACCEEE-5469-CC54-C90B-C9C1BF3F2B90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80048" y="3810000"/>
            <a:ext cx="4793932" cy="353943"/>
          </a:xfrm>
          <a:prstGeom prst="rect">
            <a:avLst/>
          </a:prstGeom>
        </p:spPr>
        <p:txBody>
          <a:bodyPr wrap="square" lIns="0" tIns="45720" rIns="0">
            <a:spAutoFit/>
          </a:bodyPr>
          <a:lstStyle>
            <a:lvl1pPr>
              <a:spcBef>
                <a:spcPts val="0"/>
              </a:spcBef>
              <a:spcAft>
                <a:spcPts val="0"/>
              </a:spcAft>
              <a:defRPr lang="en-GB" sz="2000" b="0" i="0" dirty="0">
                <a:solidFill>
                  <a:srgbClr val="F8F8F8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pPr lvl="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</a:pPr>
            <a:r>
              <a:rPr lang="en-US" noProof="0"/>
              <a:t>Click to edit Master subtitle style</a:t>
            </a:r>
          </a:p>
        </p:txBody>
      </p:sp>
      <p:sp>
        <p:nvSpPr>
          <p:cNvPr id="13" name="NTT DATA Global Logo" descr="NTT DATA Global Logo">
            <a:extLst>
              <a:ext uri="{FF2B5EF4-FFF2-40B4-BE49-F238E27FC236}">
                <a16:creationId xmlns:a16="http://schemas.microsoft.com/office/drawing/2014/main" id="{A6808F4F-EA69-F71A-723C-E607F818792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 bwMode="gray">
          <a:xfrm>
            <a:off x="371475" y="320040"/>
            <a:ext cx="1959724" cy="400077"/>
          </a:xfrm>
          <a:prstGeom prst="rect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txBody>
          <a:bodyPr wrap="none" lIns="0" tIns="0" rIns="0" bIns="0"/>
          <a:lstStyle>
            <a:lvl1pPr>
              <a:defRPr sz="200">
                <a:solidFill>
                  <a:schemeClr val="accent2"/>
                </a:solidFill>
              </a:defRPr>
            </a:lvl1pPr>
            <a:lvl2pPr>
              <a:defRPr>
                <a:noFill/>
              </a:defRPr>
            </a:lvl2pPr>
            <a:lvl3pPr>
              <a:defRPr>
                <a:noFill/>
              </a:defRPr>
            </a:lvl3pPr>
            <a:lvl4pPr>
              <a:defRPr>
                <a:noFill/>
              </a:defRPr>
            </a:lvl4pPr>
            <a:lvl5pPr>
              <a:defRPr>
                <a:noFill/>
              </a:defRPr>
            </a:lvl5pPr>
          </a:lstStyle>
          <a:p>
            <a:pPr lvl="0"/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411700677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_Cover_Full Image, Partial Innovation Curv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mart Navy SemiTrans Overlay">
            <a:extLst>
              <a:ext uri="{FF2B5EF4-FFF2-40B4-BE49-F238E27FC236}">
                <a16:creationId xmlns:a16="http://schemas.microsoft.com/office/drawing/2014/main" id="{39BA9756-44A4-AC93-1405-84B020B6F46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050D24">
              <a:alpha val="57647"/>
            </a:srgbClr>
          </a:solidFill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 marL="0" indent="0">
              <a:buNone/>
              <a:defRPr>
                <a:noFill/>
              </a:defRPr>
            </a:lvl2pPr>
            <a:lvl3pPr marL="216000" indent="0">
              <a:buFont typeface="Arial" panose="020B0604020202020204" pitchFamily="34" charset="0"/>
              <a:buNone/>
              <a:defRPr>
                <a:noFill/>
              </a:defRPr>
            </a:lvl3pPr>
            <a:lvl4pPr>
              <a:defRPr>
                <a:noFill/>
              </a:defRPr>
            </a:lvl4pPr>
            <a:lvl5pPr>
              <a:defRPr>
                <a:noFill/>
              </a:defRPr>
            </a:lvl5pPr>
          </a:lstStyle>
          <a:p>
            <a:pPr lvl="2"/>
            <a:r>
              <a:rPr lang="en-US"/>
              <a:t> </a:t>
            </a:r>
          </a:p>
        </p:txBody>
      </p:sp>
      <p:sp>
        <p:nvSpPr>
          <p:cNvPr id="7" name="Cover Photo Placeholder">
            <a:extLst>
              <a:ext uri="{FF2B5EF4-FFF2-40B4-BE49-F238E27FC236}">
                <a16:creationId xmlns:a16="http://schemas.microsoft.com/office/drawing/2014/main" id="{47AACDBA-727E-B7AC-B9F8-A809F34068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92000" cy="6860241"/>
          </a:xfrm>
          <a:prstGeom prst="rect">
            <a:avLst/>
          </a:prstGeom>
          <a:noFill/>
        </p:spPr>
        <p:txBody>
          <a:bodyPr tIns="2743200" bIns="0" anchor="ctr"/>
          <a:lstStyle>
            <a:lvl1pPr marL="0" indent="0" algn="ctr">
              <a:buFontTx/>
              <a:buNone/>
              <a:defRPr sz="2400">
                <a:solidFill>
                  <a:srgbClr val="FF7A00"/>
                </a:solidFill>
                <a:latin typeface="+mn-lt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Click to add image. Then Reorder: Send to back</a:t>
            </a:r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EB69904B-F3B0-9924-1277-D5E10CC8F93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 bwMode="gray">
          <a:xfrm>
            <a:off x="371475" y="6563358"/>
            <a:ext cx="4852035" cy="88901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defRPr sz="1000"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© 2023 NTT DATA, Inc. (Insert appropriate disclaimer if required)</a:t>
            </a:r>
          </a:p>
        </p:txBody>
      </p:sp>
      <p:sp>
        <p:nvSpPr>
          <p:cNvPr id="8" name="Innovation Curve">
            <a:extLst>
              <a:ext uri="{FF2B5EF4-FFF2-40B4-BE49-F238E27FC236}">
                <a16:creationId xmlns:a16="http://schemas.microsoft.com/office/drawing/2014/main" id="{F707DE12-3594-93EB-F056-2B2C43B24781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7637463" y="3175"/>
            <a:ext cx="4554537" cy="6856413"/>
          </a:xfrm>
          <a:blipFill>
            <a:blip r:embed="rId2"/>
            <a:stretch>
              <a:fillRect/>
            </a:stretch>
          </a:blipFill>
        </p:spPr>
        <p:txBody>
          <a:bodyPr/>
          <a:lstStyle>
            <a:lvl1pPr>
              <a:defRPr sz="200"/>
            </a:lvl1pPr>
          </a:lstStyle>
          <a:p>
            <a:pPr lvl="0"/>
            <a:r>
              <a:rPr lang="de-DE"/>
              <a:t>.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612179AF-A82A-2C38-AA6E-ADD8AE770B11}"/>
              </a:ext>
            </a:extLst>
          </p:cNvPr>
          <p:cNvSpPr>
            <a:spLocks noGrp="1"/>
          </p:cNvSpPr>
          <p:nvPr>
            <p:ph type="dt" sz="half" idx="2"/>
          </p:nvPr>
        </p:nvSpPr>
        <p:spPr bwMode="gray">
          <a:xfrm>
            <a:off x="10898505" y="6563358"/>
            <a:ext cx="922020" cy="88901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 anchor="ctr">
            <a:noAutofit/>
          </a:bodyPr>
          <a:lstStyle>
            <a:lvl1pPr algn="r">
              <a:lnSpc>
                <a:spcPct val="100000"/>
              </a:lnSpc>
              <a:defRPr sz="1000"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16" name="Title 1">
            <a:extLst>
              <a:ext uri="{FF2B5EF4-FFF2-40B4-BE49-F238E27FC236}">
                <a16:creationId xmlns:a16="http://schemas.microsoft.com/office/drawing/2014/main" id="{9C858A80-3045-093E-B563-A7492ACE92A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380048" y="2438400"/>
            <a:ext cx="6797992" cy="1371600"/>
          </a:xfrm>
        </p:spPr>
        <p:txBody>
          <a:bodyPr vert="horz" lIns="0" tIns="45720" rIns="0" bIns="45720" rtlCol="0" anchor="b">
            <a:noAutofit/>
          </a:bodyPr>
          <a:lstStyle>
            <a:lvl1pPr>
              <a:defRPr lang="en-GB" sz="4400" b="0" i="0" dirty="0">
                <a:solidFill>
                  <a:srgbClr val="F8F8F8"/>
                </a:solidFill>
                <a:latin typeface="+mj-lt"/>
                <a:cs typeface="Times New Roman" panose="02020603050405020304" pitchFamily="18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</a:p>
        </p:txBody>
      </p:sp>
      <p:sp>
        <p:nvSpPr>
          <p:cNvPr id="17" name="Subtitle 2">
            <a:extLst>
              <a:ext uri="{FF2B5EF4-FFF2-40B4-BE49-F238E27FC236}">
                <a16:creationId xmlns:a16="http://schemas.microsoft.com/office/drawing/2014/main" id="{CAE6CB7E-3B40-11A3-1BAD-6A73DF9D83C7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80048" y="3810000"/>
            <a:ext cx="6797992" cy="353943"/>
          </a:xfrm>
          <a:prstGeom prst="rect">
            <a:avLst/>
          </a:prstGeom>
        </p:spPr>
        <p:txBody>
          <a:bodyPr wrap="square" lIns="0" tIns="45720" rIns="0">
            <a:spAutoFit/>
          </a:bodyPr>
          <a:lstStyle>
            <a:lvl1pPr>
              <a:spcBef>
                <a:spcPts val="0"/>
              </a:spcBef>
              <a:spcAft>
                <a:spcPts val="0"/>
              </a:spcAft>
              <a:defRPr lang="en-GB" sz="2000" b="0" i="0" dirty="0">
                <a:solidFill>
                  <a:srgbClr val="F8F8F8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pPr lvl="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</a:pPr>
            <a:r>
              <a:rPr lang="en-US"/>
              <a:t>Click to edit Master subtitle style</a:t>
            </a:r>
          </a:p>
        </p:txBody>
      </p:sp>
      <p:sp>
        <p:nvSpPr>
          <p:cNvPr id="13" name="NTT DATA Global Logo" descr="NTT DATA Global Logo">
            <a:extLst>
              <a:ext uri="{FF2B5EF4-FFF2-40B4-BE49-F238E27FC236}">
                <a16:creationId xmlns:a16="http://schemas.microsoft.com/office/drawing/2014/main" id="{F1A70F1C-0C1D-4983-5A07-15932C34279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 bwMode="gray">
          <a:xfrm>
            <a:off x="371475" y="320040"/>
            <a:ext cx="1959724" cy="400077"/>
          </a:xfrm>
          <a:prstGeom prst="rect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txBody>
          <a:bodyPr wrap="none" lIns="0" tIns="0" rIns="0" bIns="0"/>
          <a:lstStyle>
            <a:lvl1pPr>
              <a:defRPr sz="200">
                <a:solidFill>
                  <a:schemeClr val="accent2"/>
                </a:solidFill>
              </a:defRPr>
            </a:lvl1pPr>
            <a:lvl2pPr>
              <a:defRPr>
                <a:noFill/>
              </a:defRPr>
            </a:lvl2pPr>
            <a:lvl3pPr>
              <a:defRPr>
                <a:noFill/>
              </a:defRPr>
            </a:lvl3pPr>
            <a:lvl4pPr>
              <a:defRPr>
                <a:noFill/>
              </a:defRPr>
            </a:lvl4pPr>
            <a:lvl5pPr>
              <a:defRPr>
                <a:noFill/>
              </a:defRPr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3" name="Info box">
            <a:extLst>
              <a:ext uri="{FF2B5EF4-FFF2-40B4-BE49-F238E27FC236}">
                <a16:creationId xmlns:a16="http://schemas.microsoft.com/office/drawing/2014/main" id="{3CEDB687-72D7-CB65-F36A-20FAF24C2355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371475" y="5875374"/>
            <a:ext cx="1958400" cy="395869"/>
          </a:xfrm>
          <a:prstGeom prst="rect">
            <a:avLst/>
          </a:prstGeom>
          <a:ln>
            <a:noFill/>
          </a:ln>
        </p:spPr>
        <p:txBody>
          <a:bodyPr wrap="square" lIns="36000" tIns="36000" rIns="36000" bIns="36000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700" kern="1200" noProof="0" dirty="0">
                <a:solidFill>
                  <a:schemeClr val="accent6">
                    <a:lumMod val="40000"/>
                    <a:lumOff val="60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Information Type:</a:t>
            </a:r>
            <a:br>
              <a:rPr lang="en-US" noProof="0"/>
            </a:br>
            <a:r>
              <a:rPr lang="en-US" noProof="0"/>
              <a:t>Company:  </a:t>
            </a:r>
            <a:br>
              <a:rPr lang="en-US" noProof="0"/>
            </a:br>
            <a:r>
              <a:rPr lang="en-US" noProof="0"/>
              <a:t>Information Owner:</a:t>
            </a:r>
          </a:p>
        </p:txBody>
      </p:sp>
    </p:spTree>
    <p:extLst>
      <p:ext uri="{BB962C8B-B14F-4D97-AF65-F5344CB8AC3E}">
        <p14:creationId xmlns:p14="http://schemas.microsoft.com/office/powerpoint/2010/main" val="459539054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_Cover_Full Image Only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mart Navy SemiTrans Overlay">
            <a:extLst>
              <a:ext uri="{FF2B5EF4-FFF2-40B4-BE49-F238E27FC236}">
                <a16:creationId xmlns:a16="http://schemas.microsoft.com/office/drawing/2014/main" id="{39BA9756-44A4-AC93-1405-84B020B6F46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050D24">
              <a:alpha val="57647"/>
            </a:srgbClr>
          </a:solidFill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 marL="0" indent="0">
              <a:buNone/>
              <a:defRPr>
                <a:noFill/>
              </a:defRPr>
            </a:lvl2pPr>
            <a:lvl3pPr marL="216000" indent="0">
              <a:buFont typeface="Arial" panose="020B0604020202020204" pitchFamily="34" charset="0"/>
              <a:buNone/>
              <a:defRPr>
                <a:noFill/>
              </a:defRPr>
            </a:lvl3pPr>
            <a:lvl4pPr>
              <a:defRPr>
                <a:noFill/>
              </a:defRPr>
            </a:lvl4pPr>
            <a:lvl5pPr>
              <a:defRPr>
                <a:noFill/>
              </a:defRPr>
            </a:lvl5pPr>
          </a:lstStyle>
          <a:p>
            <a:pPr lvl="2"/>
            <a:r>
              <a:rPr lang="en-US"/>
              <a:t> </a:t>
            </a:r>
          </a:p>
        </p:txBody>
      </p:sp>
      <p:sp>
        <p:nvSpPr>
          <p:cNvPr id="7" name="Cover Photo Placeholder">
            <a:extLst>
              <a:ext uri="{FF2B5EF4-FFF2-40B4-BE49-F238E27FC236}">
                <a16:creationId xmlns:a16="http://schemas.microsoft.com/office/drawing/2014/main" id="{47AACDBA-727E-B7AC-B9F8-A809F34068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92000" cy="6860241"/>
          </a:xfrm>
          <a:prstGeom prst="rect">
            <a:avLst/>
          </a:prstGeom>
          <a:noFill/>
        </p:spPr>
        <p:txBody>
          <a:bodyPr tIns="2743200" bIns="0" anchor="ctr"/>
          <a:lstStyle>
            <a:lvl1pPr marL="0" indent="0" algn="ctr">
              <a:buFontTx/>
              <a:buNone/>
              <a:defRPr sz="2400">
                <a:solidFill>
                  <a:srgbClr val="FF7A00"/>
                </a:solidFill>
                <a:latin typeface="+mn-lt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Click to add image. Then Reorder: Send to back</a:t>
            </a:r>
          </a:p>
        </p:txBody>
      </p:sp>
      <p:sp>
        <p:nvSpPr>
          <p:cNvPr id="16" name="Title 1">
            <a:extLst>
              <a:ext uri="{FF2B5EF4-FFF2-40B4-BE49-F238E27FC236}">
                <a16:creationId xmlns:a16="http://schemas.microsoft.com/office/drawing/2014/main" id="{9C858A80-3045-093E-B563-A7492ACE92A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380047" y="2438400"/>
            <a:ext cx="11440477" cy="1371600"/>
          </a:xfrm>
        </p:spPr>
        <p:txBody>
          <a:bodyPr vert="horz" lIns="0" tIns="45720" rIns="0" bIns="45720" rtlCol="0" anchor="b">
            <a:noAutofit/>
          </a:bodyPr>
          <a:lstStyle>
            <a:lvl1pPr>
              <a:defRPr lang="en-GB" sz="4400" b="0" i="0" dirty="0">
                <a:solidFill>
                  <a:srgbClr val="F8F8F8"/>
                </a:solidFill>
                <a:latin typeface="+mj-lt"/>
                <a:cs typeface="Times New Roman" panose="02020603050405020304" pitchFamily="18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</a:p>
        </p:txBody>
      </p:sp>
      <p:sp>
        <p:nvSpPr>
          <p:cNvPr id="17" name="Subtitle 2">
            <a:extLst>
              <a:ext uri="{FF2B5EF4-FFF2-40B4-BE49-F238E27FC236}">
                <a16:creationId xmlns:a16="http://schemas.microsoft.com/office/drawing/2014/main" id="{CAE6CB7E-3B40-11A3-1BAD-6A73DF9D83C7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80047" y="3810000"/>
            <a:ext cx="11440477" cy="353943"/>
          </a:xfrm>
          <a:prstGeom prst="rect">
            <a:avLst/>
          </a:prstGeom>
        </p:spPr>
        <p:txBody>
          <a:bodyPr wrap="square" lIns="0" tIns="45720" rIns="0">
            <a:spAutoFit/>
          </a:bodyPr>
          <a:lstStyle>
            <a:lvl1pPr>
              <a:spcBef>
                <a:spcPts val="0"/>
              </a:spcBef>
              <a:spcAft>
                <a:spcPts val="0"/>
              </a:spcAft>
              <a:defRPr lang="en-GB" sz="2000" b="0" i="0" dirty="0">
                <a:solidFill>
                  <a:srgbClr val="F8F8F8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pPr lvl="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</a:pPr>
            <a:r>
              <a:rPr lang="en-US"/>
              <a:t>Click to edit Master subtitle style</a:t>
            </a:r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3FF38E4A-7B13-70A1-52C6-61A780336E87}"/>
              </a:ext>
            </a:extLst>
          </p:cNvPr>
          <p:cNvSpPr>
            <a:spLocks noGrp="1"/>
          </p:cNvSpPr>
          <p:nvPr>
            <p:ph type="dt" sz="half" idx="2"/>
          </p:nvPr>
        </p:nvSpPr>
        <p:spPr bwMode="gray">
          <a:xfrm>
            <a:off x="10898505" y="6563358"/>
            <a:ext cx="922020" cy="88901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 anchor="ctr">
            <a:noAutofit/>
          </a:bodyPr>
          <a:lstStyle>
            <a:lvl1pPr algn="r">
              <a:lnSpc>
                <a:spcPct val="100000"/>
              </a:lnSpc>
              <a:defRPr sz="1000"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A3B868D7-8467-2439-DEEF-BBA9DFE908B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 bwMode="gray">
          <a:xfrm>
            <a:off x="371475" y="6563358"/>
            <a:ext cx="4852035" cy="88901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defRPr sz="1000"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© 2023 NTT DATA, Inc. (Insert appropriate disclaimer if required)</a:t>
            </a:r>
          </a:p>
        </p:txBody>
      </p:sp>
      <p:sp>
        <p:nvSpPr>
          <p:cNvPr id="3" name="Info Box">
            <a:extLst>
              <a:ext uri="{FF2B5EF4-FFF2-40B4-BE49-F238E27FC236}">
                <a16:creationId xmlns:a16="http://schemas.microsoft.com/office/drawing/2014/main" id="{60ABE840-6E2F-413E-A4F2-D50BE7A3C8B3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9936479" y="333376"/>
            <a:ext cx="1884045" cy="395869"/>
          </a:xfrm>
          <a:prstGeom prst="rect">
            <a:avLst/>
          </a:prstGeom>
          <a:ln>
            <a:noFill/>
          </a:ln>
        </p:spPr>
        <p:txBody>
          <a:bodyPr wrap="square" lIns="36000" tIns="36000" rIns="36000" bIns="36000">
            <a:sp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chemeClr val="accent6">
                    <a:lumMod val="40000"/>
                    <a:lumOff val="60000"/>
                  </a:schemeClr>
                </a:solidFill>
              </a:defRPr>
            </a:lvl1pPr>
          </a:lstStyle>
          <a:p>
            <a:pPr lvl="0"/>
            <a:r>
              <a:rPr lang="en-US" noProof="0"/>
              <a:t>Information Type:</a:t>
            </a:r>
            <a:br>
              <a:rPr lang="en-US" noProof="0"/>
            </a:br>
            <a:r>
              <a:rPr lang="en-US" noProof="0"/>
              <a:t>Company:  </a:t>
            </a:r>
            <a:br>
              <a:rPr lang="en-US" noProof="0"/>
            </a:br>
            <a:r>
              <a:rPr lang="en-US" noProof="0"/>
              <a:t>Information Owner:</a:t>
            </a:r>
          </a:p>
        </p:txBody>
      </p:sp>
      <p:sp>
        <p:nvSpPr>
          <p:cNvPr id="11" name="NTT DATA Global Logo" descr="NTT DATA Global Logo">
            <a:extLst>
              <a:ext uri="{FF2B5EF4-FFF2-40B4-BE49-F238E27FC236}">
                <a16:creationId xmlns:a16="http://schemas.microsoft.com/office/drawing/2014/main" id="{A2A24C7A-90C2-A7EA-697B-7A559561F65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 bwMode="gray">
          <a:xfrm>
            <a:off x="371475" y="320040"/>
            <a:ext cx="1959724" cy="400077"/>
          </a:xfrm>
          <a:prstGeom prst="rect">
            <a:avLst/>
          </a:prstGeom>
          <a:blipFill dpi="0" rotWithShape="1">
            <a:blip r:embed="rId2"/>
            <a:srcRect/>
            <a:stretch>
              <a:fillRect/>
            </a:stretch>
          </a:blipFill>
        </p:spPr>
        <p:txBody>
          <a:bodyPr wrap="none" lIns="0" tIns="0" rIns="0" bIns="0"/>
          <a:lstStyle>
            <a:lvl1pPr>
              <a:defRPr sz="200">
                <a:solidFill>
                  <a:schemeClr val="accent2"/>
                </a:solidFill>
              </a:defRPr>
            </a:lvl1pPr>
            <a:lvl2pPr>
              <a:defRPr>
                <a:noFill/>
              </a:defRPr>
            </a:lvl2pPr>
            <a:lvl3pPr>
              <a:defRPr>
                <a:noFill/>
              </a:defRPr>
            </a:lvl3pPr>
            <a:lvl4pPr>
              <a:defRPr>
                <a:noFill/>
              </a:defRPr>
            </a:lvl4pPr>
            <a:lvl5pPr>
              <a:defRPr>
                <a:noFill/>
              </a:defRPr>
            </a:lvl5pPr>
          </a:lstStyle>
          <a:p>
            <a:pPr lvl="0"/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857912046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_Cover_Dark_Image Bottom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mart Navy SemiTrans Overlay">
            <a:extLst>
              <a:ext uri="{FF2B5EF4-FFF2-40B4-BE49-F238E27FC236}">
                <a16:creationId xmlns:a16="http://schemas.microsoft.com/office/drawing/2014/main" id="{814008A9-48D1-A825-2133-305473A22B10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0" y="3348318"/>
            <a:ext cx="12192000" cy="3509682"/>
          </a:xfrm>
          <a:prstGeom prst="rect">
            <a:avLst/>
          </a:prstGeom>
          <a:solidFill>
            <a:srgbClr val="050D24">
              <a:alpha val="57647"/>
            </a:srgbClr>
          </a:solidFill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 marL="0" indent="0">
              <a:buNone/>
              <a:defRPr>
                <a:noFill/>
              </a:defRPr>
            </a:lvl2pPr>
            <a:lvl3pPr marL="216000" indent="0">
              <a:buFont typeface="Arial" panose="020B0604020202020204" pitchFamily="34" charset="0"/>
              <a:buNone/>
              <a:defRPr>
                <a:noFill/>
              </a:defRPr>
            </a:lvl3pPr>
            <a:lvl4pPr>
              <a:defRPr>
                <a:noFill/>
              </a:defRPr>
            </a:lvl4pPr>
            <a:lvl5pPr>
              <a:defRPr>
                <a:noFill/>
              </a:defRPr>
            </a:lvl5pPr>
          </a:lstStyle>
          <a:p>
            <a:pPr lvl="2"/>
            <a:r>
              <a:rPr lang="en-US"/>
              <a:t> </a:t>
            </a:r>
          </a:p>
        </p:txBody>
      </p:sp>
      <p:sp>
        <p:nvSpPr>
          <p:cNvPr id="6" name="Picture Placeholder 4">
            <a:extLst>
              <a:ext uri="{FF2B5EF4-FFF2-40B4-BE49-F238E27FC236}">
                <a16:creationId xmlns:a16="http://schemas.microsoft.com/office/drawing/2014/main" id="{64ED725C-5701-90B3-92A2-BAE98517DD4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3348318"/>
            <a:ext cx="12192000" cy="3509682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</p:spPr>
        <p:txBody>
          <a:bodyPr lIns="0" tIns="0" rIns="0" bIns="0" anchor="ctr"/>
          <a:lstStyle>
            <a:lvl1pPr marL="0" indent="0" algn="ctr">
              <a:buFontTx/>
              <a:buNone/>
              <a:defRPr sz="2400">
                <a:solidFill>
                  <a:schemeClr val="tx2"/>
                </a:solidFill>
                <a:latin typeface="+mn-lt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Click to add image.</a:t>
            </a:r>
            <a:br>
              <a:rPr lang="en-US"/>
            </a:br>
            <a:r>
              <a:rPr lang="en-US"/>
              <a:t>Then Reorder: Send to back</a:t>
            </a:r>
          </a:p>
        </p:txBody>
      </p:sp>
      <p:sp>
        <p:nvSpPr>
          <p:cNvPr id="9" name="SubTitle">
            <a:extLst>
              <a:ext uri="{FF2B5EF4-FFF2-40B4-BE49-F238E27FC236}">
                <a16:creationId xmlns:a16="http://schemas.microsoft.com/office/drawing/2014/main" id="{F84AF061-2BD7-B395-13B3-8F8BF417226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71475" y="2096604"/>
            <a:ext cx="11449049" cy="609600"/>
          </a:xfrm>
          <a:prstGeom prst="rect">
            <a:avLst/>
          </a:prstGeom>
        </p:spPr>
        <p:txBody>
          <a:bodyPr lIns="0" rIns="0"/>
          <a:lstStyle>
            <a:lvl1pPr marL="0" indent="0">
              <a:lnSpc>
                <a:spcPct val="100000"/>
              </a:lnSpc>
              <a:spcAft>
                <a:spcPts val="0"/>
              </a:spcAft>
              <a:buFont typeface="Arial" panose="020B0604020202020204" pitchFamily="34" charset="0"/>
              <a:buNone/>
              <a:defRPr sz="2000">
                <a:solidFill>
                  <a:schemeClr val="bg1"/>
                </a:solidFill>
              </a:defRPr>
            </a:lvl1pPr>
            <a:lvl2pPr marL="457200" indent="0">
              <a:buFont typeface="Arial" panose="020B0604020202020204" pitchFamily="34" charset="0"/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Click to enter the subtitle text</a:t>
            </a:r>
          </a:p>
        </p:txBody>
      </p:sp>
      <p:sp>
        <p:nvSpPr>
          <p:cNvPr id="7" name="MainTitle">
            <a:extLst>
              <a:ext uri="{FF2B5EF4-FFF2-40B4-BE49-F238E27FC236}">
                <a16:creationId xmlns:a16="http://schemas.microsoft.com/office/drawing/2014/main" id="{6B8D68FD-3EFC-86B8-83A6-942558B1B30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1475" y="1412875"/>
            <a:ext cx="11449050" cy="651610"/>
          </a:xfrm>
        </p:spPr>
        <p:txBody>
          <a:bodyPr/>
          <a:lstStyle>
            <a:lvl1pPr>
              <a:defRPr sz="4400" b="0"/>
            </a:lvl1pPr>
          </a:lstStyle>
          <a:p>
            <a:r>
              <a:rPr lang="en-US"/>
              <a:t>Click to edit title</a:t>
            </a:r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C245BFAB-6256-BF35-C9F5-6D558800765A}"/>
              </a:ext>
            </a:extLst>
          </p:cNvPr>
          <p:cNvSpPr>
            <a:spLocks noGrp="1"/>
          </p:cNvSpPr>
          <p:nvPr>
            <p:ph type="dt" sz="half" idx="2"/>
          </p:nvPr>
        </p:nvSpPr>
        <p:spPr bwMode="gray">
          <a:xfrm>
            <a:off x="11031855" y="3147301"/>
            <a:ext cx="788669" cy="88901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 anchor="ctr">
            <a:noAutofit/>
          </a:bodyPr>
          <a:lstStyle>
            <a:lvl1pPr algn="r">
              <a:lnSpc>
                <a:spcPct val="100000"/>
              </a:lnSpc>
              <a:defRPr sz="1000"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F45B6080-7233-0809-75A8-E904530DE07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 bwMode="gray">
          <a:xfrm>
            <a:off x="371475" y="3147301"/>
            <a:ext cx="5716905" cy="88901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defRPr sz="1000"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© 2023 NTT DATA, Inc. (Insert appropriate disclaimer if required)</a:t>
            </a:r>
          </a:p>
        </p:txBody>
      </p:sp>
      <p:sp>
        <p:nvSpPr>
          <p:cNvPr id="5" name="Innovation Curve Over v02">
            <a:extLst>
              <a:ext uri="{FF2B5EF4-FFF2-40B4-BE49-F238E27FC236}">
                <a16:creationId xmlns:a16="http://schemas.microsoft.com/office/drawing/2014/main" id="{7A6AA644-177D-9E4C-8A3F-250C66632BB5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9067800" y="3733800"/>
            <a:ext cx="2752725" cy="2743200"/>
          </a:xfrm>
          <a:blipFill>
            <a:blip r:embed="rId2"/>
            <a:stretch>
              <a:fillRect/>
            </a:stretch>
          </a:blipFill>
        </p:spPr>
        <p:txBody>
          <a:bodyPr/>
          <a:lstStyle>
            <a:lvl1pPr>
              <a:defRPr sz="200"/>
            </a:lvl1pPr>
            <a:lvl2pPr>
              <a:defRPr sz="200"/>
            </a:lvl2pPr>
            <a:lvl3pPr>
              <a:defRPr sz="200"/>
            </a:lvl3pPr>
            <a:lvl4pPr>
              <a:defRPr sz="200"/>
            </a:lvl4pPr>
            <a:lvl5pPr>
              <a:defRPr sz="200"/>
            </a:lvl5pPr>
          </a:lstStyle>
          <a:p>
            <a:pPr lvl="0"/>
            <a:r>
              <a:rPr lang="de-DE"/>
              <a:t>.</a:t>
            </a:r>
          </a:p>
        </p:txBody>
      </p:sp>
      <p:sp>
        <p:nvSpPr>
          <p:cNvPr id="8" name="Info box">
            <a:extLst>
              <a:ext uri="{FF2B5EF4-FFF2-40B4-BE49-F238E27FC236}">
                <a16:creationId xmlns:a16="http://schemas.microsoft.com/office/drawing/2014/main" id="{56B3E0DC-CFF6-D134-CAF5-A5425EB6CB85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9936479" y="333376"/>
            <a:ext cx="1884045" cy="395869"/>
          </a:xfrm>
          <a:prstGeom prst="rect">
            <a:avLst/>
          </a:prstGeom>
          <a:ln>
            <a:noFill/>
          </a:ln>
        </p:spPr>
        <p:txBody>
          <a:bodyPr wrap="square" lIns="36000" tIns="36000" rIns="36000" bIns="36000">
            <a:sp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chemeClr val="accent6">
                    <a:lumMod val="40000"/>
                    <a:lumOff val="60000"/>
                  </a:schemeClr>
                </a:solidFill>
              </a:defRPr>
            </a:lvl1pPr>
          </a:lstStyle>
          <a:p>
            <a:pPr lvl="0"/>
            <a:r>
              <a:rPr lang="en-US" noProof="0"/>
              <a:t>Information Type:</a:t>
            </a:r>
            <a:br>
              <a:rPr lang="en-US" noProof="0"/>
            </a:br>
            <a:r>
              <a:rPr lang="en-US" noProof="0"/>
              <a:t>Company:  </a:t>
            </a:r>
            <a:br>
              <a:rPr lang="en-US" noProof="0"/>
            </a:br>
            <a:r>
              <a:rPr lang="en-US" noProof="0"/>
              <a:t>Information Owner:</a:t>
            </a:r>
          </a:p>
        </p:txBody>
      </p:sp>
      <p:sp>
        <p:nvSpPr>
          <p:cNvPr id="14" name="NTT DATA Global Logo" descr="NTT DATA Global Logo">
            <a:extLst>
              <a:ext uri="{FF2B5EF4-FFF2-40B4-BE49-F238E27FC236}">
                <a16:creationId xmlns:a16="http://schemas.microsoft.com/office/drawing/2014/main" id="{94BFDE7A-6BFD-69BD-47EF-32959BB9484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 bwMode="black">
          <a:xfrm>
            <a:off x="371475" y="320040"/>
            <a:ext cx="1959724" cy="400077"/>
          </a:xfrm>
          <a:prstGeom prst="rect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txBody>
          <a:bodyPr wrap="none" lIns="0" tIns="0" rIns="0" bIns="0"/>
          <a:lstStyle>
            <a:lvl1pPr>
              <a:defRPr sz="200">
                <a:solidFill>
                  <a:schemeClr val="accent2"/>
                </a:solidFill>
              </a:defRPr>
            </a:lvl1pPr>
            <a:lvl2pPr>
              <a:defRPr>
                <a:noFill/>
              </a:defRPr>
            </a:lvl2pPr>
            <a:lvl3pPr>
              <a:defRPr>
                <a:noFill/>
              </a:defRPr>
            </a:lvl3pPr>
            <a:lvl4pPr>
              <a:defRPr>
                <a:noFill/>
              </a:defRPr>
            </a:lvl4pPr>
            <a:lvl5pPr>
              <a:defRPr>
                <a:noFill/>
              </a:defRPr>
            </a:lvl5pPr>
          </a:lstStyle>
          <a:p>
            <a:pPr lvl="0"/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441562864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60C3BB7C-B4A7-41A4-8C5A-903570B6070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/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A9C53063-1F58-BE27-2E94-7E00DE77261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 bwMode="gray">
          <a:xfrm>
            <a:off x="371475" y="6563358"/>
            <a:ext cx="4852035" cy="88901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defRPr sz="800"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© 2023 NTT DATA, Inc. (Insert appropriate disclaimer if required)</a:t>
            </a:r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AF1EE05E-1EF3-FA88-09CC-87DB6B58184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 bwMode="gray">
          <a:xfrm>
            <a:off x="5943600" y="6563358"/>
            <a:ext cx="304800" cy="88901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 anchor="ctr">
            <a:noAutofit/>
          </a:bodyPr>
          <a:lstStyle>
            <a:lvl1pPr algn="ctr">
              <a:lnSpc>
                <a:spcPct val="100000"/>
              </a:lnSpc>
              <a:defRPr sz="800">
                <a:solidFill>
                  <a:schemeClr val="bg1"/>
                </a:solidFill>
              </a:defRPr>
            </a:lvl1pPr>
          </a:lstStyle>
          <a:p>
            <a:fld id="{13CE6DAF-806F-404B-BC68-339BFCB57E5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5255838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_Title and 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E855BA-9D9E-490E-B438-6BCC818F8EF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/>
        <p:txBody>
          <a:bodyPr vert="horz"/>
          <a:lstStyle/>
          <a:p>
            <a:r>
              <a:rPr lang="en-US" noProof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82B3CA-EBF0-4324-BDE2-B14D144F1B71}"/>
              </a:ext>
            </a:extLst>
          </p:cNvPr>
          <p:cNvSpPr>
            <a:spLocks noGrp="1"/>
          </p:cNvSpPr>
          <p:nvPr>
            <p:ph idx="1" hasCustomPrompt="1"/>
          </p:nvPr>
        </p:nvSpPr>
        <p:spPr bwMode="gray">
          <a:xfrm>
            <a:off x="371475" y="1412875"/>
            <a:ext cx="11449050" cy="4824413"/>
          </a:xfrm>
          <a:prstGeom prst="rect">
            <a:avLst/>
          </a:prstGeom>
        </p:spPr>
        <p:txBody>
          <a:bodyPr/>
          <a:lstStyle>
            <a:lvl5pPr>
              <a:defRPr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B4CF512-82E1-2689-F640-DDFFDD4CD97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 bwMode="gray">
          <a:xfrm>
            <a:off x="371475" y="6563358"/>
            <a:ext cx="4852035" cy="88901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defRPr sz="800"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© 2023 NTT DATA, Inc. (Insert appropriate disclaimer if required)</a:t>
            </a:r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C19ED1C7-0FF1-008B-4E0C-83259A7B61F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 bwMode="gray">
          <a:xfrm>
            <a:off x="5943600" y="6563358"/>
            <a:ext cx="304800" cy="88901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 anchor="ctr">
            <a:noAutofit/>
          </a:bodyPr>
          <a:lstStyle>
            <a:lvl1pPr algn="ctr">
              <a:lnSpc>
                <a:spcPct val="100000"/>
              </a:lnSpc>
              <a:defRPr sz="800">
                <a:solidFill>
                  <a:schemeClr val="bg1"/>
                </a:solidFill>
              </a:defRPr>
            </a:lvl1pPr>
          </a:lstStyle>
          <a:p>
            <a:fld id="{13CE6DAF-806F-404B-BC68-339BFCB57E5C}" type="slidenum">
              <a:rPr lang="en-US" noProof="0" smtClean="0"/>
              <a:pPr/>
              <a:t>‹#›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3167391761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_Title and Two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E855BA-9D9E-490E-B438-6BCC818F8EF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/>
        <p:txBody>
          <a:bodyPr vert="horz"/>
          <a:lstStyle/>
          <a:p>
            <a:r>
              <a:rPr lang="en-US" noProof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82B3CA-EBF0-4324-BDE2-B14D144F1B71}"/>
              </a:ext>
            </a:extLst>
          </p:cNvPr>
          <p:cNvSpPr>
            <a:spLocks noGrp="1"/>
          </p:cNvSpPr>
          <p:nvPr>
            <p:ph idx="1" hasCustomPrompt="1"/>
          </p:nvPr>
        </p:nvSpPr>
        <p:spPr bwMode="gray">
          <a:xfrm>
            <a:off x="371475" y="1412875"/>
            <a:ext cx="5507850" cy="4824413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29A13345-D8EA-438A-8BA9-E88672B7CBE9}"/>
              </a:ext>
            </a:extLst>
          </p:cNvPr>
          <p:cNvSpPr>
            <a:spLocks noGrp="1"/>
          </p:cNvSpPr>
          <p:nvPr>
            <p:ph idx="13" hasCustomPrompt="1"/>
          </p:nvPr>
        </p:nvSpPr>
        <p:spPr bwMode="gray">
          <a:xfrm>
            <a:off x="6311325" y="1412875"/>
            <a:ext cx="5507850" cy="4824413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AFAE869D-BCA2-8F0B-47CA-6CBB5796213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 bwMode="gray">
          <a:xfrm>
            <a:off x="371475" y="6563358"/>
            <a:ext cx="4852035" cy="88901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defRPr sz="800"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© 2023 NTT DATA, Inc. (Insert appropriate disclaimer if required)</a:t>
            </a:r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C28F0063-4C19-496F-6F87-6795DABB8C1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 bwMode="gray">
          <a:xfrm>
            <a:off x="5943600" y="6563358"/>
            <a:ext cx="304800" cy="88901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 anchor="ctr">
            <a:noAutofit/>
          </a:bodyPr>
          <a:lstStyle>
            <a:lvl1pPr algn="ctr">
              <a:lnSpc>
                <a:spcPct val="100000"/>
              </a:lnSpc>
              <a:defRPr sz="800">
                <a:solidFill>
                  <a:schemeClr val="bg1"/>
                </a:solidFill>
              </a:defRPr>
            </a:lvl1pPr>
          </a:lstStyle>
          <a:p>
            <a:fld id="{13CE6DAF-806F-404B-BC68-339BFCB57E5C}" type="slidenum">
              <a:rPr lang="en-US" noProof="0" smtClean="0"/>
              <a:pPr/>
              <a:t>‹#›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1982246398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_Title and Three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E855BA-9D9E-490E-B438-6BCC818F8EF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371475" y="333375"/>
            <a:ext cx="11449050" cy="792000"/>
          </a:xfr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82B3CA-EBF0-4324-BDE2-B14D144F1B71}"/>
              </a:ext>
            </a:extLst>
          </p:cNvPr>
          <p:cNvSpPr>
            <a:spLocks noGrp="1"/>
          </p:cNvSpPr>
          <p:nvPr>
            <p:ph idx="1" hasCustomPrompt="1"/>
          </p:nvPr>
        </p:nvSpPr>
        <p:spPr bwMode="gray">
          <a:xfrm>
            <a:off x="371475" y="1412875"/>
            <a:ext cx="3657600" cy="4824413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AFAE869D-BCA2-8F0B-47CA-6CBB5796213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 bwMode="gray">
          <a:xfrm>
            <a:off x="371475" y="6563358"/>
            <a:ext cx="4852035" cy="88901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defRPr sz="800"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© 2023 NTT DATA, Inc. (Insert appropriate disclaimer if required)</a:t>
            </a:r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C28F0063-4C19-496F-6F87-6795DABB8C1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 bwMode="gray">
          <a:xfrm>
            <a:off x="5943600" y="6563358"/>
            <a:ext cx="304800" cy="88901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 anchor="ctr">
            <a:noAutofit/>
          </a:bodyPr>
          <a:lstStyle>
            <a:lvl1pPr algn="ctr">
              <a:lnSpc>
                <a:spcPct val="100000"/>
              </a:lnSpc>
              <a:defRPr sz="800">
                <a:solidFill>
                  <a:schemeClr val="bg1"/>
                </a:solidFill>
              </a:defRPr>
            </a:lvl1pPr>
          </a:lstStyle>
          <a:p>
            <a:fld id="{13CE6DAF-806F-404B-BC68-339BFCB57E5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326BC249-E151-BB39-D3D5-813D011EC4DE}"/>
              </a:ext>
            </a:extLst>
          </p:cNvPr>
          <p:cNvSpPr>
            <a:spLocks noGrp="1"/>
          </p:cNvSpPr>
          <p:nvPr>
            <p:ph idx="24" hasCustomPrompt="1"/>
          </p:nvPr>
        </p:nvSpPr>
        <p:spPr bwMode="gray">
          <a:xfrm>
            <a:off x="4267200" y="1412875"/>
            <a:ext cx="3657600" cy="4824413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CAB7751F-4652-AD3B-A81E-E9DD7E8ECF31}"/>
              </a:ext>
            </a:extLst>
          </p:cNvPr>
          <p:cNvSpPr>
            <a:spLocks noGrp="1"/>
          </p:cNvSpPr>
          <p:nvPr>
            <p:ph idx="25" hasCustomPrompt="1"/>
          </p:nvPr>
        </p:nvSpPr>
        <p:spPr bwMode="gray">
          <a:xfrm>
            <a:off x="8162925" y="1412875"/>
            <a:ext cx="3657600" cy="4824413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714507865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_Title Subtitle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E855BA-9D9E-490E-B438-6BCC818F8EF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371475" y="333375"/>
            <a:ext cx="11449050" cy="332399"/>
          </a:xfrm>
        </p:spPr>
        <p:txBody>
          <a:bodyPr vert="horz">
            <a:sp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82B3CA-EBF0-4324-BDE2-B14D144F1B71}"/>
              </a:ext>
            </a:extLst>
          </p:cNvPr>
          <p:cNvSpPr>
            <a:spLocks noGrp="1"/>
          </p:cNvSpPr>
          <p:nvPr>
            <p:ph idx="1" hasCustomPrompt="1"/>
          </p:nvPr>
        </p:nvSpPr>
        <p:spPr bwMode="gray">
          <a:xfrm>
            <a:off x="371474" y="1412875"/>
            <a:ext cx="11449049" cy="4824413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AFAE869D-BCA2-8F0B-47CA-6CBB5796213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 bwMode="gray">
          <a:xfrm>
            <a:off x="371475" y="6563358"/>
            <a:ext cx="4852035" cy="88901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defRPr sz="800"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© 2023 NTT DATA, Inc. (Insert appropriate disclaimer if required)</a:t>
            </a:r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C28F0063-4C19-496F-6F87-6795DABB8C1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 bwMode="gray">
          <a:xfrm>
            <a:off x="5943600" y="6563358"/>
            <a:ext cx="304800" cy="88901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 anchor="ctr">
            <a:noAutofit/>
          </a:bodyPr>
          <a:lstStyle>
            <a:lvl1pPr algn="ctr">
              <a:lnSpc>
                <a:spcPct val="100000"/>
              </a:lnSpc>
              <a:defRPr sz="800">
                <a:solidFill>
                  <a:schemeClr val="bg1"/>
                </a:solidFill>
              </a:defRPr>
            </a:lvl1pPr>
          </a:lstStyle>
          <a:p>
            <a:fld id="{13CE6DAF-806F-404B-BC68-339BFCB57E5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Text Placeholder 6">
            <a:extLst>
              <a:ext uri="{FF2B5EF4-FFF2-40B4-BE49-F238E27FC236}">
                <a16:creationId xmlns:a16="http://schemas.microsoft.com/office/drawing/2014/main" id="{9E5DDFBC-BBD8-FCF3-FDD5-BDAF7615B10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371475" y="728663"/>
            <a:ext cx="11449050" cy="288000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defRPr sz="1800">
                <a:solidFill>
                  <a:schemeClr val="bg2"/>
                </a:solidFill>
              </a:defRPr>
            </a:lvl1pPr>
            <a:lvl2pPr>
              <a:defRPr sz="20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680108849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_Blank_Dark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00651398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_Blank_Dark with foot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BB093E97-7B76-EAE6-8B05-F60EEDCE94B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 bwMode="gray">
          <a:xfrm>
            <a:off x="371475" y="6563358"/>
            <a:ext cx="4852035" cy="88901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defRPr sz="800"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© 2023 NTT DATA, Inc. (Insert appropriate disclaimer if required)</a:t>
            </a:r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DC15EF50-5A96-90F8-F18A-9D8143A4FF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 bwMode="gray">
          <a:xfrm>
            <a:off x="5943600" y="6563358"/>
            <a:ext cx="304800" cy="88901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 anchor="ctr">
            <a:noAutofit/>
          </a:bodyPr>
          <a:lstStyle>
            <a:lvl1pPr algn="ctr">
              <a:lnSpc>
                <a:spcPct val="100000"/>
              </a:lnSpc>
              <a:defRPr sz="800">
                <a:solidFill>
                  <a:schemeClr val="bg1"/>
                </a:solidFill>
              </a:defRPr>
            </a:lvl1pPr>
          </a:lstStyle>
          <a:p>
            <a:fld id="{13CE6DAF-806F-404B-BC68-339BFCB57E5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8397322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_Picture Full 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CCAE21C-42ED-4CFD-A1E1-FE234323EC4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0" y="5194300"/>
            <a:ext cx="12192000" cy="1663700"/>
          </a:xfrm>
          <a:prstGeom prst="rect">
            <a:avLst/>
          </a:prstGeom>
          <a:gradFill>
            <a:gsLst>
              <a:gs pos="0">
                <a:schemeClr val="accent1"/>
              </a:gs>
              <a:gs pos="80000">
                <a:schemeClr val="accent1"/>
              </a:gs>
            </a:gsLst>
            <a:lin ang="16200000" scaled="1"/>
          </a:gradFill>
        </p:spPr>
        <p:txBody>
          <a:bodyPr vert="horz" wrap="square" lIns="0" tIns="0" rIns="0" bIns="0" rtlCol="0">
            <a:noAutofit/>
          </a:bodyPr>
          <a:lstStyle>
            <a:lvl1pPr>
              <a:defRPr lang="en-US" sz="100" dirty="0"/>
            </a:lvl1pPr>
          </a:lstStyle>
          <a:p>
            <a:pPr lvl="0"/>
            <a:r>
              <a:rPr lang="en-US"/>
              <a:t>.</a:t>
            </a:r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40077599-73C2-4B77-944D-C34B64F408E3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0" y="0"/>
            <a:ext cx="12192000" cy="6858000"/>
          </a:xfrm>
          <a:prstGeom prst="rect">
            <a:avLst/>
          </a:prstGeom>
          <a:noFill/>
        </p:spPr>
        <p:txBody>
          <a:bodyPr anchor="ctr" anchorCtr="0"/>
          <a:lstStyle>
            <a:lvl1pPr algn="ctr">
              <a:defRPr sz="20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add picture</a:t>
            </a:r>
          </a:p>
        </p:txBody>
      </p:sp>
      <p:sp>
        <p:nvSpPr>
          <p:cNvPr id="13" name="Footer Placeholder 4">
            <a:extLst>
              <a:ext uri="{FF2B5EF4-FFF2-40B4-BE49-F238E27FC236}">
                <a16:creationId xmlns:a16="http://schemas.microsoft.com/office/drawing/2014/main" id="{55F7F56A-370B-17D8-1574-70407654126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 bwMode="gray">
          <a:xfrm>
            <a:off x="371475" y="6563358"/>
            <a:ext cx="4852035" cy="88901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defRPr sz="800"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© 2023 NTT DATA, Inc. (Insert appropriate disclaimer if required)</a:t>
            </a: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7E04D86C-67F3-2898-A9B9-7C78B586F2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 bwMode="gray">
          <a:xfrm>
            <a:off x="5943600" y="6563358"/>
            <a:ext cx="304800" cy="88901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 anchor="ctr">
            <a:noAutofit/>
          </a:bodyPr>
          <a:lstStyle>
            <a:lvl1pPr algn="ctr">
              <a:lnSpc>
                <a:spcPct val="100000"/>
              </a:lnSpc>
              <a:defRPr sz="800">
                <a:solidFill>
                  <a:schemeClr val="bg1"/>
                </a:solidFill>
              </a:defRPr>
            </a:lvl1pPr>
          </a:lstStyle>
          <a:p>
            <a:fld id="{13CE6DAF-806F-404B-BC68-339BFCB57E5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8473574-5E40-4F4B-82BD-ECFABA52E2E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/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NTT DATA Global Logo" descr="NTT DATA Global Logo">
            <a:extLst>
              <a:ext uri="{FF2B5EF4-FFF2-40B4-BE49-F238E27FC236}">
                <a16:creationId xmlns:a16="http://schemas.microsoft.com/office/drawing/2014/main" id="{5AC7748B-57B0-6A46-ED50-8FBD40E607A6}"/>
              </a:ext>
            </a:extLst>
          </p:cNvPr>
          <p:cNvSpPr txBox="1">
            <a:spLocks noChangeAspect="1"/>
          </p:cNvSpPr>
          <p:nvPr userDrawn="1"/>
        </p:nvSpPr>
        <p:spPr bwMode="gray">
          <a:xfrm>
            <a:off x="10531725" y="6449437"/>
            <a:ext cx="1288800" cy="263108"/>
          </a:xfrm>
          <a:prstGeom prst="rect">
            <a:avLst/>
          </a:prstGeom>
          <a:blipFill dpi="0" rotWithShape="1">
            <a:blip r:embed="rId2"/>
            <a:srcRect/>
            <a:stretch>
              <a:fillRect/>
            </a:stretch>
          </a:blipFill>
        </p:spPr>
        <p:txBody>
          <a:bodyPr wrap="none" lIns="0" tIns="0" rIns="0" bIns="0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Tx/>
              <a:buNone/>
              <a:defRPr lang="en-US" sz="200" kern="1200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1pPr>
            <a:lvl2pPr marL="285750" indent="-28575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bg1"/>
              </a:buClr>
              <a:buFont typeface="Arial" panose="020B0604020202020204" pitchFamily="34" charset="0"/>
              <a:buChar char="•"/>
              <a:defRPr lang="en-US" sz="1800" kern="1200">
                <a:noFill/>
                <a:latin typeface="+mn-lt"/>
                <a:ea typeface="+mn-ea"/>
                <a:cs typeface="+mn-cs"/>
              </a:defRPr>
            </a:lvl2pPr>
            <a:lvl3pPr marL="536575" indent="-268288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bg1"/>
              </a:buClr>
              <a:buFont typeface="Arial" panose="020B0604020202020204" pitchFamily="34" charset="0"/>
              <a:buChar char="»"/>
              <a:defRPr lang="en-US" sz="1600" kern="1200">
                <a:noFill/>
                <a:latin typeface="+mn-lt"/>
                <a:ea typeface="+mn-ea"/>
                <a:cs typeface="+mn-cs"/>
              </a:defRPr>
            </a:lvl3pPr>
            <a:lvl4pPr marL="804863" indent="-268288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bg1"/>
              </a:buClr>
              <a:buFont typeface="Arial" panose="020B0604020202020204" pitchFamily="34" charset="0"/>
              <a:buChar char="•"/>
              <a:defRPr lang="en-US" sz="1600" kern="1200">
                <a:noFill/>
                <a:latin typeface="+mn-lt"/>
                <a:ea typeface="+mn-ea"/>
                <a:cs typeface="+mn-cs"/>
              </a:defRPr>
            </a:lvl4pPr>
            <a:lvl5pPr marL="1077913" indent="-27305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bg1"/>
              </a:buClr>
              <a:buFont typeface="Arial" panose="020B0604020202020204" pitchFamily="34" charset="0"/>
              <a:buChar char="»"/>
              <a:defRPr lang="en-US" sz="1600" kern="1200">
                <a:noFill/>
                <a:latin typeface="+mn-lt"/>
                <a:ea typeface="+mn-ea"/>
                <a:cs typeface="+mn-cs"/>
              </a:defRPr>
            </a:lvl5pPr>
            <a:lvl6pPr marL="864000" indent="-216000" algn="l" defTabSz="914400" rtl="0" eaLnBrk="1" latinLnBrk="0" hangingPunct="1">
              <a:lnSpc>
                <a:spcPct val="90000"/>
              </a:lnSpc>
              <a:spcBef>
                <a:spcPts val="600"/>
              </a:spcBef>
              <a:buFont typeface="Roboto" panose="02000000000000000000" pitchFamily="2" charset="0"/>
              <a:buChar char="–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864000" indent="-216000" algn="l" defTabSz="914400" rtl="0" eaLnBrk="1" latinLnBrk="0" hangingPunct="1">
              <a:lnSpc>
                <a:spcPct val="90000"/>
              </a:lnSpc>
              <a:spcBef>
                <a:spcPts val="600"/>
              </a:spcBef>
              <a:buFont typeface="Roboto" panose="02000000000000000000" pitchFamily="2" charset="0"/>
              <a:buChar char="–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864000" indent="-216000" algn="l" defTabSz="914400" rtl="0" eaLnBrk="1" latinLnBrk="0" hangingPunct="1">
              <a:lnSpc>
                <a:spcPct val="90000"/>
              </a:lnSpc>
              <a:spcBef>
                <a:spcPts val="600"/>
              </a:spcBef>
              <a:buFont typeface="Roboto" panose="02000000000000000000" pitchFamily="2" charset="0"/>
              <a:buChar char="–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864000" indent="-216000" algn="l" defTabSz="914400" rtl="0" eaLnBrk="1" latinLnBrk="0" hangingPunct="1">
              <a:lnSpc>
                <a:spcPct val="90000"/>
              </a:lnSpc>
              <a:spcBef>
                <a:spcPts val="600"/>
              </a:spcBef>
              <a:buFont typeface="Roboto" panose="02000000000000000000" pitchFamily="2" charset="0"/>
              <a:buChar char="–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DE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215400030"/>
      </p:ext>
    </p:extLst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_Picture Right 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icture Placeholder 4">
            <a:extLst>
              <a:ext uri="{FF2B5EF4-FFF2-40B4-BE49-F238E27FC236}">
                <a16:creationId xmlns:a16="http://schemas.microsoft.com/office/drawing/2014/main" id="{318A9578-38C1-F618-D2D6-E94DBB278B98}"/>
              </a:ext>
            </a:extLst>
          </p:cNvPr>
          <p:cNvSpPr>
            <a:spLocks noGrp="1"/>
          </p:cNvSpPr>
          <p:nvPr>
            <p:ph type="pic" sz="quarter" idx="28" hasCustomPrompt="1"/>
          </p:nvPr>
        </p:nvSpPr>
        <p:spPr>
          <a:xfrm>
            <a:off x="8153400" y="0"/>
            <a:ext cx="4038600" cy="6858000"/>
          </a:xfrm>
          <a:prstGeom prst="rect">
            <a:avLst/>
          </a:prstGeom>
          <a:solidFill>
            <a:schemeClr val="accent6"/>
          </a:solidFill>
        </p:spPr>
        <p:txBody>
          <a:bodyPr tIns="2743200"/>
          <a:lstStyle>
            <a:lvl1pPr marL="0" indent="0" algn="ctr">
              <a:buNone/>
              <a:defRPr sz="20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add picture</a:t>
            </a:r>
          </a:p>
        </p:txBody>
      </p:sp>
      <p:sp>
        <p:nvSpPr>
          <p:cNvPr id="14" name="Text Placeholder 5">
            <a:extLst>
              <a:ext uri="{FF2B5EF4-FFF2-40B4-BE49-F238E27FC236}">
                <a16:creationId xmlns:a16="http://schemas.microsoft.com/office/drawing/2014/main" id="{B6E0CB35-CBF9-AFA5-830C-F4D86F088977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 bwMode="gray">
          <a:xfrm>
            <a:off x="8153400" y="5202000"/>
            <a:ext cx="4038600" cy="1656000"/>
          </a:xfrm>
          <a:prstGeom prst="rect">
            <a:avLst/>
          </a:prstGeom>
          <a:gradFill>
            <a:gsLst>
              <a:gs pos="0">
                <a:schemeClr val="accent1"/>
              </a:gs>
              <a:gs pos="80000">
                <a:schemeClr val="accent1">
                  <a:alpha val="0"/>
                </a:schemeClr>
              </a:gs>
            </a:gsLst>
            <a:lin ang="16200000" scaled="1"/>
          </a:gradFill>
        </p:spPr>
        <p:txBody>
          <a:bodyPr vert="horz" wrap="square" lIns="0" tIns="0" rIns="0" bIns="0" rtlCol="0">
            <a:noAutofit/>
          </a:bodyPr>
          <a:lstStyle>
            <a:lvl1pPr>
              <a:defRPr lang="en-US" sz="100" dirty="0"/>
            </a:lvl1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07792201-616E-4C9D-B2C5-4900CE58E94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/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CE3B8E11-1E99-8E14-7DC2-2A5585E8FA2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 bwMode="gray">
          <a:xfrm>
            <a:off x="371475" y="6563358"/>
            <a:ext cx="4852035" cy="88901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defRPr sz="800"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© 2023 NTT DATA, Inc. (Insert appropriate disclaimer if required)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C894E80A-235B-AC62-CD2D-E4D54353CE6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 bwMode="gray">
          <a:xfrm>
            <a:off x="5943600" y="6563358"/>
            <a:ext cx="304800" cy="88901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 anchor="ctr">
            <a:noAutofit/>
          </a:bodyPr>
          <a:lstStyle>
            <a:lvl1pPr algn="ctr">
              <a:lnSpc>
                <a:spcPct val="100000"/>
              </a:lnSpc>
              <a:defRPr sz="800">
                <a:solidFill>
                  <a:schemeClr val="bg1"/>
                </a:solidFill>
              </a:defRPr>
            </a:lvl1pPr>
          </a:lstStyle>
          <a:p>
            <a:fld id="{13CE6DAF-806F-404B-BC68-339BFCB57E5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NTT DATA Global Logo" descr="NTT DATA Global Logo">
            <a:extLst>
              <a:ext uri="{FF2B5EF4-FFF2-40B4-BE49-F238E27FC236}">
                <a16:creationId xmlns:a16="http://schemas.microsoft.com/office/drawing/2014/main" id="{E3C760B8-DB89-2960-48EE-7551EFCFDEA7}"/>
              </a:ext>
            </a:extLst>
          </p:cNvPr>
          <p:cNvSpPr txBox="1">
            <a:spLocks noChangeAspect="1"/>
          </p:cNvSpPr>
          <p:nvPr userDrawn="1"/>
        </p:nvSpPr>
        <p:spPr bwMode="gray">
          <a:xfrm>
            <a:off x="10531725" y="6449437"/>
            <a:ext cx="1288800" cy="263108"/>
          </a:xfrm>
          <a:prstGeom prst="rect">
            <a:avLst/>
          </a:prstGeom>
          <a:blipFill dpi="0" rotWithShape="1">
            <a:blip r:embed="rId2"/>
            <a:srcRect/>
            <a:stretch>
              <a:fillRect/>
            </a:stretch>
          </a:blipFill>
        </p:spPr>
        <p:txBody>
          <a:bodyPr wrap="none" lIns="0" tIns="0" rIns="0" bIns="0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Tx/>
              <a:buNone/>
              <a:defRPr lang="en-US" sz="200" kern="1200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1pPr>
            <a:lvl2pPr marL="285750" indent="-28575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bg1"/>
              </a:buClr>
              <a:buFont typeface="Arial" panose="020B0604020202020204" pitchFamily="34" charset="0"/>
              <a:buChar char="•"/>
              <a:defRPr lang="en-US" sz="1800" kern="1200">
                <a:noFill/>
                <a:latin typeface="+mn-lt"/>
                <a:ea typeface="+mn-ea"/>
                <a:cs typeface="+mn-cs"/>
              </a:defRPr>
            </a:lvl2pPr>
            <a:lvl3pPr marL="536575" indent="-268288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bg1"/>
              </a:buClr>
              <a:buFont typeface="Arial" panose="020B0604020202020204" pitchFamily="34" charset="0"/>
              <a:buChar char="»"/>
              <a:defRPr lang="en-US" sz="1600" kern="1200">
                <a:noFill/>
                <a:latin typeface="+mn-lt"/>
                <a:ea typeface="+mn-ea"/>
                <a:cs typeface="+mn-cs"/>
              </a:defRPr>
            </a:lvl3pPr>
            <a:lvl4pPr marL="804863" indent="-268288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bg1"/>
              </a:buClr>
              <a:buFont typeface="Arial" panose="020B0604020202020204" pitchFamily="34" charset="0"/>
              <a:buChar char="•"/>
              <a:defRPr lang="en-US" sz="1600" kern="1200">
                <a:noFill/>
                <a:latin typeface="+mn-lt"/>
                <a:ea typeface="+mn-ea"/>
                <a:cs typeface="+mn-cs"/>
              </a:defRPr>
            </a:lvl4pPr>
            <a:lvl5pPr marL="1077913" indent="-27305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bg1"/>
              </a:buClr>
              <a:buFont typeface="Arial" panose="020B0604020202020204" pitchFamily="34" charset="0"/>
              <a:buChar char="»"/>
              <a:defRPr lang="en-US" sz="1600" kern="1200">
                <a:noFill/>
                <a:latin typeface="+mn-lt"/>
                <a:ea typeface="+mn-ea"/>
                <a:cs typeface="+mn-cs"/>
              </a:defRPr>
            </a:lvl5pPr>
            <a:lvl6pPr marL="864000" indent="-216000" algn="l" defTabSz="914400" rtl="0" eaLnBrk="1" latinLnBrk="0" hangingPunct="1">
              <a:lnSpc>
                <a:spcPct val="90000"/>
              </a:lnSpc>
              <a:spcBef>
                <a:spcPts val="600"/>
              </a:spcBef>
              <a:buFont typeface="Roboto" panose="02000000000000000000" pitchFamily="2" charset="0"/>
              <a:buChar char="–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864000" indent="-216000" algn="l" defTabSz="914400" rtl="0" eaLnBrk="1" latinLnBrk="0" hangingPunct="1">
              <a:lnSpc>
                <a:spcPct val="90000"/>
              </a:lnSpc>
              <a:spcBef>
                <a:spcPts val="600"/>
              </a:spcBef>
              <a:buFont typeface="Roboto" panose="02000000000000000000" pitchFamily="2" charset="0"/>
              <a:buChar char="–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864000" indent="-216000" algn="l" defTabSz="914400" rtl="0" eaLnBrk="1" latinLnBrk="0" hangingPunct="1">
              <a:lnSpc>
                <a:spcPct val="90000"/>
              </a:lnSpc>
              <a:spcBef>
                <a:spcPts val="600"/>
              </a:spcBef>
              <a:buFont typeface="Roboto" panose="02000000000000000000" pitchFamily="2" charset="0"/>
              <a:buChar char="–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864000" indent="-216000" algn="l" defTabSz="914400" rtl="0" eaLnBrk="1" latinLnBrk="0" hangingPunct="1">
              <a:lnSpc>
                <a:spcPct val="90000"/>
              </a:lnSpc>
              <a:spcBef>
                <a:spcPts val="600"/>
              </a:spcBef>
              <a:buFont typeface="Roboto" panose="02000000000000000000" pitchFamily="2" charset="0"/>
              <a:buChar char="–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DE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067720592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_Picture Left 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4">
            <a:extLst>
              <a:ext uri="{FF2B5EF4-FFF2-40B4-BE49-F238E27FC236}">
                <a16:creationId xmlns:a16="http://schemas.microsoft.com/office/drawing/2014/main" id="{7F7A191D-6071-E779-7F2E-34886D0882B7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0" y="0"/>
            <a:ext cx="4038600" cy="6858000"/>
          </a:xfrm>
          <a:prstGeom prst="rect">
            <a:avLst/>
          </a:prstGeom>
          <a:solidFill>
            <a:schemeClr val="accent6"/>
          </a:solidFill>
        </p:spPr>
        <p:txBody>
          <a:bodyPr tIns="2743200"/>
          <a:lstStyle>
            <a:lvl1pPr marL="0" indent="0" algn="ctr">
              <a:buNone/>
              <a:defRPr sz="20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add picture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07792201-616E-4C9D-B2C5-4900CE58E94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4586909" y="333375"/>
            <a:ext cx="6829493" cy="792000"/>
          </a:xfr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C894E80A-235B-AC62-CD2D-E4D54353CE6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 bwMode="gray">
          <a:xfrm>
            <a:off x="7777162" y="6563358"/>
            <a:ext cx="304800" cy="88901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 anchor="ctr">
            <a:noAutofit/>
          </a:bodyPr>
          <a:lstStyle>
            <a:lvl1pPr algn="ctr">
              <a:lnSpc>
                <a:spcPct val="100000"/>
              </a:lnSpc>
              <a:defRPr sz="800">
                <a:solidFill>
                  <a:schemeClr val="bg1"/>
                </a:solidFill>
              </a:defRPr>
            </a:lvl1pPr>
          </a:lstStyle>
          <a:p>
            <a:fld id="{13CE6DAF-806F-404B-BC68-339BFCB57E5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1" name="Text Placeholder 5">
            <a:extLst>
              <a:ext uri="{FF2B5EF4-FFF2-40B4-BE49-F238E27FC236}">
                <a16:creationId xmlns:a16="http://schemas.microsoft.com/office/drawing/2014/main" id="{A5DF90C5-2F99-EF32-CBEA-23287BDE2447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 bwMode="gray">
          <a:xfrm>
            <a:off x="0" y="5202000"/>
            <a:ext cx="4038600" cy="1656000"/>
          </a:xfrm>
          <a:prstGeom prst="rect">
            <a:avLst/>
          </a:prstGeom>
          <a:gradFill>
            <a:gsLst>
              <a:gs pos="0">
                <a:schemeClr val="accent1"/>
              </a:gs>
              <a:gs pos="80000">
                <a:schemeClr val="accent1">
                  <a:alpha val="0"/>
                </a:schemeClr>
              </a:gs>
            </a:gsLst>
            <a:lin ang="16200000" scaled="1"/>
          </a:gradFill>
        </p:spPr>
        <p:txBody>
          <a:bodyPr vert="horz" wrap="square" lIns="0" tIns="0" rIns="0" bIns="0" rtlCol="0">
            <a:noAutofit/>
          </a:bodyPr>
          <a:lstStyle>
            <a:lvl1pPr>
              <a:defRPr lang="en-US" sz="100" dirty="0"/>
            </a:lvl1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CE3B8E11-1E99-8E14-7DC2-2A5585E8FA2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 bwMode="gray">
          <a:xfrm>
            <a:off x="4586909" y="6563358"/>
            <a:ext cx="3111831" cy="88901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defRPr sz="800"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© 2023 NTT DATA, Inc. (Insert appropriate disclaimer if required)</a:t>
            </a:r>
          </a:p>
        </p:txBody>
      </p:sp>
    </p:spTree>
    <p:extLst>
      <p:ext uri="{BB962C8B-B14F-4D97-AF65-F5344CB8AC3E}">
        <p14:creationId xmlns:p14="http://schemas.microsoft.com/office/powerpoint/2010/main" val="3115834813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_Picture Bottom Dark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4">
            <a:extLst>
              <a:ext uri="{FF2B5EF4-FFF2-40B4-BE49-F238E27FC236}">
                <a16:creationId xmlns:a16="http://schemas.microsoft.com/office/drawing/2014/main" id="{64ED725C-5701-90B3-92A2-BAE98517DD4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3348318"/>
            <a:ext cx="12192000" cy="3509682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</p:spPr>
        <p:txBody>
          <a:bodyPr lIns="0" tIns="0" rIns="0" bIns="0" anchor="ctr"/>
          <a:lstStyle>
            <a:lvl1pPr marL="0" indent="0" algn="ctr">
              <a:buFontTx/>
              <a:buNone/>
              <a:defRPr sz="2400">
                <a:solidFill>
                  <a:schemeClr val="tx2"/>
                </a:solidFill>
                <a:latin typeface="+mn-lt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Click to add image.</a:t>
            </a:r>
            <a:br>
              <a:rPr lang="en-US"/>
            </a:br>
            <a:r>
              <a:rPr lang="en-US"/>
              <a:t>Then Reorder: Send to back</a:t>
            </a:r>
          </a:p>
        </p:txBody>
      </p:sp>
      <p:sp>
        <p:nvSpPr>
          <p:cNvPr id="16" name="Text Placeholder 5">
            <a:extLst>
              <a:ext uri="{FF2B5EF4-FFF2-40B4-BE49-F238E27FC236}">
                <a16:creationId xmlns:a16="http://schemas.microsoft.com/office/drawing/2014/main" id="{D008BF2A-3887-409B-2567-9779543E991D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 bwMode="gray">
          <a:xfrm>
            <a:off x="0" y="5202000"/>
            <a:ext cx="12192000" cy="1656000"/>
          </a:xfrm>
          <a:prstGeom prst="rect">
            <a:avLst/>
          </a:prstGeom>
          <a:gradFill>
            <a:gsLst>
              <a:gs pos="0">
                <a:schemeClr val="accent1"/>
              </a:gs>
              <a:gs pos="80000">
                <a:schemeClr val="accent1">
                  <a:alpha val="0"/>
                </a:schemeClr>
              </a:gs>
            </a:gsLst>
            <a:lin ang="16200000" scaled="1"/>
          </a:gradFill>
        </p:spPr>
        <p:txBody>
          <a:bodyPr vert="horz" wrap="square" lIns="0" tIns="0" rIns="0" bIns="0" rtlCol="0">
            <a:noAutofit/>
          </a:bodyPr>
          <a:lstStyle>
            <a:lvl1pPr>
              <a:defRPr lang="en-US" sz="100" dirty="0"/>
            </a:lvl1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87A8D542-4123-5D52-32A8-5A10FF2E7D6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 bwMode="gray">
          <a:xfrm>
            <a:off x="371475" y="6563358"/>
            <a:ext cx="4852035" cy="88901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defRPr sz="800"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© 2023 NTT DATA, Inc. (Insert appropriate disclaimer if required)</a:t>
            </a:r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3F919FBB-9A4E-7FAD-B0F2-5D660792C32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 bwMode="gray">
          <a:xfrm>
            <a:off x="5943600" y="6563358"/>
            <a:ext cx="304800" cy="88901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 anchor="ctr">
            <a:noAutofit/>
          </a:bodyPr>
          <a:lstStyle>
            <a:lvl1pPr algn="ctr">
              <a:lnSpc>
                <a:spcPct val="100000"/>
              </a:lnSpc>
              <a:defRPr sz="800">
                <a:solidFill>
                  <a:schemeClr val="bg1"/>
                </a:solidFill>
              </a:defRPr>
            </a:lvl1pPr>
          </a:lstStyle>
          <a:p>
            <a:fld id="{13CE6DAF-806F-404B-BC68-339BFCB57E5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8" name="Title 5">
            <a:extLst>
              <a:ext uri="{FF2B5EF4-FFF2-40B4-BE49-F238E27FC236}">
                <a16:creationId xmlns:a16="http://schemas.microsoft.com/office/drawing/2014/main" id="{685F5729-4D42-77C1-FCC6-A3E027B0D91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371475" y="333375"/>
            <a:ext cx="11449050" cy="792000"/>
          </a:xfr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NTT DATA Global Logo" descr="NTT DATA Global Logo">
            <a:extLst>
              <a:ext uri="{FF2B5EF4-FFF2-40B4-BE49-F238E27FC236}">
                <a16:creationId xmlns:a16="http://schemas.microsoft.com/office/drawing/2014/main" id="{53191FB2-5C06-3B67-1454-1D220DA037E1}"/>
              </a:ext>
            </a:extLst>
          </p:cNvPr>
          <p:cNvSpPr txBox="1">
            <a:spLocks noChangeAspect="1"/>
          </p:cNvSpPr>
          <p:nvPr userDrawn="1"/>
        </p:nvSpPr>
        <p:spPr bwMode="gray">
          <a:xfrm>
            <a:off x="10531725" y="6449437"/>
            <a:ext cx="1288800" cy="263108"/>
          </a:xfrm>
          <a:prstGeom prst="rect">
            <a:avLst/>
          </a:prstGeom>
          <a:blipFill dpi="0" rotWithShape="1">
            <a:blip r:embed="rId2"/>
            <a:srcRect/>
            <a:stretch>
              <a:fillRect/>
            </a:stretch>
          </a:blipFill>
        </p:spPr>
        <p:txBody>
          <a:bodyPr wrap="none" lIns="0" tIns="0" rIns="0" bIns="0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Tx/>
              <a:buNone/>
              <a:defRPr lang="en-US" sz="200" kern="1200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1pPr>
            <a:lvl2pPr marL="285750" indent="-28575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bg1"/>
              </a:buClr>
              <a:buFont typeface="Arial" panose="020B0604020202020204" pitchFamily="34" charset="0"/>
              <a:buChar char="•"/>
              <a:defRPr lang="en-US" sz="1800" kern="1200">
                <a:noFill/>
                <a:latin typeface="+mn-lt"/>
                <a:ea typeface="+mn-ea"/>
                <a:cs typeface="+mn-cs"/>
              </a:defRPr>
            </a:lvl2pPr>
            <a:lvl3pPr marL="536575" indent="-268288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bg1"/>
              </a:buClr>
              <a:buFont typeface="Arial" panose="020B0604020202020204" pitchFamily="34" charset="0"/>
              <a:buChar char="»"/>
              <a:defRPr lang="en-US" sz="1600" kern="1200">
                <a:noFill/>
                <a:latin typeface="+mn-lt"/>
                <a:ea typeface="+mn-ea"/>
                <a:cs typeface="+mn-cs"/>
              </a:defRPr>
            </a:lvl3pPr>
            <a:lvl4pPr marL="804863" indent="-268288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bg1"/>
              </a:buClr>
              <a:buFont typeface="Arial" panose="020B0604020202020204" pitchFamily="34" charset="0"/>
              <a:buChar char="•"/>
              <a:defRPr lang="en-US" sz="1600" kern="1200">
                <a:noFill/>
                <a:latin typeface="+mn-lt"/>
                <a:ea typeface="+mn-ea"/>
                <a:cs typeface="+mn-cs"/>
              </a:defRPr>
            </a:lvl4pPr>
            <a:lvl5pPr marL="1077913" indent="-27305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bg1"/>
              </a:buClr>
              <a:buFont typeface="Arial" panose="020B0604020202020204" pitchFamily="34" charset="0"/>
              <a:buChar char="»"/>
              <a:defRPr lang="en-US" sz="1600" kern="1200">
                <a:noFill/>
                <a:latin typeface="+mn-lt"/>
                <a:ea typeface="+mn-ea"/>
                <a:cs typeface="+mn-cs"/>
              </a:defRPr>
            </a:lvl5pPr>
            <a:lvl6pPr marL="864000" indent="-216000" algn="l" defTabSz="914400" rtl="0" eaLnBrk="1" latinLnBrk="0" hangingPunct="1">
              <a:lnSpc>
                <a:spcPct val="90000"/>
              </a:lnSpc>
              <a:spcBef>
                <a:spcPts val="600"/>
              </a:spcBef>
              <a:buFont typeface="Roboto" panose="02000000000000000000" pitchFamily="2" charset="0"/>
              <a:buChar char="–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864000" indent="-216000" algn="l" defTabSz="914400" rtl="0" eaLnBrk="1" latinLnBrk="0" hangingPunct="1">
              <a:lnSpc>
                <a:spcPct val="90000"/>
              </a:lnSpc>
              <a:spcBef>
                <a:spcPts val="600"/>
              </a:spcBef>
              <a:buFont typeface="Roboto" panose="02000000000000000000" pitchFamily="2" charset="0"/>
              <a:buChar char="–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864000" indent="-216000" algn="l" defTabSz="914400" rtl="0" eaLnBrk="1" latinLnBrk="0" hangingPunct="1">
              <a:lnSpc>
                <a:spcPct val="90000"/>
              </a:lnSpc>
              <a:spcBef>
                <a:spcPts val="600"/>
              </a:spcBef>
              <a:buFont typeface="Roboto" panose="02000000000000000000" pitchFamily="2" charset="0"/>
              <a:buChar char="–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864000" indent="-216000" algn="l" defTabSz="914400" rtl="0" eaLnBrk="1" latinLnBrk="0" hangingPunct="1">
              <a:lnSpc>
                <a:spcPct val="90000"/>
              </a:lnSpc>
              <a:spcBef>
                <a:spcPts val="600"/>
              </a:spcBef>
              <a:buFont typeface="Roboto" panose="02000000000000000000" pitchFamily="2" charset="0"/>
              <a:buChar char="–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DE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667812698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_Picture Three 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2799AD32-EACB-40FD-ACFA-9178E8D00357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1" y="1412875"/>
            <a:ext cx="4015999" cy="2772000"/>
          </a:xfrm>
          <a:prstGeom prst="rect">
            <a:avLst/>
          </a:prstGeom>
          <a:solidFill>
            <a:schemeClr val="accent6"/>
          </a:solidFill>
        </p:spPr>
        <p:txBody>
          <a:bodyPr anchor="ctr" anchorCtr="0"/>
          <a:lstStyle>
            <a:lvl1pPr algn="ctr">
              <a:defRPr sz="2000"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8" name="Picture Placeholder 6">
            <a:extLst>
              <a:ext uri="{FF2B5EF4-FFF2-40B4-BE49-F238E27FC236}">
                <a16:creationId xmlns:a16="http://schemas.microsoft.com/office/drawing/2014/main" id="{C73D5620-2B8C-49E1-ADF3-9ADE2BF3BA3C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4088000" y="1412875"/>
            <a:ext cx="4015999" cy="2772000"/>
          </a:xfrm>
          <a:prstGeom prst="rect">
            <a:avLst/>
          </a:prstGeom>
          <a:solidFill>
            <a:schemeClr val="accent6"/>
          </a:solidFill>
        </p:spPr>
        <p:txBody>
          <a:bodyPr anchor="ctr" anchorCtr="0"/>
          <a:lstStyle>
            <a:lvl1pPr algn="ctr">
              <a:defRPr sz="2000"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9" name="Picture Placeholder 6">
            <a:extLst>
              <a:ext uri="{FF2B5EF4-FFF2-40B4-BE49-F238E27FC236}">
                <a16:creationId xmlns:a16="http://schemas.microsoft.com/office/drawing/2014/main" id="{A31D45D1-5334-4DD5-8154-DAD52B3C3972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gray">
          <a:xfrm>
            <a:off x="8175999" y="1412875"/>
            <a:ext cx="4015999" cy="2772000"/>
          </a:xfrm>
          <a:prstGeom prst="rect">
            <a:avLst/>
          </a:prstGeom>
          <a:solidFill>
            <a:schemeClr val="accent6"/>
          </a:solidFill>
        </p:spPr>
        <p:txBody>
          <a:bodyPr anchor="ctr" anchorCtr="0"/>
          <a:lstStyle>
            <a:lvl1pPr algn="ctr">
              <a:defRPr sz="2000"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07792201-616E-4C9D-B2C5-4900CE58E94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/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CE3B8E11-1E99-8E14-7DC2-2A5585E8FA2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 bwMode="gray">
          <a:xfrm>
            <a:off x="371475" y="6563358"/>
            <a:ext cx="4852035" cy="88901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defRPr sz="800"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© 2023 NTT DATA, Inc. (Insert appropriate disclaimer if required)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C894E80A-235B-AC62-CD2D-E4D54353CE6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 bwMode="gray">
          <a:xfrm>
            <a:off x="5943600" y="6563358"/>
            <a:ext cx="304800" cy="88901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 anchor="ctr">
            <a:noAutofit/>
          </a:bodyPr>
          <a:lstStyle>
            <a:lvl1pPr algn="ctr">
              <a:lnSpc>
                <a:spcPct val="100000"/>
              </a:lnSpc>
              <a:defRPr sz="800">
                <a:solidFill>
                  <a:schemeClr val="bg1"/>
                </a:solidFill>
              </a:defRPr>
            </a:lvl1pPr>
          </a:lstStyle>
          <a:p>
            <a:fld id="{13CE6DAF-806F-404B-BC68-339BFCB57E5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5371883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_Picture Collection Dark">
    <p:bg bwMode="gray"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icture Placeholder 2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>
          <a:xfrm>
            <a:off x="3891928" y="3987606"/>
            <a:ext cx="5365113" cy="2249683"/>
          </a:xfrm>
          <a:prstGeom prst="roundRect">
            <a:avLst>
              <a:gd name="adj" fmla="val 0"/>
            </a:avLst>
          </a:prstGeom>
          <a:solidFill>
            <a:schemeClr val="accent3"/>
          </a:solidFill>
          <a:ln w="3175" cmpd="sng">
            <a:noFill/>
          </a:ln>
          <a:effectLst/>
        </p:spPr>
        <p:txBody>
          <a:bodyPr vert="horz" lIns="91440" tIns="45720" rIns="91440" bIns="45720" rtlCol="0" anchor="ctr" anchorCtr="0">
            <a:normAutofit/>
          </a:bodyPr>
          <a:lstStyle>
            <a:lvl1pPr marL="0" indent="0" algn="ctr" defTabSz="1219170" rtl="0" eaLnBrk="1" latinLnBrk="0" hangingPunct="1">
              <a:lnSpc>
                <a:spcPct val="95000"/>
              </a:lnSpc>
              <a:spcBef>
                <a:spcPts val="1920"/>
              </a:spcBef>
              <a:buClr>
                <a:srgbClr val="92D050"/>
              </a:buClr>
              <a:buSzPct val="90000"/>
              <a:buFont typeface="Arial" pitchFamily="34" charset="0"/>
              <a:buNone/>
              <a:tabLst/>
              <a:defRPr lang="en-US" sz="2667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en-US"/>
              <a:t>Insert photo here</a:t>
            </a:r>
          </a:p>
        </p:txBody>
      </p:sp>
      <p:sp>
        <p:nvSpPr>
          <p:cNvPr id="13" name="Rounded Rectangle 1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9349318" y="2163386"/>
            <a:ext cx="2377440" cy="2675053"/>
          </a:xfrm>
          <a:prstGeom prst="roundRect">
            <a:avLst>
              <a:gd name="adj" fmla="val 0"/>
            </a:avLst>
          </a:prstGeom>
          <a:solidFill>
            <a:schemeClr val="bg1">
              <a:alpha val="30000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>
              <a:solidFill>
                <a:schemeClr val="accent1"/>
              </a:solidFill>
              <a:latin typeface="+mn-lt"/>
            </a:endParaRPr>
          </a:p>
        </p:txBody>
      </p:sp>
      <p:sp>
        <p:nvSpPr>
          <p:cNvPr id="6" name="Picture Placeholder 2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371475" y="333373"/>
            <a:ext cx="4419959" cy="3566160"/>
          </a:xfrm>
          <a:prstGeom prst="roundRect">
            <a:avLst>
              <a:gd name="adj" fmla="val 0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vert="horz" lIns="91440" tIns="45720" rIns="91440" bIns="45720" rtlCol="0" anchor="ctr" anchorCtr="0">
            <a:normAutofit/>
          </a:bodyPr>
          <a:lstStyle>
            <a:lvl1pPr marL="0" indent="0" algn="ctr" defTabSz="1219170" rtl="0" eaLnBrk="1" latinLnBrk="0" hangingPunct="1">
              <a:lnSpc>
                <a:spcPct val="100000"/>
              </a:lnSpc>
              <a:spcBef>
                <a:spcPts val="1920"/>
              </a:spcBef>
              <a:buClr>
                <a:srgbClr val="92D050"/>
              </a:buClr>
              <a:buSzPct val="90000"/>
              <a:buFont typeface="Arial" pitchFamily="34" charset="0"/>
              <a:buNone/>
              <a:tabLst/>
              <a:defRPr lang="en-US" sz="2667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en-US"/>
              <a:t>Insert photo here</a:t>
            </a:r>
          </a:p>
        </p:txBody>
      </p:sp>
      <p:sp>
        <p:nvSpPr>
          <p:cNvPr id="14" name="Picture Placeholder 2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9359747" y="2140169"/>
            <a:ext cx="2460778" cy="2680693"/>
          </a:xfrm>
          <a:prstGeom prst="roundRect">
            <a:avLst>
              <a:gd name="adj" fmla="val 0"/>
            </a:avLst>
          </a:prstGeom>
          <a:solidFill>
            <a:schemeClr val="accent3"/>
          </a:solidFill>
          <a:ln w="3175" cmpd="sng">
            <a:noFill/>
          </a:ln>
          <a:effectLst/>
        </p:spPr>
        <p:txBody>
          <a:bodyPr vert="horz" lIns="91440" tIns="45720" rIns="91440" bIns="45720" rtlCol="0" anchor="ctr" anchorCtr="0">
            <a:normAutofit/>
          </a:bodyPr>
          <a:lstStyle>
            <a:lvl1pPr marL="0" indent="0" algn="ctr" defTabSz="1219170" rtl="0" eaLnBrk="1" latinLnBrk="0" hangingPunct="1">
              <a:lnSpc>
                <a:spcPct val="100000"/>
              </a:lnSpc>
              <a:spcBef>
                <a:spcPts val="1920"/>
              </a:spcBef>
              <a:buClr>
                <a:srgbClr val="92D050"/>
              </a:buClr>
              <a:buSzPct val="90000"/>
              <a:buFont typeface="Arial" pitchFamily="34" charset="0"/>
              <a:buNone/>
              <a:tabLst/>
              <a:defRPr lang="en-US" sz="2667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en-US"/>
              <a:t>Insert photo here</a:t>
            </a:r>
          </a:p>
        </p:txBody>
      </p:sp>
      <p:sp>
        <p:nvSpPr>
          <p:cNvPr id="29" name="Text Placeholder 4"/>
          <p:cNvSpPr>
            <a:spLocks noGrp="1"/>
          </p:cNvSpPr>
          <p:nvPr>
            <p:ph type="body" sz="quarter" idx="23" hasCustomPrompt="1"/>
          </p:nvPr>
        </p:nvSpPr>
        <p:spPr>
          <a:xfrm>
            <a:off x="371475" y="2384022"/>
            <a:ext cx="4419959" cy="1458387"/>
          </a:xfrm>
          <a:prstGeom prst="roundRect">
            <a:avLst>
              <a:gd name="adj" fmla="val 0"/>
            </a:avLst>
          </a:prstGeom>
          <a:noFill/>
          <a:ln>
            <a:noFill/>
          </a:ln>
          <a:effectLst/>
        </p:spPr>
        <p:txBody>
          <a:bodyPr anchor="t" anchorCtr="0"/>
          <a:lstStyle>
            <a:lvl1pPr algn="ctr">
              <a:lnSpc>
                <a:spcPct val="100000"/>
              </a:lnSpc>
              <a:defRPr sz="2133">
                <a:solidFill>
                  <a:schemeClr val="bg1"/>
                </a:solidFill>
                <a:latin typeface="+mn-lt"/>
                <a:cs typeface="Arial"/>
              </a:defRPr>
            </a:lvl1pPr>
            <a:lvl2pPr algn="l">
              <a:defRPr>
                <a:solidFill>
                  <a:schemeClr val="bg1"/>
                </a:solidFill>
              </a:defRPr>
            </a:lvl2pPr>
            <a:lvl3pPr algn="l">
              <a:defRPr>
                <a:solidFill>
                  <a:schemeClr val="bg1"/>
                </a:solidFill>
              </a:defRPr>
            </a:lvl3pPr>
            <a:lvl4pPr algn="ctr">
              <a:defRPr>
                <a:solidFill>
                  <a:schemeClr val="bg1"/>
                </a:solidFill>
              </a:defRPr>
            </a:lvl4pPr>
            <a:lvl5pPr algn="ctr"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altLang="ja-JP"/>
              <a:t>Click to edit Master text styles</a:t>
            </a:r>
          </a:p>
        </p:txBody>
      </p:sp>
      <p:sp>
        <p:nvSpPr>
          <p:cNvPr id="19" name="Text Placeholder 4"/>
          <p:cNvSpPr>
            <a:spLocks noGrp="1"/>
          </p:cNvSpPr>
          <p:nvPr>
            <p:ph type="body" sz="quarter" idx="17" hasCustomPrompt="1"/>
          </p:nvPr>
        </p:nvSpPr>
        <p:spPr>
          <a:xfrm>
            <a:off x="4902048" y="333373"/>
            <a:ext cx="4353503" cy="3566160"/>
          </a:xfrm>
          <a:prstGeom prst="roundRect">
            <a:avLst>
              <a:gd name="adj" fmla="val 0"/>
            </a:avLst>
          </a:prstGeom>
          <a:solidFill>
            <a:schemeClr val="accent1"/>
          </a:solidFill>
          <a:ln>
            <a:noFill/>
          </a:ln>
          <a:effectLst/>
        </p:spPr>
        <p:txBody>
          <a:bodyPr lIns="108000" anchor="ctr"/>
          <a:lstStyle>
            <a:lvl1pPr marL="0" indent="0" algn="l">
              <a:lnSpc>
                <a:spcPct val="100000"/>
              </a:lnSpc>
              <a:tabLst/>
              <a:defRPr sz="3200" b="1">
                <a:solidFill>
                  <a:schemeClr val="bg1"/>
                </a:solidFill>
                <a:effectLst/>
                <a:latin typeface="+mn-lt"/>
                <a:cs typeface="Arial"/>
              </a:defRPr>
            </a:lvl1pPr>
            <a:lvl2pPr marL="0" indent="0" algn="l">
              <a:lnSpc>
                <a:spcPct val="100000"/>
              </a:lnSpc>
              <a:defRPr>
                <a:solidFill>
                  <a:schemeClr val="bg1"/>
                </a:solidFill>
                <a:effectLst/>
                <a:latin typeface="+mn-lt"/>
                <a:cs typeface="Arial"/>
              </a:defRPr>
            </a:lvl2pPr>
            <a:lvl3pPr algn="l">
              <a:defRPr>
                <a:solidFill>
                  <a:schemeClr val="bg1"/>
                </a:solidFill>
              </a:defRPr>
            </a:lvl3pPr>
            <a:lvl4pPr algn="ctr">
              <a:defRPr>
                <a:solidFill>
                  <a:schemeClr val="bg1"/>
                </a:solidFill>
              </a:defRPr>
            </a:lvl4pPr>
            <a:lvl5pPr algn="ctr"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altLang="ja-JP"/>
              <a:t>Click to edit Master text styles</a:t>
            </a:r>
          </a:p>
          <a:p>
            <a:pPr lvl="1"/>
            <a:r>
              <a:rPr lang="en-US" altLang="ja-JP"/>
              <a:t>Second level</a:t>
            </a:r>
          </a:p>
        </p:txBody>
      </p:sp>
      <p:sp>
        <p:nvSpPr>
          <p:cNvPr id="21" name="Text Placeholder 4"/>
          <p:cNvSpPr>
            <a:spLocks noGrp="1"/>
          </p:cNvSpPr>
          <p:nvPr>
            <p:ph type="body" sz="quarter" idx="14" hasCustomPrompt="1"/>
          </p:nvPr>
        </p:nvSpPr>
        <p:spPr>
          <a:xfrm>
            <a:off x="9359747" y="333373"/>
            <a:ext cx="2460778" cy="1700963"/>
          </a:xfrm>
          <a:prstGeom prst="roundRect">
            <a:avLst>
              <a:gd name="adj" fmla="val 0"/>
            </a:avLst>
          </a:prstGeom>
          <a:solidFill>
            <a:schemeClr val="accent6"/>
          </a:solidFill>
          <a:ln>
            <a:noFill/>
          </a:ln>
          <a:effectLst/>
        </p:spPr>
        <p:txBody>
          <a:bodyPr anchor="ctr"/>
          <a:lstStyle>
            <a:lvl1pPr algn="ctr">
              <a:lnSpc>
                <a:spcPct val="100000"/>
              </a:lnSpc>
              <a:defRPr sz="2133">
                <a:solidFill>
                  <a:schemeClr val="bg1"/>
                </a:solidFill>
                <a:latin typeface="+mn-lt"/>
                <a:cs typeface="Arial"/>
              </a:defRPr>
            </a:lvl1pPr>
            <a:lvl2pPr algn="l">
              <a:defRPr>
                <a:solidFill>
                  <a:schemeClr val="bg1"/>
                </a:solidFill>
              </a:defRPr>
            </a:lvl2pPr>
            <a:lvl3pPr algn="l">
              <a:defRPr>
                <a:solidFill>
                  <a:schemeClr val="bg1"/>
                </a:solidFill>
              </a:defRPr>
            </a:lvl3pPr>
            <a:lvl4pPr algn="ctr">
              <a:defRPr>
                <a:solidFill>
                  <a:schemeClr val="bg1"/>
                </a:solidFill>
              </a:defRPr>
            </a:lvl4pPr>
            <a:lvl5pPr algn="ctr"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altLang="ja-JP"/>
              <a:t>Click to edit Master text styles</a:t>
            </a:r>
          </a:p>
        </p:txBody>
      </p:sp>
      <p:sp>
        <p:nvSpPr>
          <p:cNvPr id="26" name="Text Placeholder 4"/>
          <p:cNvSpPr>
            <a:spLocks noGrp="1"/>
          </p:cNvSpPr>
          <p:nvPr>
            <p:ph type="body" sz="quarter" idx="21" hasCustomPrompt="1"/>
          </p:nvPr>
        </p:nvSpPr>
        <p:spPr>
          <a:xfrm>
            <a:off x="9359747" y="3744196"/>
            <a:ext cx="2377440" cy="1076667"/>
          </a:xfrm>
          <a:prstGeom prst="roundRect">
            <a:avLst>
              <a:gd name="adj" fmla="val 0"/>
            </a:avLst>
          </a:prstGeom>
          <a:noFill/>
          <a:ln>
            <a:noFill/>
          </a:ln>
          <a:effectLst/>
        </p:spPr>
        <p:txBody>
          <a:bodyPr anchor="t" anchorCtr="0"/>
          <a:lstStyle>
            <a:lvl1pPr algn="ctr">
              <a:defRPr sz="2133">
                <a:solidFill>
                  <a:schemeClr val="bg1"/>
                </a:solidFill>
                <a:latin typeface="+mn-lt"/>
                <a:cs typeface="Arial"/>
              </a:defRPr>
            </a:lvl1pPr>
            <a:lvl2pPr algn="l">
              <a:defRPr>
                <a:solidFill>
                  <a:schemeClr val="bg1"/>
                </a:solidFill>
              </a:defRPr>
            </a:lvl2pPr>
            <a:lvl3pPr algn="l">
              <a:defRPr>
                <a:solidFill>
                  <a:schemeClr val="bg1"/>
                </a:solidFill>
              </a:defRPr>
            </a:lvl3pPr>
            <a:lvl4pPr algn="ctr">
              <a:defRPr>
                <a:solidFill>
                  <a:schemeClr val="bg1"/>
                </a:solidFill>
              </a:defRPr>
            </a:lvl4pPr>
            <a:lvl5pPr algn="ctr"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altLang="ja-JP"/>
              <a:t>Click to edit Master text styles</a:t>
            </a:r>
          </a:p>
        </p:txBody>
      </p:sp>
      <p:sp>
        <p:nvSpPr>
          <p:cNvPr id="24" name="Text Placeholder 4"/>
          <p:cNvSpPr>
            <a:spLocks noGrp="1"/>
          </p:cNvSpPr>
          <p:nvPr>
            <p:ph type="body" sz="quarter" idx="13" hasCustomPrompt="1"/>
          </p:nvPr>
        </p:nvSpPr>
        <p:spPr>
          <a:xfrm>
            <a:off x="371475" y="3987606"/>
            <a:ext cx="3420269" cy="2249682"/>
          </a:xfrm>
          <a:prstGeom prst="roundRect">
            <a:avLst>
              <a:gd name="adj" fmla="val 0"/>
            </a:avLst>
          </a:prstGeom>
          <a:solidFill>
            <a:schemeClr val="accent6"/>
          </a:solidFill>
          <a:ln>
            <a:noFill/>
          </a:ln>
          <a:effectLst/>
        </p:spPr>
        <p:txBody>
          <a:bodyPr lIns="108000" anchor="ctr"/>
          <a:lstStyle>
            <a:lvl1pPr algn="l">
              <a:lnSpc>
                <a:spcPct val="100000"/>
              </a:lnSpc>
              <a:defRPr sz="2667" b="1">
                <a:solidFill>
                  <a:schemeClr val="bg1"/>
                </a:solidFill>
                <a:latin typeface="+mn-lt"/>
                <a:cs typeface="Arial"/>
              </a:defRPr>
            </a:lvl1pPr>
            <a:lvl2pPr algn="l">
              <a:defRPr>
                <a:solidFill>
                  <a:schemeClr val="tx2"/>
                </a:solidFill>
              </a:defRPr>
            </a:lvl2pPr>
            <a:lvl3pPr algn="l">
              <a:defRPr>
                <a:solidFill>
                  <a:schemeClr val="tx2"/>
                </a:solidFill>
              </a:defRPr>
            </a:lvl3pPr>
            <a:lvl4pPr algn="ctr">
              <a:defRPr>
                <a:solidFill>
                  <a:schemeClr val="bg1"/>
                </a:solidFill>
              </a:defRPr>
            </a:lvl4pPr>
            <a:lvl5pPr algn="ctr"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altLang="ja-JP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20" hasCustomPrompt="1"/>
          </p:nvPr>
        </p:nvSpPr>
        <p:spPr>
          <a:xfrm>
            <a:off x="3877779" y="5399590"/>
            <a:ext cx="5371355" cy="837698"/>
          </a:xfrm>
          <a:prstGeom prst="roundRect">
            <a:avLst>
              <a:gd name="adj" fmla="val 0"/>
            </a:avLst>
          </a:prstGeom>
          <a:noFill/>
          <a:ln>
            <a:noFill/>
          </a:ln>
          <a:effectLst/>
        </p:spPr>
        <p:txBody>
          <a:bodyPr anchor="t" anchorCtr="0"/>
          <a:lstStyle>
            <a:lvl1pPr algn="ctr">
              <a:lnSpc>
                <a:spcPct val="100000"/>
              </a:lnSpc>
              <a:defRPr sz="2133">
                <a:solidFill>
                  <a:schemeClr val="bg1"/>
                </a:solidFill>
                <a:latin typeface="+mn-lt"/>
                <a:cs typeface="Arial"/>
              </a:defRPr>
            </a:lvl1pPr>
            <a:lvl2pPr algn="l">
              <a:defRPr>
                <a:solidFill>
                  <a:schemeClr val="bg1"/>
                </a:solidFill>
              </a:defRPr>
            </a:lvl2pPr>
            <a:lvl3pPr algn="l">
              <a:defRPr>
                <a:solidFill>
                  <a:schemeClr val="bg1"/>
                </a:solidFill>
              </a:defRPr>
            </a:lvl3pPr>
            <a:lvl4pPr algn="ctr">
              <a:defRPr>
                <a:solidFill>
                  <a:schemeClr val="bg1"/>
                </a:solidFill>
              </a:defRPr>
            </a:lvl4pPr>
            <a:lvl5pPr algn="ctr"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altLang="ja-JP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19" hasCustomPrompt="1"/>
          </p:nvPr>
        </p:nvSpPr>
        <p:spPr>
          <a:xfrm>
            <a:off x="9359747" y="4926695"/>
            <a:ext cx="2460778" cy="1310593"/>
          </a:xfrm>
          <a:prstGeom prst="roundRect">
            <a:avLst>
              <a:gd name="adj" fmla="val 0"/>
            </a:avLst>
          </a:prstGeom>
          <a:solidFill>
            <a:schemeClr val="bg2"/>
          </a:solidFill>
          <a:ln>
            <a:noFill/>
          </a:ln>
          <a:effectLst/>
        </p:spPr>
        <p:txBody>
          <a:bodyPr anchor="ctr"/>
          <a:lstStyle>
            <a:lvl1pPr algn="ctr">
              <a:lnSpc>
                <a:spcPct val="100000"/>
              </a:lnSpc>
              <a:defRPr sz="2133">
                <a:solidFill>
                  <a:schemeClr val="bg1"/>
                </a:solidFill>
                <a:latin typeface="+mn-lt"/>
                <a:cs typeface="Arial"/>
              </a:defRPr>
            </a:lvl1pPr>
            <a:lvl2pPr algn="l">
              <a:defRPr>
                <a:solidFill>
                  <a:schemeClr val="bg1"/>
                </a:solidFill>
              </a:defRPr>
            </a:lvl2pPr>
            <a:lvl3pPr algn="l">
              <a:defRPr>
                <a:solidFill>
                  <a:schemeClr val="bg1"/>
                </a:solidFill>
              </a:defRPr>
            </a:lvl3pPr>
            <a:lvl4pPr algn="ctr">
              <a:defRPr>
                <a:solidFill>
                  <a:schemeClr val="bg1"/>
                </a:solidFill>
              </a:defRPr>
            </a:lvl4pPr>
            <a:lvl5pPr algn="ctr"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altLang="ja-JP"/>
              <a:t>Click to edit Master text styles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FBA9505-91C7-B9FF-4651-787D86C3BED1}"/>
              </a:ext>
            </a:extLst>
          </p:cNvPr>
          <p:cNvSpPr txBox="1"/>
          <p:nvPr userDrawn="1"/>
        </p:nvSpPr>
        <p:spPr>
          <a:xfrm>
            <a:off x="3685309" y="-803564"/>
            <a:ext cx="0" cy="0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 algn="l"/>
            <a:endParaRPr lang="en-US" err="1">
              <a:solidFill>
                <a:srgbClr val="FFFFFF"/>
              </a:solidFill>
            </a:endParaRP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59C35B40-A84A-00D6-5FD3-6FD80F61E86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 bwMode="gray">
          <a:xfrm>
            <a:off x="371475" y="6563358"/>
            <a:ext cx="4852035" cy="88901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defRPr sz="800"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© 2023 NTT DATA, Inc. (Insert appropriate disclaimer if required)</a:t>
            </a:r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BFC1EFC3-6CA1-181A-9D7F-24D4581B210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 bwMode="gray">
          <a:xfrm>
            <a:off x="5943600" y="6563358"/>
            <a:ext cx="304800" cy="88901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 anchor="ctr">
            <a:noAutofit/>
          </a:bodyPr>
          <a:lstStyle>
            <a:lvl1pPr algn="ctr">
              <a:lnSpc>
                <a:spcPct val="100000"/>
              </a:lnSpc>
              <a:defRPr sz="800">
                <a:solidFill>
                  <a:schemeClr val="bg1"/>
                </a:solidFill>
              </a:defRPr>
            </a:lvl1pPr>
          </a:lstStyle>
          <a:p>
            <a:fld id="{13CE6DAF-806F-404B-BC68-339BFCB57E5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6089523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_Closing Slide Future Blue 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6B87ED33-6A4E-4B88-9978-60E9E0EBFC9F}"/>
              </a:ext>
            </a:extLst>
          </p:cNvPr>
          <p:cNvSpPr/>
          <p:nvPr/>
        </p:nvSpPr>
        <p:spPr bwMode="gray">
          <a:xfrm>
            <a:off x="0" y="0"/>
            <a:ext cx="12192000" cy="6858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NTT DATA Global Logo">
            <a:extLst>
              <a:ext uri="{FF2B5EF4-FFF2-40B4-BE49-F238E27FC236}">
                <a16:creationId xmlns:a16="http://schemas.microsoft.com/office/drawing/2014/main" id="{3F03F05C-59F6-715B-5A33-907AD87C663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03287" y="2880000"/>
            <a:ext cx="5385427" cy="109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2430299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_Closing Slide Navy Dark with picture dark">
    <p:bg bwMode="gray"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mart Navy SemiTrans Overlay">
            <a:extLst>
              <a:ext uri="{FF2B5EF4-FFF2-40B4-BE49-F238E27FC236}">
                <a16:creationId xmlns:a16="http://schemas.microsoft.com/office/drawing/2014/main" id="{6E4F8208-B33A-86C1-C4BF-6C513A841DF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050D24">
              <a:alpha val="57647"/>
            </a:srgbClr>
          </a:solidFill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 marL="0" indent="0">
              <a:buNone/>
              <a:defRPr>
                <a:noFill/>
              </a:defRPr>
            </a:lvl2pPr>
            <a:lvl3pPr marL="216000" indent="0">
              <a:buFont typeface="Arial" panose="020B0604020202020204" pitchFamily="34" charset="0"/>
              <a:buNone/>
              <a:defRPr>
                <a:noFill/>
              </a:defRPr>
            </a:lvl3pPr>
            <a:lvl4pPr>
              <a:defRPr>
                <a:noFill/>
              </a:defRPr>
            </a:lvl4pPr>
            <a:lvl5pPr>
              <a:defRPr>
                <a:noFill/>
              </a:defRPr>
            </a:lvl5pPr>
          </a:lstStyle>
          <a:p>
            <a:pPr lvl="2"/>
            <a:r>
              <a:rPr lang="en-US"/>
              <a:t> </a:t>
            </a:r>
          </a:p>
        </p:txBody>
      </p:sp>
      <p:sp>
        <p:nvSpPr>
          <p:cNvPr id="11" name="Picture Placeholder 4">
            <a:extLst>
              <a:ext uri="{FF2B5EF4-FFF2-40B4-BE49-F238E27FC236}">
                <a16:creationId xmlns:a16="http://schemas.microsoft.com/office/drawing/2014/main" id="{DCE6D5FB-5128-84ED-8909-686C6A399387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92000" cy="6860241"/>
          </a:xfrm>
          <a:prstGeom prst="rect">
            <a:avLst/>
          </a:prstGeom>
          <a:noFill/>
        </p:spPr>
        <p:txBody>
          <a:bodyPr tIns="2743200" bIns="0" anchor="ctr"/>
          <a:lstStyle>
            <a:lvl1pPr marL="0" indent="0" algn="ctr">
              <a:buFontTx/>
              <a:buNone/>
              <a:defRPr sz="2400">
                <a:solidFill>
                  <a:srgbClr val="FF7A00"/>
                </a:solidFill>
                <a:latin typeface="+mn-lt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Click to add image. Then Reorder: Send to back</a:t>
            </a:r>
          </a:p>
        </p:txBody>
      </p:sp>
      <p:sp>
        <p:nvSpPr>
          <p:cNvPr id="10" name="NTT DATA Global Logo" descr="NTT DATA Global Logo">
            <a:extLst>
              <a:ext uri="{FF2B5EF4-FFF2-40B4-BE49-F238E27FC236}">
                <a16:creationId xmlns:a16="http://schemas.microsoft.com/office/drawing/2014/main" id="{188EBC45-4F1C-E0B0-9BB4-2942DDBDBEAF}"/>
              </a:ext>
            </a:extLst>
          </p:cNvPr>
          <p:cNvSpPr>
            <a:spLocks noGrp="1" noChangeAspect="1"/>
          </p:cNvSpPr>
          <p:nvPr>
            <p:ph type="body" sz="quarter" idx="17" hasCustomPrompt="1"/>
          </p:nvPr>
        </p:nvSpPr>
        <p:spPr bwMode="gray">
          <a:xfrm>
            <a:off x="3403200" y="2879266"/>
            <a:ext cx="5385600" cy="1099468"/>
          </a:xfrm>
          <a:prstGeom prst="rect">
            <a:avLst/>
          </a:prstGeom>
          <a:blipFill dpi="0" rotWithShape="1">
            <a:blip r:embed="rId2"/>
            <a:srcRect/>
            <a:stretch>
              <a:fillRect/>
            </a:stretch>
          </a:blipFill>
        </p:spPr>
        <p:txBody>
          <a:bodyPr wrap="none" lIns="0" tIns="0" rIns="0" bIns="0"/>
          <a:lstStyle>
            <a:lvl1pPr>
              <a:defRPr sz="200">
                <a:solidFill>
                  <a:schemeClr val="accent2"/>
                </a:solidFill>
              </a:defRPr>
            </a:lvl1pPr>
            <a:lvl2pPr>
              <a:defRPr>
                <a:noFill/>
              </a:defRPr>
            </a:lvl2pPr>
            <a:lvl3pPr>
              <a:defRPr>
                <a:noFill/>
              </a:defRPr>
            </a:lvl3pPr>
            <a:lvl4pPr>
              <a:defRPr>
                <a:noFill/>
              </a:defRPr>
            </a:lvl4pPr>
            <a:lvl5pPr>
              <a:defRPr>
                <a:noFill/>
              </a:defRPr>
            </a:lvl5pPr>
          </a:lstStyle>
          <a:p>
            <a:pPr lvl="0"/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140249096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_Divider_Image Left Dark">
    <p:bg bwMode="gray"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">
            <a:extLst>
              <a:ext uri="{FF2B5EF4-FFF2-40B4-BE49-F238E27FC236}">
                <a16:creationId xmlns:a16="http://schemas.microsoft.com/office/drawing/2014/main" id="{597D1B3A-E1F6-AFF4-3A3F-A37A17CBCB2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495800" y="2286000"/>
            <a:ext cx="7315200" cy="3951288"/>
          </a:xfrm>
        </p:spPr>
        <p:txBody>
          <a:bodyPr/>
          <a:lstStyle>
            <a:lvl1pPr>
              <a:defRPr sz="4800">
                <a:solidFill>
                  <a:schemeClr val="bg1"/>
                </a:solidFill>
              </a:defRPr>
            </a:lvl1pPr>
          </a:lstStyle>
          <a:p>
            <a:r>
              <a:rPr lang="en-US"/>
              <a:t>Divider Page Text</a:t>
            </a:r>
          </a:p>
        </p:txBody>
      </p:sp>
      <p:sp>
        <p:nvSpPr>
          <p:cNvPr id="15" name="Section Number">
            <a:extLst>
              <a:ext uri="{FF2B5EF4-FFF2-40B4-BE49-F238E27FC236}">
                <a16:creationId xmlns:a16="http://schemas.microsoft.com/office/drawing/2014/main" id="{353938DB-D71F-BCC9-253A-E90421933DD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495800" y="685800"/>
            <a:ext cx="7315200" cy="1447800"/>
          </a:xfrm>
          <a:prstGeom prst="rect">
            <a:avLst/>
          </a:prstGeom>
        </p:spPr>
        <p:txBody>
          <a:bodyPr lIns="0" tIns="45720" rIns="0"/>
          <a:lstStyle>
            <a:lvl1pPr>
              <a:defRPr lang="en-US" sz="9600" b="1" dirty="0" smtClean="0">
                <a:solidFill>
                  <a:schemeClr val="bg2"/>
                </a:solidFill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/>
              <a:t>#</a:t>
            </a:r>
          </a:p>
        </p:txBody>
      </p:sp>
      <p:sp>
        <p:nvSpPr>
          <p:cNvPr id="16" name="Picture Placeholder 4">
            <a:extLst>
              <a:ext uri="{FF2B5EF4-FFF2-40B4-BE49-F238E27FC236}">
                <a16:creationId xmlns:a16="http://schemas.microsoft.com/office/drawing/2014/main" id="{CBAA2EA5-06E3-8691-22FA-AE783265C861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0" y="0"/>
            <a:ext cx="4038600" cy="6858000"/>
          </a:xfrm>
          <a:prstGeom prst="rect">
            <a:avLst/>
          </a:prstGeom>
          <a:solidFill>
            <a:schemeClr val="accent6"/>
          </a:solidFill>
        </p:spPr>
        <p:txBody>
          <a:bodyPr tIns="2743200"/>
          <a:lstStyle>
            <a:lvl1pPr marL="0" indent="0" algn="ctr">
              <a:buNone/>
              <a:defRPr sz="20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add picture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84E201FA-14DE-26F5-5B59-34540918F7C3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 bwMode="gray">
          <a:xfrm>
            <a:off x="0" y="5202000"/>
            <a:ext cx="4038600" cy="1656000"/>
          </a:xfrm>
          <a:prstGeom prst="rect">
            <a:avLst/>
          </a:prstGeom>
          <a:gradFill>
            <a:gsLst>
              <a:gs pos="0">
                <a:schemeClr val="accent1"/>
              </a:gs>
              <a:gs pos="80000">
                <a:schemeClr val="accent1">
                  <a:alpha val="0"/>
                </a:schemeClr>
              </a:gs>
            </a:gsLst>
            <a:lin ang="16200000" scaled="1"/>
          </a:gradFill>
        </p:spPr>
        <p:txBody>
          <a:bodyPr vert="horz" wrap="square" lIns="0" tIns="0" rIns="0" bIns="0" rtlCol="0">
            <a:noAutofit/>
          </a:bodyPr>
          <a:lstStyle>
            <a:lvl1pPr>
              <a:defRPr lang="en-US" sz="100" dirty="0"/>
            </a:lvl1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0E3EC910-66B9-7290-6910-39097643AEA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 bwMode="gray">
          <a:xfrm>
            <a:off x="7777162" y="6563358"/>
            <a:ext cx="304800" cy="88901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 anchor="ctr">
            <a:noAutofit/>
          </a:bodyPr>
          <a:lstStyle>
            <a:lvl1pPr algn="ctr">
              <a:lnSpc>
                <a:spcPct val="100000"/>
              </a:lnSpc>
              <a:defRPr sz="800">
                <a:solidFill>
                  <a:schemeClr val="bg1"/>
                </a:solidFill>
              </a:defRPr>
            </a:lvl1pPr>
          </a:lstStyle>
          <a:p>
            <a:fld id="{13CE6DAF-806F-404B-BC68-339BFCB57E5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E28FF710-A250-66BE-1682-899EBECEAA9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 bwMode="gray">
          <a:xfrm>
            <a:off x="4495800" y="6563358"/>
            <a:ext cx="3244215" cy="88901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defRPr sz="800"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© 2023 NTT DATA, Inc. (Insert appropriate disclaimer if required)</a:t>
            </a:r>
          </a:p>
        </p:txBody>
      </p:sp>
    </p:spTree>
    <p:extLst>
      <p:ext uri="{BB962C8B-B14F-4D97-AF65-F5344CB8AC3E}">
        <p14:creationId xmlns:p14="http://schemas.microsoft.com/office/powerpoint/2010/main" val="2499470264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_Divider_InnovationCurve on Right Dark">
    <p:bg bwMode="gray"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">
            <a:extLst>
              <a:ext uri="{FF2B5EF4-FFF2-40B4-BE49-F238E27FC236}">
                <a16:creationId xmlns:a16="http://schemas.microsoft.com/office/drawing/2014/main" id="{597D1B3A-E1F6-AFF4-3A3F-A37A17CBCB2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1475" y="2286000"/>
            <a:ext cx="7315200" cy="3886200"/>
          </a:xfrm>
        </p:spPr>
        <p:txBody>
          <a:bodyPr/>
          <a:lstStyle>
            <a:lvl1pPr>
              <a:defRPr sz="4000">
                <a:solidFill>
                  <a:schemeClr val="bg1"/>
                </a:solidFill>
              </a:defRPr>
            </a:lvl1pPr>
          </a:lstStyle>
          <a:p>
            <a:r>
              <a:rPr lang="en-US"/>
              <a:t>Divider Page</a:t>
            </a:r>
          </a:p>
        </p:txBody>
      </p:sp>
      <p:sp>
        <p:nvSpPr>
          <p:cNvPr id="15" name="Section Number">
            <a:extLst>
              <a:ext uri="{FF2B5EF4-FFF2-40B4-BE49-F238E27FC236}">
                <a16:creationId xmlns:a16="http://schemas.microsoft.com/office/drawing/2014/main" id="{353938DB-D71F-BCC9-253A-E90421933DD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5" y="685800"/>
            <a:ext cx="7315200" cy="1447800"/>
          </a:xfrm>
          <a:prstGeom prst="rect">
            <a:avLst/>
          </a:prstGeom>
        </p:spPr>
        <p:txBody>
          <a:bodyPr lIns="0" tIns="45720" rIns="0"/>
          <a:lstStyle>
            <a:lvl1pPr>
              <a:defRPr lang="en-US" sz="9600" b="1" dirty="0" smtClean="0">
                <a:solidFill>
                  <a:schemeClr val="bg2"/>
                </a:solidFill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/>
              <a:t>#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07D78CB3-8E2A-426A-73F0-19178ABAAB0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 bwMode="gray">
          <a:xfrm>
            <a:off x="371475" y="6563358"/>
            <a:ext cx="4852035" cy="88901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defRPr sz="800"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© 2023 NTT DATA, Inc. (Insert appropriate disclaimer if required)</a:t>
            </a:r>
            <a:endParaRPr lang="pt-BR" noProof="0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90D19329-B7C0-CE48-A2F3-05D87FD0371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 bwMode="gray">
          <a:xfrm>
            <a:off x="5943600" y="6563358"/>
            <a:ext cx="304800" cy="88901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 anchor="ctr">
            <a:noAutofit/>
          </a:bodyPr>
          <a:lstStyle>
            <a:lvl1pPr algn="ctr">
              <a:lnSpc>
                <a:spcPct val="100000"/>
              </a:lnSpc>
              <a:defRPr sz="800">
                <a:solidFill>
                  <a:schemeClr val="bg1"/>
                </a:solidFill>
              </a:defRPr>
            </a:lvl1pPr>
          </a:lstStyle>
          <a:p>
            <a:fld id="{13CE6DAF-806F-404B-BC68-339BFCB57E5C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8" name="Innovation Curve">
            <a:extLst>
              <a:ext uri="{FF2B5EF4-FFF2-40B4-BE49-F238E27FC236}">
                <a16:creationId xmlns:a16="http://schemas.microsoft.com/office/drawing/2014/main" id="{8FAD0C94-F295-1BA4-75E9-C0403855E0F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940970" y="2281852"/>
            <a:ext cx="3879556" cy="38903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289315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_Divider_Innovation Curve Image Left Dark">
    <p:bg bwMode="gray"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A725B5FD-E0E9-1E4B-5EFE-D46E0910A6C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495800" y="2433116"/>
            <a:ext cx="7315200" cy="3739084"/>
          </a:xfrm>
        </p:spPr>
        <p:txBody>
          <a:bodyPr/>
          <a:lstStyle>
            <a:lvl1pPr>
              <a:defRPr sz="4000">
                <a:solidFill>
                  <a:schemeClr val="bg1"/>
                </a:solidFill>
              </a:defRPr>
            </a:lvl1pPr>
          </a:lstStyle>
          <a:p>
            <a:r>
              <a:rPr lang="en-US"/>
              <a:t>Divider Page</a:t>
            </a:r>
          </a:p>
        </p:txBody>
      </p:sp>
      <p:sp>
        <p:nvSpPr>
          <p:cNvPr id="12" name="Section Number">
            <a:extLst>
              <a:ext uri="{FF2B5EF4-FFF2-40B4-BE49-F238E27FC236}">
                <a16:creationId xmlns:a16="http://schemas.microsoft.com/office/drawing/2014/main" id="{4337322C-F1A6-A8D5-2662-80C365ECE1C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495800" y="685800"/>
            <a:ext cx="7315200" cy="1447800"/>
          </a:xfrm>
          <a:prstGeom prst="rect">
            <a:avLst/>
          </a:prstGeom>
        </p:spPr>
        <p:txBody>
          <a:bodyPr lIns="0" tIns="45720" rIns="0"/>
          <a:lstStyle>
            <a:lvl1pPr>
              <a:defRPr lang="en-US" sz="9600" b="1" dirty="0" smtClean="0">
                <a:solidFill>
                  <a:schemeClr val="accent2"/>
                </a:solidFill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/>
              <a:t>#</a:t>
            </a:r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8795E080-1F31-4238-044C-F377C0E2532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 bwMode="gray">
          <a:xfrm>
            <a:off x="371475" y="6563358"/>
            <a:ext cx="4852035" cy="88901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defRPr sz="800"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© 2023 NTT DATA, Inc. (Insert appropriate disclaimer if required)</a:t>
            </a:r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5ACFAEF6-C002-CEF8-D12E-35B10EFF2EE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 bwMode="gray">
          <a:xfrm>
            <a:off x="5943600" y="6563358"/>
            <a:ext cx="304800" cy="88901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 anchor="ctr">
            <a:noAutofit/>
          </a:bodyPr>
          <a:lstStyle>
            <a:lvl1pPr algn="ctr">
              <a:lnSpc>
                <a:spcPct val="100000"/>
              </a:lnSpc>
              <a:defRPr sz="800">
                <a:solidFill>
                  <a:schemeClr val="bg1"/>
                </a:solidFill>
              </a:defRPr>
            </a:lvl1pPr>
          </a:lstStyle>
          <a:p>
            <a:fld id="{13CE6DAF-806F-404B-BC68-339BFCB57E5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Grid">
            <a:extLst>
              <a:ext uri="{FF2B5EF4-FFF2-40B4-BE49-F238E27FC236}">
                <a16:creationId xmlns:a16="http://schemas.microsoft.com/office/drawing/2014/main" id="{7C23E814-83D3-3A4C-E7C1-1CC5AAE30DD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89852" y="2403913"/>
            <a:ext cx="3755940" cy="3767718"/>
          </a:xfrm>
          <a:blipFill>
            <a:blip r:embed="rId2"/>
            <a:stretch>
              <a:fillRect/>
            </a:stretch>
          </a:blipFill>
        </p:spPr>
        <p:txBody>
          <a:bodyPr/>
          <a:lstStyle>
            <a:lvl1pPr>
              <a:defRPr sz="200"/>
            </a:lvl1pPr>
          </a:lstStyle>
          <a:p>
            <a:pPr lvl="0"/>
            <a:r>
              <a:rPr lang="de-DE"/>
              <a:t>.</a:t>
            </a:r>
          </a:p>
        </p:txBody>
      </p:sp>
      <p:sp>
        <p:nvSpPr>
          <p:cNvPr id="8" name="Mask">
            <a:extLst>
              <a:ext uri="{FF2B5EF4-FFF2-40B4-BE49-F238E27FC236}">
                <a16:creationId xmlns:a16="http://schemas.microsoft.com/office/drawing/2014/main" id="{6A3F8A03-35AC-7457-3761-25EFCA9E3C9A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 bwMode="gray">
          <a:xfrm>
            <a:off x="389852" y="2403913"/>
            <a:ext cx="3755940" cy="3767718"/>
          </a:xfrm>
          <a:custGeom>
            <a:avLst/>
            <a:gdLst>
              <a:gd name="connsiteX0" fmla="*/ 1221722 w 3755940"/>
              <a:gd name="connsiteY0" fmla="*/ 0 h 3767718"/>
              <a:gd name="connsiteX1" fmla="*/ 2020606 w 3755940"/>
              <a:gd name="connsiteY1" fmla="*/ 439029 h 3767718"/>
              <a:gd name="connsiteX2" fmla="*/ 2500058 w 3755940"/>
              <a:gd name="connsiteY2" fmla="*/ 1241044 h 3767718"/>
              <a:gd name="connsiteX3" fmla="*/ 3753449 w 3755940"/>
              <a:gd name="connsiteY3" fmla="*/ 3762701 h 3767718"/>
              <a:gd name="connsiteX4" fmla="*/ 3755940 w 3755940"/>
              <a:gd name="connsiteY4" fmla="*/ 3767718 h 3767718"/>
              <a:gd name="connsiteX5" fmla="*/ 2499239 w 3755940"/>
              <a:gd name="connsiteY5" fmla="*/ 3767718 h 3767718"/>
              <a:gd name="connsiteX6" fmla="*/ 2498278 w 3755940"/>
              <a:gd name="connsiteY6" fmla="*/ 3765796 h 3767718"/>
              <a:gd name="connsiteX7" fmla="*/ 1255918 w 3755940"/>
              <a:gd name="connsiteY7" fmla="*/ 1279154 h 3767718"/>
              <a:gd name="connsiteX8" fmla="*/ 1255918 w 3755940"/>
              <a:gd name="connsiteY8" fmla="*/ 3767718 h 3767718"/>
              <a:gd name="connsiteX9" fmla="*/ 1252431 w 3755940"/>
              <a:gd name="connsiteY9" fmla="*/ 3767718 h 3767718"/>
              <a:gd name="connsiteX10" fmla="*/ 0 w 3755940"/>
              <a:gd name="connsiteY10" fmla="*/ 3767718 h 3767718"/>
              <a:gd name="connsiteX11" fmla="*/ 0 w 3755940"/>
              <a:gd name="connsiteY11" fmla="*/ 1264422 h 3767718"/>
              <a:gd name="connsiteX12" fmla="*/ 299364 w 3755940"/>
              <a:gd name="connsiteY12" fmla="*/ 383020 h 3767718"/>
              <a:gd name="connsiteX13" fmla="*/ 1221722 w 3755940"/>
              <a:gd name="connsiteY13" fmla="*/ 0 h 37677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3755940" h="3767718">
                <a:moveTo>
                  <a:pt x="1221722" y="0"/>
                </a:moveTo>
                <a:cubicBezTo>
                  <a:pt x="1554534" y="0"/>
                  <a:pt x="1814293" y="189446"/>
                  <a:pt x="2020606" y="439029"/>
                </a:cubicBezTo>
                <a:cubicBezTo>
                  <a:pt x="2226883" y="688575"/>
                  <a:pt x="2380212" y="998721"/>
                  <a:pt x="2500058" y="1241044"/>
                </a:cubicBezTo>
                <a:lnTo>
                  <a:pt x="3753449" y="3762701"/>
                </a:lnTo>
                <a:lnTo>
                  <a:pt x="3755940" y="3767718"/>
                </a:lnTo>
                <a:lnTo>
                  <a:pt x="2499239" y="3767718"/>
                </a:lnTo>
                <a:lnTo>
                  <a:pt x="2498278" y="3765796"/>
                </a:lnTo>
                <a:lnTo>
                  <a:pt x="1255918" y="1279154"/>
                </a:lnTo>
                <a:lnTo>
                  <a:pt x="1255918" y="3767718"/>
                </a:lnTo>
                <a:cubicBezTo>
                  <a:pt x="1255918" y="3767718"/>
                  <a:pt x="1252431" y="3767718"/>
                  <a:pt x="1252431" y="3767718"/>
                </a:cubicBezTo>
                <a:lnTo>
                  <a:pt x="0" y="3767718"/>
                </a:lnTo>
                <a:lnTo>
                  <a:pt x="0" y="1264422"/>
                </a:lnTo>
                <a:cubicBezTo>
                  <a:pt x="0" y="932251"/>
                  <a:pt x="97677" y="616163"/>
                  <a:pt x="299364" y="383020"/>
                </a:cubicBezTo>
                <a:cubicBezTo>
                  <a:pt x="501086" y="149842"/>
                  <a:pt x="806677" y="0"/>
                  <a:pt x="1221722" y="0"/>
                </a:cubicBezTo>
                <a:close/>
              </a:path>
            </a:pathLst>
          </a:custGeom>
          <a:solidFill>
            <a:schemeClr val="accent6"/>
          </a:solidFill>
        </p:spPr>
        <p:txBody>
          <a:bodyPr wrap="square">
            <a:noAutofit/>
          </a:bodyPr>
          <a:lstStyle>
            <a:lvl1pPr>
              <a:defRPr sz="200">
                <a:solidFill>
                  <a:srgbClr val="070F26"/>
                </a:solidFill>
              </a:defRPr>
            </a:lvl1pPr>
          </a:lstStyle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3447990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image" Target="../media/image2.svg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image" Target="../media/image1.emf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oleObject" Target="../embeddings/oleObject1.bin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tags" Target="../tags/tag2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theme" Target="../theme/theme1.xml"/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42.xml"/><Relationship Id="rId13" Type="http://schemas.openxmlformats.org/officeDocument/2006/relationships/slideLayout" Target="../slideLayouts/slideLayout47.xml"/><Relationship Id="rId18" Type="http://schemas.openxmlformats.org/officeDocument/2006/relationships/slideLayout" Target="../slideLayouts/slideLayout52.xml"/><Relationship Id="rId26" Type="http://schemas.openxmlformats.org/officeDocument/2006/relationships/image" Target="../media/image1.emf"/><Relationship Id="rId3" Type="http://schemas.openxmlformats.org/officeDocument/2006/relationships/slideLayout" Target="../slideLayouts/slideLayout37.xml"/><Relationship Id="rId21" Type="http://schemas.openxmlformats.org/officeDocument/2006/relationships/slideLayout" Target="../slideLayouts/slideLayout55.xml"/><Relationship Id="rId7" Type="http://schemas.openxmlformats.org/officeDocument/2006/relationships/slideLayout" Target="../slideLayouts/slideLayout41.xml"/><Relationship Id="rId12" Type="http://schemas.openxmlformats.org/officeDocument/2006/relationships/slideLayout" Target="../slideLayouts/slideLayout46.xml"/><Relationship Id="rId17" Type="http://schemas.openxmlformats.org/officeDocument/2006/relationships/slideLayout" Target="../slideLayouts/slideLayout51.xml"/><Relationship Id="rId25" Type="http://schemas.openxmlformats.org/officeDocument/2006/relationships/oleObject" Target="../embeddings/oleObject4.bin"/><Relationship Id="rId2" Type="http://schemas.openxmlformats.org/officeDocument/2006/relationships/slideLayout" Target="../slideLayouts/slideLayout36.xml"/><Relationship Id="rId16" Type="http://schemas.openxmlformats.org/officeDocument/2006/relationships/slideLayout" Target="../slideLayouts/slideLayout50.xml"/><Relationship Id="rId20" Type="http://schemas.openxmlformats.org/officeDocument/2006/relationships/slideLayout" Target="../slideLayouts/slideLayout54.xml"/><Relationship Id="rId1" Type="http://schemas.openxmlformats.org/officeDocument/2006/relationships/slideLayout" Target="../slideLayouts/slideLayout35.xml"/><Relationship Id="rId6" Type="http://schemas.openxmlformats.org/officeDocument/2006/relationships/slideLayout" Target="../slideLayouts/slideLayout40.xml"/><Relationship Id="rId11" Type="http://schemas.openxmlformats.org/officeDocument/2006/relationships/slideLayout" Target="../slideLayouts/slideLayout45.xml"/><Relationship Id="rId24" Type="http://schemas.openxmlformats.org/officeDocument/2006/relationships/tags" Target="../tags/tag6.xml"/><Relationship Id="rId5" Type="http://schemas.openxmlformats.org/officeDocument/2006/relationships/slideLayout" Target="../slideLayouts/slideLayout39.xml"/><Relationship Id="rId15" Type="http://schemas.openxmlformats.org/officeDocument/2006/relationships/slideLayout" Target="../slideLayouts/slideLayout49.xml"/><Relationship Id="rId23" Type="http://schemas.openxmlformats.org/officeDocument/2006/relationships/theme" Target="../theme/theme2.xml"/><Relationship Id="rId10" Type="http://schemas.openxmlformats.org/officeDocument/2006/relationships/slideLayout" Target="../slideLayouts/slideLayout44.xml"/><Relationship Id="rId19" Type="http://schemas.openxmlformats.org/officeDocument/2006/relationships/slideLayout" Target="../slideLayouts/slideLayout53.xml"/><Relationship Id="rId4" Type="http://schemas.openxmlformats.org/officeDocument/2006/relationships/slideLayout" Target="../slideLayouts/slideLayout38.xml"/><Relationship Id="rId9" Type="http://schemas.openxmlformats.org/officeDocument/2006/relationships/slideLayout" Target="../slideLayouts/slideLayout43.xml"/><Relationship Id="rId14" Type="http://schemas.openxmlformats.org/officeDocument/2006/relationships/slideLayout" Target="../slideLayouts/slideLayout48.xml"/><Relationship Id="rId22" Type="http://schemas.openxmlformats.org/officeDocument/2006/relationships/slideLayout" Target="../slideLayouts/slideLayout56.xml"/><Relationship Id="rId27" Type="http://schemas.openxmlformats.org/officeDocument/2006/relationships/image" Target="../media/image17.svg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64.xml"/><Relationship Id="rId13" Type="http://schemas.openxmlformats.org/officeDocument/2006/relationships/slideLayout" Target="../slideLayouts/slideLayout69.xml"/><Relationship Id="rId18" Type="http://schemas.openxmlformats.org/officeDocument/2006/relationships/slideLayout" Target="../slideLayouts/slideLayout74.xml"/><Relationship Id="rId26" Type="http://schemas.openxmlformats.org/officeDocument/2006/relationships/image" Target="../media/image1.emf"/><Relationship Id="rId3" Type="http://schemas.openxmlformats.org/officeDocument/2006/relationships/slideLayout" Target="../slideLayouts/slideLayout59.xml"/><Relationship Id="rId21" Type="http://schemas.openxmlformats.org/officeDocument/2006/relationships/slideLayout" Target="../slideLayouts/slideLayout77.xml"/><Relationship Id="rId7" Type="http://schemas.openxmlformats.org/officeDocument/2006/relationships/slideLayout" Target="../slideLayouts/slideLayout63.xml"/><Relationship Id="rId12" Type="http://schemas.openxmlformats.org/officeDocument/2006/relationships/slideLayout" Target="../slideLayouts/slideLayout68.xml"/><Relationship Id="rId17" Type="http://schemas.openxmlformats.org/officeDocument/2006/relationships/slideLayout" Target="../slideLayouts/slideLayout73.xml"/><Relationship Id="rId25" Type="http://schemas.openxmlformats.org/officeDocument/2006/relationships/oleObject" Target="../embeddings/oleObject5.bin"/><Relationship Id="rId2" Type="http://schemas.openxmlformats.org/officeDocument/2006/relationships/slideLayout" Target="../slideLayouts/slideLayout58.xml"/><Relationship Id="rId16" Type="http://schemas.openxmlformats.org/officeDocument/2006/relationships/slideLayout" Target="../slideLayouts/slideLayout72.xml"/><Relationship Id="rId20" Type="http://schemas.openxmlformats.org/officeDocument/2006/relationships/slideLayout" Target="../slideLayouts/slideLayout76.xml"/><Relationship Id="rId1" Type="http://schemas.openxmlformats.org/officeDocument/2006/relationships/slideLayout" Target="../slideLayouts/slideLayout57.xml"/><Relationship Id="rId6" Type="http://schemas.openxmlformats.org/officeDocument/2006/relationships/slideLayout" Target="../slideLayouts/slideLayout62.xml"/><Relationship Id="rId11" Type="http://schemas.openxmlformats.org/officeDocument/2006/relationships/slideLayout" Target="../slideLayouts/slideLayout67.xml"/><Relationship Id="rId24" Type="http://schemas.openxmlformats.org/officeDocument/2006/relationships/tags" Target="../tags/tag7.xml"/><Relationship Id="rId5" Type="http://schemas.openxmlformats.org/officeDocument/2006/relationships/slideLayout" Target="../slideLayouts/slideLayout61.xml"/><Relationship Id="rId15" Type="http://schemas.openxmlformats.org/officeDocument/2006/relationships/slideLayout" Target="../slideLayouts/slideLayout71.xml"/><Relationship Id="rId23" Type="http://schemas.openxmlformats.org/officeDocument/2006/relationships/theme" Target="../theme/theme3.xml"/><Relationship Id="rId10" Type="http://schemas.openxmlformats.org/officeDocument/2006/relationships/slideLayout" Target="../slideLayouts/slideLayout66.xml"/><Relationship Id="rId19" Type="http://schemas.openxmlformats.org/officeDocument/2006/relationships/slideLayout" Target="../slideLayouts/slideLayout75.xml"/><Relationship Id="rId4" Type="http://schemas.openxmlformats.org/officeDocument/2006/relationships/slideLayout" Target="../slideLayouts/slideLayout60.xml"/><Relationship Id="rId9" Type="http://schemas.openxmlformats.org/officeDocument/2006/relationships/slideLayout" Target="../slideLayouts/slideLayout65.xml"/><Relationship Id="rId14" Type="http://schemas.openxmlformats.org/officeDocument/2006/relationships/slideLayout" Target="../slideLayouts/slideLayout70.xml"/><Relationship Id="rId22" Type="http://schemas.openxmlformats.org/officeDocument/2006/relationships/slideLayout" Target="../slideLayouts/slideLayout78.xml"/><Relationship Id="rId27" Type="http://schemas.openxmlformats.org/officeDocument/2006/relationships/image" Target="../media/image17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gray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think-cell data - do not delete" hidden="1">
            <a:extLst>
              <a:ext uri="{FF2B5EF4-FFF2-40B4-BE49-F238E27FC236}">
                <a16:creationId xmlns:a16="http://schemas.microsoft.com/office/drawing/2014/main" id="{00ECC95C-7246-F7C5-6FD0-4460A0884C10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36"/>
            </p:custDataLst>
            <p:extLst>
              <p:ext uri="{D42A27DB-BD31-4B8C-83A1-F6EECF244321}">
                <p14:modId xmlns:p14="http://schemas.microsoft.com/office/powerpoint/2010/main" val="15042406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7" imgW="473" imgH="473" progId="TCLayout.ActiveDocument.1">
                  <p:embed/>
                </p:oleObj>
              </mc:Choice>
              <mc:Fallback>
                <p:oleObj name="think-cell Slide" r:id="rId37" imgW="473" imgH="473" progId="TCLayout.ActiveDocument.1">
                  <p:embed/>
                  <p:pic>
                    <p:nvPicPr>
                      <p:cNvPr id="9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00ECC95C-7246-F7C5-6FD0-4460A0884C1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8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ABBE737-E323-235A-0021-88662CD1E6DE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407987" y="404814"/>
            <a:ext cx="11376025" cy="376236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D0D1662-0CED-9909-FD67-AC1F61182486}"/>
              </a:ext>
            </a:extLst>
          </p:cNvPr>
          <p:cNvSpPr>
            <a:spLocks noGrp="1"/>
          </p:cNvSpPr>
          <p:nvPr>
            <p:ph type="body" idx="1"/>
          </p:nvPr>
        </p:nvSpPr>
        <p:spPr bwMode="gray">
          <a:xfrm>
            <a:off x="407987" y="1412875"/>
            <a:ext cx="11376025" cy="504031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02BB86D1-2CE5-AAA6-B90B-481677FABD8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 bwMode="gray">
          <a:xfrm>
            <a:off x="371475" y="6546253"/>
            <a:ext cx="4852035" cy="123111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 anchor="ctr">
            <a:spAutoFit/>
          </a:bodyPr>
          <a:lstStyle>
            <a:lvl1pPr algn="l">
              <a:lnSpc>
                <a:spcPct val="100000"/>
              </a:lnSpc>
              <a:defRPr sz="800">
                <a:solidFill>
                  <a:srgbClr val="6B6B6B"/>
                </a:solidFill>
              </a:defRPr>
            </a:lvl1pPr>
          </a:lstStyle>
          <a:p>
            <a:r>
              <a:rPr lang="en-US" noProof="0"/>
              <a:t>© 2023 NTT DATA</a:t>
            </a:r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CA473BAF-053F-84AA-C68D-278BC80E78B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 bwMode="gray">
          <a:xfrm>
            <a:off x="5943600" y="6563358"/>
            <a:ext cx="304800" cy="88901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 anchor="ctr">
            <a:noAutofit/>
          </a:bodyPr>
          <a:lstStyle>
            <a:lvl1pPr algn="ctr">
              <a:lnSpc>
                <a:spcPct val="100000"/>
              </a:lnSpc>
              <a:defRPr sz="800">
                <a:solidFill>
                  <a:srgbClr val="6B6B6B"/>
                </a:solidFill>
              </a:defRPr>
            </a:lvl1pPr>
          </a:lstStyle>
          <a:p>
            <a:fld id="{13CE6DAF-806F-404B-BC68-339BFCB57E5C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11" name="Grafik 6" descr="NTT DATA Logo">
            <a:extLst>
              <a:ext uri="{FF2B5EF4-FFF2-40B4-BE49-F238E27FC236}">
                <a16:creationId xmlns:a16="http://schemas.microsoft.com/office/drawing/2014/main" id="{5D496086-CCB0-9803-DA23-3B03539487B4}"/>
              </a:ext>
            </a:extLst>
          </p:cNvPr>
          <p:cNvPicPr/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9"/>
              </a:ext>
            </a:extLst>
          </a:blip>
          <a:stretch>
            <a:fillRect/>
          </a:stretch>
        </p:blipFill>
        <p:spPr>
          <a:xfrm>
            <a:off x="10531554" y="6449745"/>
            <a:ext cx="1288971" cy="262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43178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1" r:id="rId1"/>
    <p:sldLayoutId id="2147483712" r:id="rId2"/>
    <p:sldLayoutId id="2147483713" r:id="rId3"/>
    <p:sldLayoutId id="2147483714" r:id="rId4"/>
    <p:sldLayoutId id="2147483715" r:id="rId5"/>
    <p:sldLayoutId id="2147483716" r:id="rId6"/>
    <p:sldLayoutId id="2147483717" r:id="rId7"/>
    <p:sldLayoutId id="2147483718" r:id="rId8"/>
    <p:sldLayoutId id="2147483719" r:id="rId9"/>
    <p:sldLayoutId id="2147483720" r:id="rId10"/>
    <p:sldLayoutId id="2147483721" r:id="rId11"/>
    <p:sldLayoutId id="2147483722" r:id="rId12"/>
    <p:sldLayoutId id="2147483723" r:id="rId13"/>
    <p:sldLayoutId id="2147483724" r:id="rId14"/>
    <p:sldLayoutId id="2147483725" r:id="rId15"/>
    <p:sldLayoutId id="2147483726" r:id="rId16"/>
    <p:sldLayoutId id="2147483727" r:id="rId17"/>
    <p:sldLayoutId id="2147483728" r:id="rId18"/>
    <p:sldLayoutId id="2147483729" r:id="rId19"/>
    <p:sldLayoutId id="2147483730" r:id="rId20"/>
    <p:sldLayoutId id="2147483731" r:id="rId21"/>
    <p:sldLayoutId id="2147483732" r:id="rId22"/>
    <p:sldLayoutId id="2147483733" r:id="rId23"/>
    <p:sldLayoutId id="2147483734" r:id="rId24"/>
    <p:sldLayoutId id="2147483735" r:id="rId25"/>
    <p:sldLayoutId id="2147483736" r:id="rId26"/>
    <p:sldLayoutId id="2147483737" r:id="rId27"/>
    <p:sldLayoutId id="2147483738" r:id="rId28"/>
    <p:sldLayoutId id="2147483739" r:id="rId29"/>
    <p:sldLayoutId id="2147483740" r:id="rId30"/>
    <p:sldLayoutId id="2147483741" r:id="rId31"/>
    <p:sldLayoutId id="2147483742" r:id="rId32"/>
    <p:sldLayoutId id="2147483743" r:id="rId33"/>
    <p:sldLayoutId id="2147483891" r:id="rId34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400" b="1" kern="1200">
          <a:solidFill>
            <a:schemeClr val="accent3"/>
          </a:solidFill>
          <a:latin typeface="Calibri" panose="020F0502020204030204" pitchFamily="34" charset="0"/>
          <a:ea typeface="+mj-ea"/>
          <a:cs typeface="Calibri" panose="020F0502020204030204" pitchFamily="34" charset="0"/>
        </a:defRPr>
      </a:lvl1pPr>
    </p:titleStyle>
    <p:bodyStyle>
      <a:lvl1pPr marL="0" indent="0" algn="l" defTabSz="914400" rtl="0" eaLnBrk="1" latinLnBrk="0" hangingPunct="1">
        <a:lnSpc>
          <a:spcPct val="110000"/>
        </a:lnSpc>
        <a:spcBef>
          <a:spcPts val="600"/>
        </a:spcBef>
        <a:buFontTx/>
        <a:buNone/>
        <a:defRPr sz="1800" kern="1200">
          <a:solidFill>
            <a:schemeClr val="tx1"/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1pPr>
      <a:lvl2pPr marL="216000" indent="-216000" algn="l" defTabSz="914400" rtl="0" eaLnBrk="1" latinLnBrk="0" hangingPunct="1">
        <a:lnSpc>
          <a:spcPct val="100000"/>
        </a:lnSpc>
        <a:spcBef>
          <a:spcPts val="6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2pPr>
      <a:lvl3pPr marL="432000" indent="-216000" algn="l" defTabSz="914400" rtl="0" eaLnBrk="1" latinLnBrk="0" hangingPunct="1">
        <a:lnSpc>
          <a:spcPct val="100000"/>
        </a:lnSpc>
        <a:spcBef>
          <a:spcPts val="6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3pPr>
      <a:lvl4pPr marL="648000" indent="-216000" algn="l" defTabSz="914400" rtl="0" eaLnBrk="1" latinLnBrk="0" hangingPunct="1">
        <a:lnSpc>
          <a:spcPct val="100000"/>
        </a:lnSpc>
        <a:spcBef>
          <a:spcPts val="6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4pPr>
      <a:lvl5pPr marL="864000" indent="-216000" algn="l" defTabSz="914400" rtl="0" eaLnBrk="1" latinLnBrk="0" hangingPunct="1">
        <a:lnSpc>
          <a:spcPct val="100000"/>
        </a:lnSpc>
        <a:spcBef>
          <a:spcPts val="6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57">
          <p15:clr>
            <a:srgbClr val="F26B43"/>
          </p15:clr>
        </p15:guide>
        <p15:guide id="2" pos="7423">
          <p15:clr>
            <a:srgbClr val="F26B43"/>
          </p15:clr>
        </p15:guide>
        <p15:guide id="3" orient="horz" pos="255">
          <p15:clr>
            <a:srgbClr val="F26B43"/>
          </p15:clr>
        </p15:guide>
        <p15:guide id="4" orient="horz" pos="890">
          <p15:clr>
            <a:srgbClr val="F26B43"/>
          </p15:clr>
        </p15:guide>
        <p15:guide id="5" orient="horz" pos="4065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 bwMode="gray"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hink-cell data - do not delete" hidden="1">
            <a:extLst>
              <a:ext uri="{FF2B5EF4-FFF2-40B4-BE49-F238E27FC236}">
                <a16:creationId xmlns:a16="http://schemas.microsoft.com/office/drawing/2014/main" id="{84C3F098-5B7C-ABC8-DE95-2A71C4E352A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4"/>
            </p:custDataLst>
            <p:extLst>
              <p:ext uri="{D42A27DB-BD31-4B8C-83A1-F6EECF244321}">
                <p14:modId xmlns:p14="http://schemas.microsoft.com/office/powerpoint/2010/main" val="78796385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25" imgW="473" imgH="473" progId="TCLayout.ActiveDocument.1">
                  <p:embed/>
                </p:oleObj>
              </mc:Choice>
              <mc:Fallback>
                <p:oleObj name="think-cell Slide" r:id="rId25" imgW="473" imgH="473" progId="TCLayout.ActiveDocument.1">
                  <p:embed/>
                  <p:pic>
                    <p:nvPicPr>
                      <p:cNvPr id="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84C3F098-5B7C-ABC8-DE95-2A71C4E352A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874404F-43CD-40C8-B408-4B36050B4048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71475" y="333375"/>
            <a:ext cx="11449050" cy="792000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en-US"/>
              <a:t>Click to edit Master title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7B7396-CF44-41A3-ABC7-B95299F0C01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 bwMode="gray">
          <a:xfrm>
            <a:off x="371475" y="6563358"/>
            <a:ext cx="4852035" cy="88901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defRPr sz="800"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© 2023 NTT DATA, Inc. (Insert appropriate disclaimer if required)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603A65-CACD-4E1E-A1C2-FC8F9891C1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 bwMode="gray">
          <a:xfrm>
            <a:off x="5943600" y="6563358"/>
            <a:ext cx="304800" cy="88901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 anchor="ctr">
            <a:noAutofit/>
          </a:bodyPr>
          <a:lstStyle>
            <a:lvl1pPr algn="ctr">
              <a:lnSpc>
                <a:spcPct val="100000"/>
              </a:lnSpc>
              <a:defRPr sz="800">
                <a:solidFill>
                  <a:schemeClr val="bg1"/>
                </a:solidFill>
              </a:defRPr>
            </a:lvl1pPr>
          </a:lstStyle>
          <a:p>
            <a:fld id="{13CE6DAF-806F-404B-BC68-339BFCB57E5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DB22E3CC-1B88-CF67-AD2F-D65E37E3716E}"/>
              </a:ext>
            </a:extLst>
          </p:cNvPr>
          <p:cNvSpPr>
            <a:spLocks noGrp="1"/>
          </p:cNvSpPr>
          <p:nvPr>
            <p:ph type="body" idx="1"/>
          </p:nvPr>
        </p:nvSpPr>
        <p:spPr bwMode="gray">
          <a:xfrm>
            <a:off x="371475" y="1412875"/>
            <a:ext cx="11449050" cy="482441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14" name="NTT DATA Global Logo">
            <a:extLst>
              <a:ext uri="{FF2B5EF4-FFF2-40B4-BE49-F238E27FC236}">
                <a16:creationId xmlns:a16="http://schemas.microsoft.com/office/drawing/2014/main" id="{D3B22713-AB91-EF03-7CF0-CCF486815A3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7"/>
              </a:ext>
            </a:extLst>
          </a:blip>
          <a:stretch>
            <a:fillRect/>
          </a:stretch>
        </p:blipFill>
        <p:spPr bwMode="gray">
          <a:xfrm>
            <a:off x="10531554" y="6449745"/>
            <a:ext cx="1288971" cy="262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85369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25" r:id="rId1"/>
    <p:sldLayoutId id="2147483826" r:id="rId2"/>
    <p:sldLayoutId id="2147483827" r:id="rId3"/>
    <p:sldLayoutId id="2147483828" r:id="rId4"/>
    <p:sldLayoutId id="2147483829" r:id="rId5"/>
    <p:sldLayoutId id="2147483830" r:id="rId6"/>
    <p:sldLayoutId id="2147483831" r:id="rId7"/>
    <p:sldLayoutId id="2147483832" r:id="rId8"/>
    <p:sldLayoutId id="2147483833" r:id="rId9"/>
    <p:sldLayoutId id="2147483834" r:id="rId10"/>
    <p:sldLayoutId id="2147483835" r:id="rId11"/>
    <p:sldLayoutId id="2147483836" r:id="rId12"/>
    <p:sldLayoutId id="2147483837" r:id="rId13"/>
    <p:sldLayoutId id="2147483838" r:id="rId14"/>
    <p:sldLayoutId id="2147483839" r:id="rId15"/>
    <p:sldLayoutId id="2147483840" r:id="rId16"/>
    <p:sldLayoutId id="2147483841" r:id="rId17"/>
    <p:sldLayoutId id="2147483842" r:id="rId18"/>
    <p:sldLayoutId id="2147483843" r:id="rId19"/>
    <p:sldLayoutId id="2147483844" r:id="rId20"/>
    <p:sldLayoutId id="2147483845" r:id="rId21"/>
    <p:sldLayoutId id="2147483846" r:id="rId22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400" b="0" kern="1200">
          <a:solidFill>
            <a:schemeClr val="bg1"/>
          </a:solidFill>
          <a:latin typeface="Georgia" panose="02040502050405020303" pitchFamily="18" charset="0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Tx/>
        <a:buNone/>
        <a:defRPr lang="en-US" sz="1800" kern="1200" dirty="0">
          <a:solidFill>
            <a:schemeClr val="bg1"/>
          </a:solidFill>
          <a:latin typeface="+mn-lt"/>
          <a:ea typeface="+mn-ea"/>
          <a:cs typeface="+mn-cs"/>
        </a:defRPr>
      </a:lvl1pPr>
      <a:lvl2pPr marL="285750" indent="-285750" algn="l" defTabSz="914400" rtl="0" eaLnBrk="1" latinLnBrk="0" hangingPunct="1">
        <a:lnSpc>
          <a:spcPct val="100000"/>
        </a:lnSpc>
        <a:spcBef>
          <a:spcPts val="500"/>
        </a:spcBef>
        <a:buClr>
          <a:schemeClr val="bg1"/>
        </a:buClr>
        <a:buFont typeface="Arial" panose="020B0604020202020204" pitchFamily="34" charset="0"/>
        <a:buChar char="•"/>
        <a:defRPr lang="en-US" sz="1800" kern="1200" dirty="0">
          <a:solidFill>
            <a:schemeClr val="bg1"/>
          </a:solidFill>
          <a:latin typeface="+mn-lt"/>
          <a:ea typeface="+mn-ea"/>
          <a:cs typeface="+mn-cs"/>
        </a:defRPr>
      </a:lvl2pPr>
      <a:lvl3pPr marL="536575" indent="-268288" algn="l" defTabSz="914400" rtl="0" eaLnBrk="1" latinLnBrk="0" hangingPunct="1">
        <a:lnSpc>
          <a:spcPct val="100000"/>
        </a:lnSpc>
        <a:spcBef>
          <a:spcPts val="500"/>
        </a:spcBef>
        <a:buClr>
          <a:schemeClr val="bg1"/>
        </a:buClr>
        <a:buFont typeface="Arial" panose="020B0604020202020204" pitchFamily="34" charset="0"/>
        <a:buChar char="»"/>
        <a:defRPr lang="en-US" sz="1600" kern="1200" dirty="0">
          <a:solidFill>
            <a:schemeClr val="bg1"/>
          </a:solidFill>
          <a:latin typeface="+mn-lt"/>
          <a:ea typeface="+mn-ea"/>
          <a:cs typeface="+mn-cs"/>
        </a:defRPr>
      </a:lvl3pPr>
      <a:lvl4pPr marL="804863" indent="-268288" algn="l" defTabSz="914400" rtl="0" eaLnBrk="1" latinLnBrk="0" hangingPunct="1">
        <a:lnSpc>
          <a:spcPct val="100000"/>
        </a:lnSpc>
        <a:spcBef>
          <a:spcPts val="500"/>
        </a:spcBef>
        <a:buClr>
          <a:schemeClr val="bg1"/>
        </a:buClr>
        <a:buFont typeface="Arial" panose="020B0604020202020204" pitchFamily="34" charset="0"/>
        <a:buChar char="•"/>
        <a:defRPr lang="en-US" sz="1600" kern="1200" dirty="0">
          <a:solidFill>
            <a:schemeClr val="bg1"/>
          </a:solidFill>
          <a:latin typeface="+mn-lt"/>
          <a:ea typeface="+mn-ea"/>
          <a:cs typeface="+mn-cs"/>
        </a:defRPr>
      </a:lvl4pPr>
      <a:lvl5pPr marL="1077913" indent="-273050" algn="l" defTabSz="914400" rtl="0" eaLnBrk="1" latinLnBrk="0" hangingPunct="1">
        <a:lnSpc>
          <a:spcPct val="100000"/>
        </a:lnSpc>
        <a:spcBef>
          <a:spcPts val="500"/>
        </a:spcBef>
        <a:buClr>
          <a:schemeClr val="bg1"/>
        </a:buClr>
        <a:buFont typeface="Arial" panose="020B0604020202020204" pitchFamily="34" charset="0"/>
        <a:buChar char="»"/>
        <a:defRPr lang="en-US" sz="1600" kern="1200" dirty="0">
          <a:solidFill>
            <a:schemeClr val="bg1"/>
          </a:solidFill>
          <a:latin typeface="+mn-lt"/>
          <a:ea typeface="+mn-ea"/>
          <a:cs typeface="+mn-cs"/>
        </a:defRPr>
      </a:lvl5pPr>
      <a:lvl6pPr marL="864000" indent="-216000" algn="l" defTabSz="914400" rtl="0" eaLnBrk="1" latinLnBrk="0" hangingPunct="1">
        <a:lnSpc>
          <a:spcPct val="90000"/>
        </a:lnSpc>
        <a:spcBef>
          <a:spcPts val="600"/>
        </a:spcBef>
        <a:buFont typeface="Roboto" panose="02000000000000000000" pitchFamily="2" charset="0"/>
        <a:buChar char="–"/>
        <a:defRPr sz="1400" kern="1200">
          <a:solidFill>
            <a:schemeClr val="tx2"/>
          </a:solidFill>
          <a:latin typeface="+mn-lt"/>
          <a:ea typeface="+mn-ea"/>
          <a:cs typeface="+mn-cs"/>
        </a:defRPr>
      </a:lvl6pPr>
      <a:lvl7pPr marL="864000" indent="-216000" algn="l" defTabSz="914400" rtl="0" eaLnBrk="1" latinLnBrk="0" hangingPunct="1">
        <a:lnSpc>
          <a:spcPct val="90000"/>
        </a:lnSpc>
        <a:spcBef>
          <a:spcPts val="600"/>
        </a:spcBef>
        <a:buFont typeface="Roboto" panose="02000000000000000000" pitchFamily="2" charset="0"/>
        <a:buChar char="–"/>
        <a:defRPr sz="1400" kern="1200">
          <a:solidFill>
            <a:schemeClr val="tx2"/>
          </a:solidFill>
          <a:latin typeface="+mn-lt"/>
          <a:ea typeface="+mn-ea"/>
          <a:cs typeface="+mn-cs"/>
        </a:defRPr>
      </a:lvl7pPr>
      <a:lvl8pPr marL="864000" indent="-216000" algn="l" defTabSz="914400" rtl="0" eaLnBrk="1" latinLnBrk="0" hangingPunct="1">
        <a:lnSpc>
          <a:spcPct val="90000"/>
        </a:lnSpc>
        <a:spcBef>
          <a:spcPts val="600"/>
        </a:spcBef>
        <a:buFont typeface="Roboto" panose="02000000000000000000" pitchFamily="2" charset="0"/>
        <a:buChar char="–"/>
        <a:defRPr sz="1400" kern="1200">
          <a:solidFill>
            <a:schemeClr val="tx2"/>
          </a:solidFill>
          <a:latin typeface="+mn-lt"/>
          <a:ea typeface="+mn-ea"/>
          <a:cs typeface="+mn-cs"/>
        </a:defRPr>
      </a:lvl8pPr>
      <a:lvl9pPr marL="864000" indent="-216000" algn="l" defTabSz="914400" rtl="0" eaLnBrk="1" latinLnBrk="0" hangingPunct="1">
        <a:lnSpc>
          <a:spcPct val="90000"/>
        </a:lnSpc>
        <a:spcBef>
          <a:spcPts val="600"/>
        </a:spcBef>
        <a:buFont typeface="Roboto" panose="02000000000000000000" pitchFamily="2" charset="0"/>
        <a:buChar char="–"/>
        <a:defRPr sz="14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indent="0" algn="l" defTabSz="914400" rtl="0" eaLnBrk="1" latinLnBrk="0" hangingPunct="1">
        <a:lnSpc>
          <a:spcPct val="110000"/>
        </a:lnSpc>
        <a:spcBef>
          <a:spcPts val="600"/>
        </a:spcBef>
        <a:buFontTx/>
        <a:buNone/>
        <a:defRPr sz="1800" kern="1200">
          <a:solidFill>
            <a:schemeClr val="tx2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10000"/>
        </a:lnSpc>
        <a:spcBef>
          <a:spcPts val="600"/>
        </a:spcBef>
        <a:buFontTx/>
        <a:buNone/>
        <a:defRPr sz="1400" kern="1200">
          <a:solidFill>
            <a:schemeClr val="tx2"/>
          </a:solidFill>
          <a:latin typeface="+mn-lt"/>
          <a:ea typeface="+mn-ea"/>
          <a:cs typeface="+mn-cs"/>
        </a:defRPr>
      </a:lvl2pPr>
      <a:lvl3pPr marL="216000" indent="-216000" algn="l" defTabSz="914400" rtl="0" eaLnBrk="1" latinLnBrk="0" hangingPunct="1">
        <a:lnSpc>
          <a:spcPct val="90000"/>
        </a:lnSpc>
        <a:spcBef>
          <a:spcPts val="600"/>
        </a:spcBef>
        <a:buClr>
          <a:schemeClr val="accent1"/>
        </a:buClr>
        <a:buFont typeface="Wingdings" panose="05000000000000000000" pitchFamily="2" charset="2"/>
        <a:buChar char="§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432000" indent="-216000" algn="l" defTabSz="914400" rtl="0" eaLnBrk="1" latinLnBrk="0" hangingPunct="1">
        <a:lnSpc>
          <a:spcPct val="90000"/>
        </a:lnSpc>
        <a:spcBef>
          <a:spcPts val="600"/>
        </a:spcBef>
        <a:buFont typeface="Roboto" panose="02000000000000000000" pitchFamily="2" charset="0"/>
        <a:buChar char="–"/>
        <a:defRPr sz="1400" kern="1200">
          <a:solidFill>
            <a:schemeClr val="tx2"/>
          </a:solidFill>
          <a:latin typeface="+mn-lt"/>
          <a:ea typeface="+mn-ea"/>
          <a:cs typeface="+mn-cs"/>
        </a:defRPr>
      </a:lvl4pPr>
      <a:lvl5pPr marL="648000" indent="-216000" algn="l" defTabSz="914400" rtl="0" eaLnBrk="1" latinLnBrk="0" hangingPunct="1">
        <a:lnSpc>
          <a:spcPct val="90000"/>
        </a:lnSpc>
        <a:spcBef>
          <a:spcPts val="600"/>
        </a:spcBef>
        <a:buFont typeface="Roboto" panose="02000000000000000000" pitchFamily="2" charset="0"/>
        <a:buChar char="–"/>
        <a:defRPr sz="1400" kern="1200">
          <a:solidFill>
            <a:schemeClr val="tx2"/>
          </a:solidFill>
          <a:latin typeface="+mn-lt"/>
          <a:ea typeface="+mn-ea"/>
          <a:cs typeface="+mn-cs"/>
        </a:defRPr>
      </a:lvl5pPr>
      <a:lvl6pPr marL="864000" indent="-216000" algn="l" defTabSz="914400" rtl="0" eaLnBrk="1" latinLnBrk="0" hangingPunct="1">
        <a:lnSpc>
          <a:spcPct val="90000"/>
        </a:lnSpc>
        <a:spcBef>
          <a:spcPts val="600"/>
        </a:spcBef>
        <a:buFont typeface="Roboto" panose="02000000000000000000" pitchFamily="2" charset="0"/>
        <a:buChar char="–"/>
        <a:defRPr sz="1400" kern="1200">
          <a:solidFill>
            <a:schemeClr val="tx2"/>
          </a:solidFill>
          <a:latin typeface="+mn-lt"/>
          <a:ea typeface="+mn-ea"/>
          <a:cs typeface="+mn-cs"/>
        </a:defRPr>
      </a:lvl6pPr>
      <a:lvl7pPr marL="864000" indent="-216000" algn="l" defTabSz="914400" rtl="0" eaLnBrk="1" latinLnBrk="0" hangingPunct="1">
        <a:lnSpc>
          <a:spcPct val="90000"/>
        </a:lnSpc>
        <a:spcBef>
          <a:spcPts val="600"/>
        </a:spcBef>
        <a:buFont typeface="Roboto" panose="02000000000000000000" pitchFamily="2" charset="0"/>
        <a:buChar char="–"/>
        <a:defRPr sz="1400" kern="1200">
          <a:solidFill>
            <a:schemeClr val="tx2"/>
          </a:solidFill>
          <a:latin typeface="+mn-lt"/>
          <a:ea typeface="+mn-ea"/>
          <a:cs typeface="+mn-cs"/>
        </a:defRPr>
      </a:lvl7pPr>
      <a:lvl8pPr marL="864000" indent="-216000" algn="l" defTabSz="914400" rtl="0" eaLnBrk="1" latinLnBrk="0" hangingPunct="1">
        <a:lnSpc>
          <a:spcPct val="90000"/>
        </a:lnSpc>
        <a:spcBef>
          <a:spcPts val="600"/>
        </a:spcBef>
        <a:buFont typeface="Roboto" panose="02000000000000000000" pitchFamily="2" charset="0"/>
        <a:buChar char="–"/>
        <a:defRPr sz="1400" kern="1200">
          <a:solidFill>
            <a:schemeClr val="tx2"/>
          </a:solidFill>
          <a:latin typeface="+mn-lt"/>
          <a:ea typeface="+mn-ea"/>
          <a:cs typeface="+mn-cs"/>
        </a:defRPr>
      </a:lvl8pPr>
      <a:lvl9pPr marL="864000" indent="-216000" algn="l" defTabSz="914400" rtl="0" eaLnBrk="1" latinLnBrk="0" hangingPunct="1">
        <a:lnSpc>
          <a:spcPct val="90000"/>
        </a:lnSpc>
        <a:spcBef>
          <a:spcPts val="600"/>
        </a:spcBef>
        <a:buFont typeface="Roboto" panose="02000000000000000000" pitchFamily="2" charset="0"/>
        <a:buChar char="–"/>
        <a:defRPr sz="1400" kern="1200">
          <a:solidFill>
            <a:schemeClr val="tx2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0">
          <p15:clr>
            <a:srgbClr val="F26B43"/>
          </p15:clr>
        </p15:guide>
        <p15:guide id="3" orient="horz" pos="890">
          <p15:clr>
            <a:srgbClr val="F26B43"/>
          </p15:clr>
        </p15:guide>
        <p15:guide id="4" orient="horz" pos="3929">
          <p15:clr>
            <a:srgbClr val="F26B43"/>
          </p15:clr>
        </p15:guide>
        <p15:guide id="5" pos="234">
          <p15:clr>
            <a:srgbClr val="F26B43"/>
          </p15:clr>
        </p15:guide>
        <p15:guide id="6" pos="3840">
          <p15:clr>
            <a:srgbClr val="F26B43"/>
          </p15:clr>
        </p15:guide>
        <p15:guide id="8" pos="7446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 bwMode="gray"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hink-cell data - do not delete" hidden="1">
            <a:extLst>
              <a:ext uri="{FF2B5EF4-FFF2-40B4-BE49-F238E27FC236}">
                <a16:creationId xmlns:a16="http://schemas.microsoft.com/office/drawing/2014/main" id="{1694C9F6-285D-D134-DF49-639C71222DB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4"/>
            </p:custDataLst>
            <p:extLst>
              <p:ext uri="{D42A27DB-BD31-4B8C-83A1-F6EECF244321}">
                <p14:modId xmlns:p14="http://schemas.microsoft.com/office/powerpoint/2010/main" val="71111864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25" imgW="473" imgH="473" progId="TCLayout.ActiveDocument.1">
                  <p:embed/>
                </p:oleObj>
              </mc:Choice>
              <mc:Fallback>
                <p:oleObj name="think-cell Slide" r:id="rId25" imgW="473" imgH="473" progId="TCLayout.ActiveDocument.1">
                  <p:embed/>
                  <p:pic>
                    <p:nvPicPr>
                      <p:cNvPr id="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1694C9F6-285D-D134-DF49-639C71222DB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874404F-43CD-40C8-B408-4B36050B4048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71475" y="333375"/>
            <a:ext cx="11449050" cy="792000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en-US"/>
              <a:t>Click to edit Master title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7B7396-CF44-41A3-ABC7-B95299F0C01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 bwMode="gray">
          <a:xfrm>
            <a:off x="371475" y="6563358"/>
            <a:ext cx="4852035" cy="88901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defRPr sz="800"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© 2023 NTT DATA, Inc. (Insert appropriate disclaimer if required)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603A65-CACD-4E1E-A1C2-FC8F9891C1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 bwMode="gray">
          <a:xfrm>
            <a:off x="5943600" y="6563358"/>
            <a:ext cx="304800" cy="88901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 anchor="ctr">
            <a:noAutofit/>
          </a:bodyPr>
          <a:lstStyle>
            <a:lvl1pPr algn="ctr">
              <a:lnSpc>
                <a:spcPct val="100000"/>
              </a:lnSpc>
              <a:defRPr sz="800">
                <a:solidFill>
                  <a:schemeClr val="bg1"/>
                </a:solidFill>
              </a:defRPr>
            </a:lvl1pPr>
          </a:lstStyle>
          <a:p>
            <a:fld id="{13CE6DAF-806F-404B-BC68-339BFCB57E5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DB22E3CC-1B88-CF67-AD2F-D65E37E3716E}"/>
              </a:ext>
            </a:extLst>
          </p:cNvPr>
          <p:cNvSpPr>
            <a:spLocks noGrp="1"/>
          </p:cNvSpPr>
          <p:nvPr>
            <p:ph type="body" idx="1"/>
          </p:nvPr>
        </p:nvSpPr>
        <p:spPr bwMode="gray">
          <a:xfrm>
            <a:off x="371475" y="1412875"/>
            <a:ext cx="11449050" cy="482441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14" name="NTT DATA Global Logo">
            <a:extLst>
              <a:ext uri="{FF2B5EF4-FFF2-40B4-BE49-F238E27FC236}">
                <a16:creationId xmlns:a16="http://schemas.microsoft.com/office/drawing/2014/main" id="{D3B22713-AB91-EF03-7CF0-CCF486815A3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7"/>
              </a:ext>
            </a:extLst>
          </a:blip>
          <a:stretch>
            <a:fillRect/>
          </a:stretch>
        </p:blipFill>
        <p:spPr bwMode="gray">
          <a:xfrm>
            <a:off x="10531554" y="6449745"/>
            <a:ext cx="1288971" cy="262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58583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48" r:id="rId1"/>
    <p:sldLayoutId id="2147483849" r:id="rId2"/>
    <p:sldLayoutId id="2147483850" r:id="rId3"/>
    <p:sldLayoutId id="2147483851" r:id="rId4"/>
    <p:sldLayoutId id="2147483852" r:id="rId5"/>
    <p:sldLayoutId id="2147483853" r:id="rId6"/>
    <p:sldLayoutId id="2147483854" r:id="rId7"/>
    <p:sldLayoutId id="2147483855" r:id="rId8"/>
    <p:sldLayoutId id="2147483856" r:id="rId9"/>
    <p:sldLayoutId id="2147483857" r:id="rId10"/>
    <p:sldLayoutId id="2147483858" r:id="rId11"/>
    <p:sldLayoutId id="2147483859" r:id="rId12"/>
    <p:sldLayoutId id="2147483860" r:id="rId13"/>
    <p:sldLayoutId id="2147483861" r:id="rId14"/>
    <p:sldLayoutId id="2147483862" r:id="rId15"/>
    <p:sldLayoutId id="2147483863" r:id="rId16"/>
    <p:sldLayoutId id="2147483864" r:id="rId17"/>
    <p:sldLayoutId id="2147483865" r:id="rId18"/>
    <p:sldLayoutId id="2147483866" r:id="rId19"/>
    <p:sldLayoutId id="2147483867" r:id="rId20"/>
    <p:sldLayoutId id="2147483868" r:id="rId21"/>
    <p:sldLayoutId id="2147483869" r:id="rId22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400" b="0" kern="1200">
          <a:solidFill>
            <a:schemeClr val="bg1"/>
          </a:solidFill>
          <a:latin typeface="Georgia" panose="02040502050405020303" pitchFamily="18" charset="0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Tx/>
        <a:buNone/>
        <a:defRPr lang="en-US" sz="1800" kern="1200" dirty="0">
          <a:solidFill>
            <a:schemeClr val="bg1"/>
          </a:solidFill>
          <a:latin typeface="+mn-lt"/>
          <a:ea typeface="+mn-ea"/>
          <a:cs typeface="+mn-cs"/>
        </a:defRPr>
      </a:lvl1pPr>
      <a:lvl2pPr marL="285750" indent="-285750" algn="l" defTabSz="914400" rtl="0" eaLnBrk="1" latinLnBrk="0" hangingPunct="1">
        <a:lnSpc>
          <a:spcPct val="100000"/>
        </a:lnSpc>
        <a:spcBef>
          <a:spcPts val="500"/>
        </a:spcBef>
        <a:buClr>
          <a:schemeClr val="bg1"/>
        </a:buClr>
        <a:buFont typeface="Arial" panose="020B0604020202020204" pitchFamily="34" charset="0"/>
        <a:buChar char="•"/>
        <a:defRPr lang="en-US" sz="1800" kern="1200" dirty="0">
          <a:solidFill>
            <a:schemeClr val="bg1"/>
          </a:solidFill>
          <a:latin typeface="+mn-lt"/>
          <a:ea typeface="+mn-ea"/>
          <a:cs typeface="+mn-cs"/>
        </a:defRPr>
      </a:lvl2pPr>
      <a:lvl3pPr marL="536575" indent="-268288" algn="l" defTabSz="914400" rtl="0" eaLnBrk="1" latinLnBrk="0" hangingPunct="1">
        <a:lnSpc>
          <a:spcPct val="100000"/>
        </a:lnSpc>
        <a:spcBef>
          <a:spcPts val="500"/>
        </a:spcBef>
        <a:buClr>
          <a:schemeClr val="bg1"/>
        </a:buClr>
        <a:buFont typeface="Arial" panose="020B0604020202020204" pitchFamily="34" charset="0"/>
        <a:buChar char="»"/>
        <a:defRPr lang="en-US" sz="1600" kern="1200" dirty="0">
          <a:solidFill>
            <a:schemeClr val="bg1"/>
          </a:solidFill>
          <a:latin typeface="+mn-lt"/>
          <a:ea typeface="+mn-ea"/>
          <a:cs typeface="+mn-cs"/>
        </a:defRPr>
      </a:lvl3pPr>
      <a:lvl4pPr marL="804863" indent="-268288" algn="l" defTabSz="914400" rtl="0" eaLnBrk="1" latinLnBrk="0" hangingPunct="1">
        <a:lnSpc>
          <a:spcPct val="100000"/>
        </a:lnSpc>
        <a:spcBef>
          <a:spcPts val="500"/>
        </a:spcBef>
        <a:buClr>
          <a:schemeClr val="bg1"/>
        </a:buClr>
        <a:buFont typeface="Arial" panose="020B0604020202020204" pitchFamily="34" charset="0"/>
        <a:buChar char="•"/>
        <a:defRPr lang="en-US" sz="1600" kern="1200" dirty="0">
          <a:solidFill>
            <a:schemeClr val="bg1"/>
          </a:solidFill>
          <a:latin typeface="+mn-lt"/>
          <a:ea typeface="+mn-ea"/>
          <a:cs typeface="+mn-cs"/>
        </a:defRPr>
      </a:lvl4pPr>
      <a:lvl5pPr marL="1077913" indent="-273050" algn="l" defTabSz="914400" rtl="0" eaLnBrk="1" latinLnBrk="0" hangingPunct="1">
        <a:lnSpc>
          <a:spcPct val="100000"/>
        </a:lnSpc>
        <a:spcBef>
          <a:spcPts val="500"/>
        </a:spcBef>
        <a:buClr>
          <a:schemeClr val="bg1"/>
        </a:buClr>
        <a:buFont typeface="Arial" panose="020B0604020202020204" pitchFamily="34" charset="0"/>
        <a:buChar char="»"/>
        <a:defRPr lang="en-US" sz="1600" kern="1200" dirty="0">
          <a:solidFill>
            <a:schemeClr val="bg1"/>
          </a:solidFill>
          <a:latin typeface="+mn-lt"/>
          <a:ea typeface="+mn-ea"/>
          <a:cs typeface="+mn-cs"/>
        </a:defRPr>
      </a:lvl5pPr>
      <a:lvl6pPr marL="864000" indent="-216000" algn="l" defTabSz="914400" rtl="0" eaLnBrk="1" latinLnBrk="0" hangingPunct="1">
        <a:lnSpc>
          <a:spcPct val="90000"/>
        </a:lnSpc>
        <a:spcBef>
          <a:spcPts val="600"/>
        </a:spcBef>
        <a:buFont typeface="Roboto" panose="02000000000000000000" pitchFamily="2" charset="0"/>
        <a:buChar char="–"/>
        <a:defRPr sz="1400" kern="1200">
          <a:solidFill>
            <a:schemeClr val="tx2"/>
          </a:solidFill>
          <a:latin typeface="+mn-lt"/>
          <a:ea typeface="+mn-ea"/>
          <a:cs typeface="+mn-cs"/>
        </a:defRPr>
      </a:lvl6pPr>
      <a:lvl7pPr marL="864000" indent="-216000" algn="l" defTabSz="914400" rtl="0" eaLnBrk="1" latinLnBrk="0" hangingPunct="1">
        <a:lnSpc>
          <a:spcPct val="90000"/>
        </a:lnSpc>
        <a:spcBef>
          <a:spcPts val="600"/>
        </a:spcBef>
        <a:buFont typeface="Roboto" panose="02000000000000000000" pitchFamily="2" charset="0"/>
        <a:buChar char="–"/>
        <a:defRPr sz="1400" kern="1200">
          <a:solidFill>
            <a:schemeClr val="tx2"/>
          </a:solidFill>
          <a:latin typeface="+mn-lt"/>
          <a:ea typeface="+mn-ea"/>
          <a:cs typeface="+mn-cs"/>
        </a:defRPr>
      </a:lvl7pPr>
      <a:lvl8pPr marL="864000" indent="-216000" algn="l" defTabSz="914400" rtl="0" eaLnBrk="1" latinLnBrk="0" hangingPunct="1">
        <a:lnSpc>
          <a:spcPct val="90000"/>
        </a:lnSpc>
        <a:spcBef>
          <a:spcPts val="600"/>
        </a:spcBef>
        <a:buFont typeface="Roboto" panose="02000000000000000000" pitchFamily="2" charset="0"/>
        <a:buChar char="–"/>
        <a:defRPr sz="1400" kern="1200">
          <a:solidFill>
            <a:schemeClr val="tx2"/>
          </a:solidFill>
          <a:latin typeface="+mn-lt"/>
          <a:ea typeface="+mn-ea"/>
          <a:cs typeface="+mn-cs"/>
        </a:defRPr>
      </a:lvl8pPr>
      <a:lvl9pPr marL="864000" indent="-216000" algn="l" defTabSz="914400" rtl="0" eaLnBrk="1" latinLnBrk="0" hangingPunct="1">
        <a:lnSpc>
          <a:spcPct val="90000"/>
        </a:lnSpc>
        <a:spcBef>
          <a:spcPts val="600"/>
        </a:spcBef>
        <a:buFont typeface="Roboto" panose="02000000000000000000" pitchFamily="2" charset="0"/>
        <a:buChar char="–"/>
        <a:defRPr sz="14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indent="0" algn="l" defTabSz="914400" rtl="0" eaLnBrk="1" latinLnBrk="0" hangingPunct="1">
        <a:lnSpc>
          <a:spcPct val="110000"/>
        </a:lnSpc>
        <a:spcBef>
          <a:spcPts val="600"/>
        </a:spcBef>
        <a:buFontTx/>
        <a:buNone/>
        <a:defRPr sz="1800" kern="1200">
          <a:solidFill>
            <a:schemeClr val="tx2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10000"/>
        </a:lnSpc>
        <a:spcBef>
          <a:spcPts val="600"/>
        </a:spcBef>
        <a:buFontTx/>
        <a:buNone/>
        <a:defRPr sz="1400" kern="1200">
          <a:solidFill>
            <a:schemeClr val="tx2"/>
          </a:solidFill>
          <a:latin typeface="+mn-lt"/>
          <a:ea typeface="+mn-ea"/>
          <a:cs typeface="+mn-cs"/>
        </a:defRPr>
      </a:lvl2pPr>
      <a:lvl3pPr marL="216000" indent="-216000" algn="l" defTabSz="914400" rtl="0" eaLnBrk="1" latinLnBrk="0" hangingPunct="1">
        <a:lnSpc>
          <a:spcPct val="90000"/>
        </a:lnSpc>
        <a:spcBef>
          <a:spcPts val="600"/>
        </a:spcBef>
        <a:buClr>
          <a:schemeClr val="accent1"/>
        </a:buClr>
        <a:buFont typeface="Wingdings" panose="05000000000000000000" pitchFamily="2" charset="2"/>
        <a:buChar char="§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432000" indent="-216000" algn="l" defTabSz="914400" rtl="0" eaLnBrk="1" latinLnBrk="0" hangingPunct="1">
        <a:lnSpc>
          <a:spcPct val="90000"/>
        </a:lnSpc>
        <a:spcBef>
          <a:spcPts val="600"/>
        </a:spcBef>
        <a:buFont typeface="Roboto" panose="02000000000000000000" pitchFamily="2" charset="0"/>
        <a:buChar char="–"/>
        <a:defRPr sz="1400" kern="1200">
          <a:solidFill>
            <a:schemeClr val="tx2"/>
          </a:solidFill>
          <a:latin typeface="+mn-lt"/>
          <a:ea typeface="+mn-ea"/>
          <a:cs typeface="+mn-cs"/>
        </a:defRPr>
      </a:lvl4pPr>
      <a:lvl5pPr marL="648000" indent="-216000" algn="l" defTabSz="914400" rtl="0" eaLnBrk="1" latinLnBrk="0" hangingPunct="1">
        <a:lnSpc>
          <a:spcPct val="90000"/>
        </a:lnSpc>
        <a:spcBef>
          <a:spcPts val="600"/>
        </a:spcBef>
        <a:buFont typeface="Roboto" panose="02000000000000000000" pitchFamily="2" charset="0"/>
        <a:buChar char="–"/>
        <a:defRPr sz="1400" kern="1200">
          <a:solidFill>
            <a:schemeClr val="tx2"/>
          </a:solidFill>
          <a:latin typeface="+mn-lt"/>
          <a:ea typeface="+mn-ea"/>
          <a:cs typeface="+mn-cs"/>
        </a:defRPr>
      </a:lvl5pPr>
      <a:lvl6pPr marL="864000" indent="-216000" algn="l" defTabSz="914400" rtl="0" eaLnBrk="1" latinLnBrk="0" hangingPunct="1">
        <a:lnSpc>
          <a:spcPct val="90000"/>
        </a:lnSpc>
        <a:spcBef>
          <a:spcPts val="600"/>
        </a:spcBef>
        <a:buFont typeface="Roboto" panose="02000000000000000000" pitchFamily="2" charset="0"/>
        <a:buChar char="–"/>
        <a:defRPr sz="1400" kern="1200">
          <a:solidFill>
            <a:schemeClr val="tx2"/>
          </a:solidFill>
          <a:latin typeface="+mn-lt"/>
          <a:ea typeface="+mn-ea"/>
          <a:cs typeface="+mn-cs"/>
        </a:defRPr>
      </a:lvl6pPr>
      <a:lvl7pPr marL="864000" indent="-216000" algn="l" defTabSz="914400" rtl="0" eaLnBrk="1" latinLnBrk="0" hangingPunct="1">
        <a:lnSpc>
          <a:spcPct val="90000"/>
        </a:lnSpc>
        <a:spcBef>
          <a:spcPts val="600"/>
        </a:spcBef>
        <a:buFont typeface="Roboto" panose="02000000000000000000" pitchFamily="2" charset="0"/>
        <a:buChar char="–"/>
        <a:defRPr sz="1400" kern="1200">
          <a:solidFill>
            <a:schemeClr val="tx2"/>
          </a:solidFill>
          <a:latin typeface="+mn-lt"/>
          <a:ea typeface="+mn-ea"/>
          <a:cs typeface="+mn-cs"/>
        </a:defRPr>
      </a:lvl7pPr>
      <a:lvl8pPr marL="864000" indent="-216000" algn="l" defTabSz="914400" rtl="0" eaLnBrk="1" latinLnBrk="0" hangingPunct="1">
        <a:lnSpc>
          <a:spcPct val="90000"/>
        </a:lnSpc>
        <a:spcBef>
          <a:spcPts val="600"/>
        </a:spcBef>
        <a:buFont typeface="Roboto" panose="02000000000000000000" pitchFamily="2" charset="0"/>
        <a:buChar char="–"/>
        <a:defRPr sz="1400" kern="1200">
          <a:solidFill>
            <a:schemeClr val="tx2"/>
          </a:solidFill>
          <a:latin typeface="+mn-lt"/>
          <a:ea typeface="+mn-ea"/>
          <a:cs typeface="+mn-cs"/>
        </a:defRPr>
      </a:lvl8pPr>
      <a:lvl9pPr marL="864000" indent="-216000" algn="l" defTabSz="914400" rtl="0" eaLnBrk="1" latinLnBrk="0" hangingPunct="1">
        <a:lnSpc>
          <a:spcPct val="90000"/>
        </a:lnSpc>
        <a:spcBef>
          <a:spcPts val="600"/>
        </a:spcBef>
        <a:buFont typeface="Roboto" panose="02000000000000000000" pitchFamily="2" charset="0"/>
        <a:buChar char="–"/>
        <a:defRPr sz="1400" kern="1200">
          <a:solidFill>
            <a:schemeClr val="tx2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0">
          <p15:clr>
            <a:srgbClr val="F26B43"/>
          </p15:clr>
        </p15:guide>
        <p15:guide id="3" orient="horz" pos="890">
          <p15:clr>
            <a:srgbClr val="F26B43"/>
          </p15:clr>
        </p15:guide>
        <p15:guide id="4" orient="horz" pos="3929">
          <p15:clr>
            <a:srgbClr val="F26B43"/>
          </p15:clr>
        </p15:guide>
        <p15:guide id="5" pos="234">
          <p15:clr>
            <a:srgbClr val="F26B43"/>
          </p15:clr>
        </p15:guide>
        <p15:guide id="6" pos="3840">
          <p15:clr>
            <a:srgbClr val="F26B43"/>
          </p15:clr>
        </p15:guide>
        <p15:guide id="8" pos="7446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0.xml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2.xml"/><Relationship Id="rId4" Type="http://schemas.openxmlformats.org/officeDocument/2006/relationships/image" Target="../media/image32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jpeg"/><Relationship Id="rId1" Type="http://schemas.openxmlformats.org/officeDocument/2006/relationships/slideLayout" Target="../slideLayouts/slideLayout20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jpe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0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0.xml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hyperlink" Target="https://madrid-digital.eu-1.celonis.cloud/" TargetMode="External"/><Relationship Id="rId1" Type="http://schemas.openxmlformats.org/officeDocument/2006/relationships/slideLayout" Target="../slideLayouts/slideLayout2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0.xml"/><Relationship Id="rId5" Type="http://schemas.openxmlformats.org/officeDocument/2006/relationships/image" Target="../media/image26.png"/><Relationship Id="rId4" Type="http://schemas.openxmlformats.org/officeDocument/2006/relationships/image" Target="../media/image38.png"/></Relationships>
</file>

<file path=ppt/slides/_rels/slide14.xml.rels><?xml version="1.0" encoding="UTF-8" standalone="yes"?>
<Relationships xmlns="http://schemas.openxmlformats.org/package/2006/relationships"><Relationship Id="rId8" Type="http://schemas.openxmlformats.org/officeDocument/2006/relationships/image" Target="../media/pnc_btn_eje.png"/><Relationship Id="rId2" Type="http://schemas.openxmlformats.org/officeDocument/2006/relationships/image" Target="../media/pnc_laptop_home.png"/><Relationship Id="rId1" Type="http://schemas.openxmlformats.org/officeDocument/2006/relationships/slideLayout" Target="../slideLayouts/slideLayout20.xml"/><Relationship Id="rId10" Type="http://schemas.openxmlformats.org/officeDocument/2006/relationships/image" Target="../media/pnc_btn_ana.png"/><Relationship Id="rId9" Type="http://schemas.openxmlformats.org/officeDocument/2006/relationships/image" Target="../media/pnc_btn_ope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0.xml"/><Relationship Id="rId5" Type="http://schemas.openxmlformats.org/officeDocument/2006/relationships/image" Target="../media/image57.png"/><Relationship Id="rId4" Type="http://schemas.openxmlformats.org/officeDocument/2006/relationships/image" Target="../media/image27.pn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0.xml"/><Relationship Id="rId4" Type="http://schemas.openxmlformats.org/officeDocument/2006/relationships/image" Target="../media/image60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0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0.xml"/><Relationship Id="rId4" Type="http://schemas.openxmlformats.org/officeDocument/2006/relationships/image" Target="../media/image63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0.xml"/><Relationship Id="rId5" Type="http://schemas.openxmlformats.org/officeDocument/2006/relationships/image" Target="../media/image67.png"/><Relationship Id="rId4" Type="http://schemas.openxmlformats.org/officeDocument/2006/relationships/image" Target="../media/image66.png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1.xml"/></Relationships>
</file>

<file path=ppt/slides/_rels/slide4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0.xml"/><Relationship Id="rId200" Type="http://schemas.openxmlformats.org/officeDocument/2006/relationships/image" Target="../media/pnc_btn_eje.png"/><Relationship Id="rId201" Type="http://schemas.openxmlformats.org/officeDocument/2006/relationships/image" Target="../media/pnc_eje_full.png"/></Relationships>
</file>

<file path=ppt/slides/_rels/slide5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0.xml"/><Relationship Id="rId200" Type="http://schemas.openxmlformats.org/officeDocument/2006/relationships/image" Target="../media/pnc_btn_ope.png"/><Relationship Id="rId201" Type="http://schemas.openxmlformats.org/officeDocument/2006/relationships/image" Target="../media/pnc_ope_full.png"/></Relationships>
</file>

<file path=ppt/slides/_rels/slide5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0.xml"/><Relationship Id="rId200" Type="http://schemas.openxmlformats.org/officeDocument/2006/relationships/image" Target="../media/pnc_btn_ana.png"/><Relationship Id="rId201" Type="http://schemas.openxmlformats.org/officeDocument/2006/relationships/image" Target="../media/pnc_proc_full.png"/></Relationships>
</file>

<file path=ppt/slides/_rels/slide5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5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0.xml"/><Relationship Id="rId200" Type="http://schemas.openxmlformats.org/officeDocument/2006/relationships/image" Target="../media/pnc_eje_head.png"/></Relationships>
</file>

<file path=ppt/slides/_rels/slide5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0.xml"/><Relationship Id="rId200" Type="http://schemas.openxmlformats.org/officeDocument/2006/relationships/image" Target="../media/pnc_blk_tiempo.png"/><Relationship Id="rId201" Type="http://schemas.openxmlformats.org/officeDocument/2006/relationships/image" Target="../media/pnc_blk_calidad.png"/><Relationship Id="rId202" Type="http://schemas.openxmlformats.org/officeDocument/2006/relationships/image" Target="../media/pnc_blk_efic.png"/></Relationships>
</file>

<file path=ppt/slides/_rels/slide5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0.xml"/><Relationship Id="rId200" Type="http://schemas.openxmlformats.org/officeDocument/2006/relationships/image" Target="../media/pnc_eje_charts.png"/></Relationships>
</file>

<file path=ppt/slides/_rels/slide5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0.xml"/><Relationship Id="rId200" Type="http://schemas.openxmlformats.org/officeDocument/2006/relationships/image" Target="../media/pnc_ope_kpis.png"/><Relationship Id="rId201" Type="http://schemas.openxmlformats.org/officeDocument/2006/relationships/image" Target="../media/pnc_ope_table.png"/></Relationships>
</file>

<file path=ppt/slides/_rels/slide5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0.xml"/><Relationship Id="rId200" Type="http://schemas.openxmlformats.org/officeDocument/2006/relationships/image" Target="../media/pnc_var_table.png"/><Relationship Id="rId201" Type="http://schemas.openxmlformats.org/officeDocument/2006/relationships/image" Target="../media/pnc_var_path.png"/></Relationships>
</file>

<file path=ppt/slides/_rels/slide5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5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6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6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0.xml"/><Relationship Id="rId200" Type="http://schemas.openxmlformats.org/officeDocument/2006/relationships/image" Target="../media/pnc_eje_head.png"/></Relationships>
</file>

<file path=ppt/slides/_rels/slide6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6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0.xml"/><Relationship Id="rId200" Type="http://schemas.openxmlformats.org/officeDocument/2006/relationships/image" Target="../media/pnc_blk_efic.png"/></Relationships>
</file>

<file path=ppt/slides/_rels/slide6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6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0.xml"/><Relationship Id="rId200" Type="http://schemas.openxmlformats.org/officeDocument/2006/relationships/image" Target="../media/pnc_var_table.png"/></Relationships>
</file>

<file path=ppt/slides/_rels/slide6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6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0.xml"/><Relationship Id="rId200" Type="http://schemas.openxmlformats.org/officeDocument/2006/relationships/image" Target="../media/pnc_ope_table_s.png"/></Relationships>
</file>

<file path=ppt/slides/_rels/slide6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6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0.xml"/><Relationship Id="rId200" Type="http://schemas.openxmlformats.org/officeDocument/2006/relationships/image" Target="../media/pnc_var_table.png"/><Relationship Id="rId201" Type="http://schemas.openxmlformats.org/officeDocument/2006/relationships/image" Target="../media/pnc_var_path_top.png"/></Relationships>
</file>

<file path=ppt/slides/_rels/slide7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8" descr="A group of tall buildings">
            <a:extLst>
              <a:ext uri="{FF2B5EF4-FFF2-40B4-BE49-F238E27FC236}">
                <a16:creationId xmlns:a16="http://schemas.microsoft.com/office/drawing/2014/main" id="{2C88AB48-B0A7-2A9F-B0E9-E5A49F33942D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13" b="13"/>
          <a:stretch/>
        </p:blipFill>
        <p:spPr>
          <a:xfrm>
            <a:off x="0" y="0"/>
            <a:ext cx="12192000" cy="6860241"/>
          </a:xfrm>
          <a:prstGeom prst="rect">
            <a:avLst/>
          </a:prstGeom>
        </p:spPr>
      </p:pic>
      <p:sp>
        <p:nvSpPr>
          <p:cNvPr id="11" name="Rectangle 1">
            <a:extLst>
              <a:ext uri="{FF2B5EF4-FFF2-40B4-BE49-F238E27FC236}">
                <a16:creationId xmlns:a16="http://schemas.microsoft.com/office/drawing/2014/main" id="{04B2D83A-ADB3-402D-A3BC-D0E4923FBFA7}"/>
              </a:ext>
            </a:extLst>
          </p:cNvPr>
          <p:cNvSpPr/>
          <p:nvPr/>
        </p:nvSpPr>
        <p:spPr>
          <a:xfrm>
            <a:off x="0" y="2"/>
            <a:ext cx="12191995" cy="6857998"/>
          </a:xfrm>
          <a:prstGeom prst="rect">
            <a:avLst/>
          </a:prstGeom>
          <a:solidFill>
            <a:srgbClr val="050D24">
              <a:alpha val="56863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>
              <a:lnSpc>
                <a:spcPct val="110000"/>
              </a:lnSpc>
              <a:spcBef>
                <a:spcPts val="600"/>
              </a:spcBef>
            </a:pPr>
            <a:endParaRPr lang="es-ES_tradnl">
              <a:latin typeface="Century Gothic" panose="020B0502020202020204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07988" y="1412875"/>
            <a:ext cx="8861140" cy="3240000"/>
          </a:xfrm>
        </p:spPr>
        <p:txBody>
          <a:bodyPr/>
          <a:lstStyle/>
          <a:p>
            <a:r>
              <a:rPr b="1" err="1">
                <a:latin typeface="Century Gothic" panose="020B0502020202020204" pitchFamily="34" charset="0"/>
              </a:rPr>
              <a:t>Minería</a:t>
            </a:r>
            <a:r>
              <a:rPr b="1">
                <a:latin typeface="Century Gothic" panose="020B0502020202020204" pitchFamily="34" charset="0"/>
              </a:rPr>
              <a:t> de </a:t>
            </a:r>
            <a:r>
              <a:rPr b="1" err="1">
                <a:latin typeface="Century Gothic" panose="020B0502020202020204" pitchFamily="34" charset="0"/>
              </a:rPr>
              <a:t>Procesos</a:t>
            </a:r>
            <a:r>
              <a:rPr b="1">
                <a:latin typeface="Century Gothic" panose="020B0502020202020204" pitchFamily="34" charset="0"/>
              </a:rPr>
              <a:t> con </a:t>
            </a:r>
            <a:r>
              <a:rPr b="1" err="1">
                <a:latin typeface="Century Gothic" panose="020B0502020202020204" pitchFamily="34" charset="0"/>
              </a:rPr>
              <a:t>Celonis</a:t>
            </a:r>
            <a:endParaRPr b="1">
              <a:latin typeface="Century Gothic" panose="020B0502020202020204" pitchFamily="34" charset="0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1600">
                <a:latin typeface="Century Gothic" panose="020B0502020202020204" pitchFamily="34" charset="0"/>
              </a:rPr>
              <a:t>Plan de Formación · Pensiones no Contributivas</a:t>
            </a:r>
          </a:p>
          <a:p>
            <a:pPr>
              <a:spcAft>
                <a:spcPts val="600"/>
              </a:spcAft>
            </a:pPr>
            <a:r>
              <a:rPr sz="1600">
                <a:latin typeface="Century Gothic" panose="020B0502020202020204" pitchFamily="34" charset="0"/>
              </a:rPr>
              <a:t>Comunidad de Madrid · Madrid Digital</a:t>
            </a:r>
          </a:p>
        </p:txBody>
      </p:sp>
      <p:pic>
        <p:nvPicPr>
          <p:cNvPr id="7" name="Picture 7" descr="A black and white sign with white text&#10;&#10;Description automatically generated">
            <a:extLst>
              <a:ext uri="{FF2B5EF4-FFF2-40B4-BE49-F238E27FC236}">
                <a16:creationId xmlns:a16="http://schemas.microsoft.com/office/drawing/2014/main" id="{74D40822-218B-814C-8A85-D04B5C6C00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1517" y="405108"/>
            <a:ext cx="2482163" cy="682323"/>
          </a:xfrm>
          <a:prstGeom prst="rect">
            <a:avLst/>
          </a:prstGeom>
        </p:spPr>
      </p:pic>
      <p:sp>
        <p:nvSpPr>
          <p:cNvPr id="9" name="Copyright">
            <a:extLst>
              <a:ext uri="{FF2B5EF4-FFF2-40B4-BE49-F238E27FC236}">
                <a16:creationId xmlns:a16="http://schemas.microsoft.com/office/drawing/2014/main" id="{1EC32E57-885A-35B7-FF70-497D6399DFC7}"/>
              </a:ext>
            </a:extLst>
          </p:cNvPr>
          <p:cNvSpPr txBox="1">
            <a:spLocks/>
          </p:cNvSpPr>
          <p:nvPr/>
        </p:nvSpPr>
        <p:spPr>
          <a:xfrm>
            <a:off x="371475" y="6563358"/>
            <a:ext cx="4852035" cy="88901"/>
          </a:xfrm>
          <a:prstGeom prst="rect">
            <a:avLst/>
          </a:prstGeom>
        </p:spPr>
        <p:txBody>
          <a:bodyPr/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defRPr/>
            </a:pPr>
            <a:r>
              <a:rPr lang="en-GB" sz="1000">
                <a:solidFill>
                  <a:srgbClr val="FFFFFF"/>
                </a:solidFill>
                <a:latin typeface="Century Gothic" panose="020B0502020202020204" pitchFamily="34" charset="0"/>
              </a:rPr>
              <a:t>© 2026 NTT DATA, Inc. 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Century Gothic" panose="020B0502020202020204" pitchFamily="34" charset="0"/>
              </a:rPr>
              <a:t>Agenda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3"/>
          </p:nvPr>
        </p:nvSpPr>
        <p:spPr/>
        <p:txBody>
          <a:bodyPr wrap="square"/>
          <a:lstStyle/>
          <a:p>
            <a:pPr>
              <a:spcAft>
                <a:spcPts val="400"/>
              </a:spcAft>
            </a:pPr>
            <a:r>
              <a:rPr sz="2000" b="1">
                <a:latin typeface="Century Gothic" panose="020B0502020202020204" pitchFamily="34" charset="0"/>
              </a:rPr>
              <a:t>Introducción</a:t>
            </a:r>
            <a:endParaRPr sz="2000" b="1">
              <a:latin typeface="Century Gothic" panose="020B0502020202020204" pitchFamily="34" charset="0"/>
            </a:endParaRPr>
          </a:p>
          <a:p>
            <a:pPr marL="216000" lvl="1" indent="0">
              <a:spcAft>
                <a:spcPts val="1600"/>
              </a:spcAft>
              <a:buNone/>
            </a:pPr>
            <a:r>
              <a:rPr sz="1200">
                <a:solidFill>
                  <a:srgbClr val="6B7080"/>
                </a:solidFill>
                <a:latin typeface="Century Gothic" panose="020B0502020202020204" pitchFamily="34" charset="0"/>
              </a:rPr>
              <a:t>Conceptos de minería de procesos, la plataforma Celonis y navegación por los cuadros de mando de Pensiones no Contributivas</a:t>
            </a:r>
            <a:endParaRPr sz="1200">
              <a:solidFill>
                <a:srgbClr val="6B7080"/>
              </a:solidFill>
              <a:latin typeface="Century Gothic" panose="020B0502020202020204" pitchFamily="34" charset="0"/>
            </a:endParaRPr>
          </a:p>
          <a:p>
            <a:pPr>
              <a:spcAft>
                <a:spcPts val="400"/>
              </a:spcAft>
            </a:pPr>
            <a:r>
              <a:rPr sz="2000" b="1">
                <a:latin typeface="Century Gothic" panose="020B0502020202020204" pitchFamily="34" charset="0"/>
              </a:rPr>
              <a:t>Caso práctico</a:t>
            </a:r>
            <a:endParaRPr sz="2000" b="1">
              <a:latin typeface="Century Gothic" panose="020B0502020202020204" pitchFamily="34" charset="0"/>
            </a:endParaRPr>
          </a:p>
          <a:p>
            <a:pPr marL="216000" lvl="1" indent="0">
              <a:spcAft>
                <a:spcPts val="1600"/>
              </a:spcAft>
              <a:buNone/>
            </a:pPr>
            <a:r>
              <a:rPr sz="1200">
                <a:solidFill>
                  <a:srgbClr val="6B7080"/>
                </a:solidFill>
                <a:latin typeface="Century Gothic" panose="020B0502020202020204" pitchFamily="34" charset="0"/>
              </a:rPr>
              <a:t>Ejercicios guiados sobre el proceso real</a:t>
            </a:r>
            <a:endParaRPr sz="1200">
              <a:solidFill>
                <a:srgbClr val="6B7080"/>
              </a:solidFill>
              <a:latin typeface="Century Gothic" panose="020B0502020202020204" pitchFamily="34" charset="0"/>
            </a:endParaRPr>
          </a:p>
          <a:p>
            <a:pPr>
              <a:spcAft>
                <a:spcPts val="400"/>
              </a:spcAft>
            </a:pPr>
            <a:r>
              <a:rPr sz="2000" b="1">
                <a:latin typeface="Century Gothic" panose="020B0502020202020204" pitchFamily="34" charset="0"/>
              </a:rPr>
              <a:t>Validación del cuadro de mando</a:t>
            </a:r>
            <a:endParaRPr sz="2000" b="1">
              <a:latin typeface="Century Gothic" panose="020B0502020202020204" pitchFamily="34" charset="0"/>
            </a:endParaRPr>
          </a:p>
          <a:p>
            <a:pPr marL="216000" lvl="1" indent="0">
              <a:spcAft>
                <a:spcPts val="1600"/>
              </a:spcAft>
              <a:buNone/>
            </a:pPr>
            <a:r>
              <a:rPr sz="1200">
                <a:solidFill>
                  <a:srgbClr val="6B7080"/>
                </a:solidFill>
                <a:latin typeface="Century Gothic" panose="020B0502020202020204" pitchFamily="34" charset="0"/>
              </a:rPr>
              <a:t>Repaso, indicador a indicador, de lo que muestra el cuadro y de lo que hay que confirmar</a:t>
            </a:r>
            <a:endParaRPr sz="1200">
              <a:solidFill>
                <a:srgbClr val="6B7080"/>
              </a:solidFill>
              <a:latin typeface="Century Gothic" panose="020B0502020202020204" pitchFamily="34" charset="0"/>
            </a:endParaRPr>
          </a:p>
          <a:p>
            <a:pPr>
              <a:spcAft>
                <a:spcPts val="400"/>
              </a:spcAft>
            </a:pPr>
            <a:r>
              <a:rPr sz="2000" b="1">
                <a:latin typeface="Century Gothic" panose="020B0502020202020204" pitchFamily="34" charset="0"/>
              </a:rPr>
              <a:t>Comentarios, dudas y preguntas</a:t>
            </a:r>
            <a:endParaRPr sz="2000" b="1">
              <a:latin typeface="Century Gothic" panose="020B0502020202020204" pitchFamily="34" charset="0"/>
            </a:endParaRPr>
          </a:p>
          <a:p>
            <a:pPr marL="216000" lvl="1" indent="0">
              <a:spcAft>
                <a:spcPts val="1600"/>
              </a:spcAft>
              <a:buNone/>
            </a:pPr>
            <a:r>
              <a:rPr sz="1200">
                <a:solidFill>
                  <a:srgbClr val="6B7080"/>
                </a:solidFill>
                <a:latin typeface="Century Gothic" panose="020B0502020202020204" pitchFamily="34" charset="0"/>
              </a:rPr>
              <a:t>Cierre y resolución de dudas</a:t>
            </a:r>
            <a:endParaRPr sz="1200">
              <a:solidFill>
                <a:srgbClr val="6B7080"/>
              </a:solidFill>
              <a:latin typeface="Century Gothic" panose="020B0502020202020204" pitchFamily="34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11480" y="6446520"/>
            <a:ext cx="1005403" cy="2154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B7080"/>
                </a:solidFill>
                <a:latin typeface="Century Gothic" panose="020B0502020202020204" pitchFamily="34" charset="0"/>
              </a:rPr>
              <a:t>© 2026 NTT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54988" y="6446520"/>
            <a:ext cx="240772" cy="2154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>
                <a:solidFill>
                  <a:srgbClr val="6B7080"/>
                </a:solidFill>
                <a:latin typeface="Century Gothic" panose="020B0502020202020204" pitchFamily="34" charset="0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Century Gothic" panose="020B0502020202020204" pitchFamily="34" charset="0"/>
              </a:rPr>
              <a:t>01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>
                <a:latin typeface="Century Gothic" panose="020B0502020202020204" pitchFamily="34" charset="0"/>
              </a:rPr>
              <a:t>Introducción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1400">
                <a:latin typeface="Century Gothic" panose="020B0502020202020204" pitchFamily="34" charset="0"/>
              </a:rPr>
              <a:t>Minería de Procesos · Celonis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Century Gothic" panose="020B0502020202020204" pitchFamily="34" charset="0"/>
              </a:rPr>
              <a:t>Qué veremos en este bloque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446520"/>
            <a:ext cx="1005403" cy="2154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B7080"/>
                </a:solidFill>
                <a:latin typeface="Century Gothic" panose="020B0502020202020204" pitchFamily="34" charset="0"/>
              </a:rPr>
              <a:t>© 2026 NTT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54988" y="6446520"/>
            <a:ext cx="240772" cy="2154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>
                <a:solidFill>
                  <a:srgbClr val="6B7080"/>
                </a:solidFill>
                <a:latin typeface="Century Gothic" panose="020B0502020202020204" pitchFamily="34" charset="0"/>
              </a:rPr>
              <a:t>4</a:t>
            </a:r>
          </a:p>
        </p:txBody>
      </p:sp>
      <p:sp>
        <p:nvSpPr>
          <p:cNvPr id="38" name="Rounded Rectangle 3">
            <a:extLst>
              <a:ext uri="{FF2B5EF4-FFF2-40B4-BE49-F238E27FC236}">
                <a16:creationId xmlns:a16="http://schemas.microsoft.com/office/drawing/2014/main" id="{F280171D-D5BF-9C24-3500-397AB8B9723C}"/>
              </a:ext>
            </a:extLst>
          </p:cNvPr>
          <p:cNvSpPr/>
          <p:nvPr/>
        </p:nvSpPr>
        <p:spPr>
          <a:xfrm>
            <a:off x="411480" y="1965960"/>
            <a:ext cx="2697480" cy="2514600"/>
          </a:xfrm>
          <a:prstGeom prst="roundRect">
            <a:avLst>
              <a:gd name="adj" fmla="val 7000"/>
            </a:avLst>
          </a:prstGeom>
          <a:solidFill>
            <a:srgbClr val="0080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0" name="Picture 4" descr="01_conceptos_blanco.png">
            <a:extLst>
              <a:ext uri="{FF2B5EF4-FFF2-40B4-BE49-F238E27FC236}">
                <a16:creationId xmlns:a16="http://schemas.microsoft.com/office/drawing/2014/main" id="{D8020098-2F3A-F704-1782-80B6FD9763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6172" y="2313432"/>
            <a:ext cx="768096" cy="768096"/>
          </a:xfrm>
          <a:prstGeom prst="rect">
            <a:avLst/>
          </a:prstGeom>
        </p:spPr>
      </p:pic>
      <p:sp>
        <p:nvSpPr>
          <p:cNvPr id="42" name="TextBox 5">
            <a:extLst>
              <a:ext uri="{FF2B5EF4-FFF2-40B4-BE49-F238E27FC236}">
                <a16:creationId xmlns:a16="http://schemas.microsoft.com/office/drawing/2014/main" id="{6BF930BA-80BE-1E67-C13D-88EC431A9961}"/>
              </a:ext>
            </a:extLst>
          </p:cNvPr>
          <p:cNvSpPr txBox="1"/>
          <p:nvPr/>
        </p:nvSpPr>
        <p:spPr>
          <a:xfrm>
            <a:off x="411480" y="3172968"/>
            <a:ext cx="2697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Century Gothic"/>
                <a:ea typeface="Century Gothic"/>
                <a:cs typeface="Century Gothic"/>
              </a:rPr>
              <a:t>1</a:t>
            </a:r>
          </a:p>
        </p:txBody>
      </p:sp>
      <p:sp>
        <p:nvSpPr>
          <p:cNvPr id="44" name="TextBox 6">
            <a:extLst>
              <a:ext uri="{FF2B5EF4-FFF2-40B4-BE49-F238E27FC236}">
                <a16:creationId xmlns:a16="http://schemas.microsoft.com/office/drawing/2014/main" id="{07B30017-9405-5582-C3DC-D28C158E98A8}"/>
              </a:ext>
            </a:extLst>
          </p:cNvPr>
          <p:cNvSpPr txBox="1"/>
          <p:nvPr/>
        </p:nvSpPr>
        <p:spPr>
          <a:xfrm>
            <a:off x="594360" y="3593591"/>
            <a:ext cx="23317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entury Gothic"/>
                <a:ea typeface="Century Gothic"/>
                <a:cs typeface="Century Gothic"/>
              </a:rPr>
              <a:t>Conceptos básicos</a:t>
            </a:r>
          </a:p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entury Gothic"/>
                <a:ea typeface="Century Gothic"/>
                <a:cs typeface="Century Gothic"/>
              </a:rPr>
              <a:t>de minería de procesos</a:t>
            </a:r>
          </a:p>
        </p:txBody>
      </p:sp>
      <p:sp>
        <p:nvSpPr>
          <p:cNvPr id="46" name="Rounded Rectangle 7">
            <a:extLst>
              <a:ext uri="{FF2B5EF4-FFF2-40B4-BE49-F238E27FC236}">
                <a16:creationId xmlns:a16="http://schemas.microsoft.com/office/drawing/2014/main" id="{28A021BE-8C0C-A77A-EDE3-979C77602840}"/>
              </a:ext>
            </a:extLst>
          </p:cNvPr>
          <p:cNvSpPr/>
          <p:nvPr/>
        </p:nvSpPr>
        <p:spPr>
          <a:xfrm>
            <a:off x="3355848" y="1965960"/>
            <a:ext cx="2697480" cy="2514600"/>
          </a:xfrm>
          <a:prstGeom prst="roundRect">
            <a:avLst>
              <a:gd name="adj" fmla="val 7000"/>
            </a:avLst>
          </a:prstGeom>
          <a:solidFill>
            <a:srgbClr val="F0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8" name="Picture 8" descr="02_conexion_azul.png">
            <a:extLst>
              <a:ext uri="{FF2B5EF4-FFF2-40B4-BE49-F238E27FC236}">
                <a16:creationId xmlns:a16="http://schemas.microsoft.com/office/drawing/2014/main" id="{A9BF0212-1C01-3E40-F083-B58788F914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0540" y="2313432"/>
            <a:ext cx="768096" cy="768096"/>
          </a:xfrm>
          <a:prstGeom prst="rect">
            <a:avLst/>
          </a:prstGeom>
        </p:spPr>
      </p:pic>
      <p:sp>
        <p:nvSpPr>
          <p:cNvPr id="50" name="TextBox 9">
            <a:extLst>
              <a:ext uri="{FF2B5EF4-FFF2-40B4-BE49-F238E27FC236}">
                <a16:creationId xmlns:a16="http://schemas.microsoft.com/office/drawing/2014/main" id="{3CBD389C-0572-BE81-E0D5-C354DA5745F0}"/>
              </a:ext>
            </a:extLst>
          </p:cNvPr>
          <p:cNvSpPr txBox="1"/>
          <p:nvPr/>
        </p:nvSpPr>
        <p:spPr>
          <a:xfrm>
            <a:off x="3355848" y="3172968"/>
            <a:ext cx="2697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C8CDD6"/>
                </a:solidFill>
                <a:latin typeface="Century Gothic"/>
                <a:ea typeface="Century Gothic"/>
                <a:cs typeface="Century Gothic"/>
              </a:rPr>
              <a:t>2</a:t>
            </a:r>
          </a:p>
        </p:txBody>
      </p:sp>
      <p:sp>
        <p:nvSpPr>
          <p:cNvPr id="52" name="TextBox 10">
            <a:extLst>
              <a:ext uri="{FF2B5EF4-FFF2-40B4-BE49-F238E27FC236}">
                <a16:creationId xmlns:a16="http://schemas.microsoft.com/office/drawing/2014/main" id="{599A1AB2-57FE-193A-D84D-A789E1E261F1}"/>
              </a:ext>
            </a:extLst>
          </p:cNvPr>
          <p:cNvSpPr txBox="1"/>
          <p:nvPr/>
        </p:nvSpPr>
        <p:spPr>
          <a:xfrm>
            <a:off x="3538728" y="3593591"/>
            <a:ext cx="23317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6B7080"/>
                </a:solidFill>
                <a:latin typeface="Century Gothic"/>
                <a:ea typeface="Century Gothic"/>
                <a:cs typeface="Century Gothic"/>
              </a:rPr>
              <a:t>Conexión</a:t>
            </a:r>
          </a:p>
          <a:p>
            <a:pPr algn="ctr">
              <a:spcAft>
                <a:spcPts val="0"/>
              </a:spcAft>
            </a:pPr>
            <a:r>
              <a:rPr sz="1300" b="1">
                <a:solidFill>
                  <a:srgbClr val="6B7080"/>
                </a:solidFill>
                <a:latin typeface="Century Gothic"/>
                <a:ea typeface="Century Gothic"/>
                <a:cs typeface="Century Gothic"/>
              </a:rPr>
              <a:t>al entorno</a:t>
            </a:r>
          </a:p>
        </p:txBody>
      </p:sp>
      <p:sp>
        <p:nvSpPr>
          <p:cNvPr id="54" name="Rounded Rectangle 11">
            <a:extLst>
              <a:ext uri="{FF2B5EF4-FFF2-40B4-BE49-F238E27FC236}">
                <a16:creationId xmlns:a16="http://schemas.microsoft.com/office/drawing/2014/main" id="{AFB34C42-AB91-E755-9666-A874ABE556FB}"/>
              </a:ext>
            </a:extLst>
          </p:cNvPr>
          <p:cNvSpPr/>
          <p:nvPr/>
        </p:nvSpPr>
        <p:spPr>
          <a:xfrm>
            <a:off x="6300216" y="1965960"/>
            <a:ext cx="2697480" cy="2514600"/>
          </a:xfrm>
          <a:prstGeom prst="roundRect">
            <a:avLst>
              <a:gd name="adj" fmla="val 7000"/>
            </a:avLst>
          </a:prstGeom>
          <a:solidFill>
            <a:srgbClr val="F0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6" name="Picture 12" descr="03_navegacion_azul.png">
            <a:extLst>
              <a:ext uri="{FF2B5EF4-FFF2-40B4-BE49-F238E27FC236}">
                <a16:creationId xmlns:a16="http://schemas.microsoft.com/office/drawing/2014/main" id="{2175629F-C361-B543-71E3-D49119FBB22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64908" y="2313432"/>
            <a:ext cx="768096" cy="768096"/>
          </a:xfrm>
          <a:prstGeom prst="rect">
            <a:avLst/>
          </a:prstGeom>
        </p:spPr>
      </p:pic>
      <p:sp>
        <p:nvSpPr>
          <p:cNvPr id="58" name="TextBox 13">
            <a:extLst>
              <a:ext uri="{FF2B5EF4-FFF2-40B4-BE49-F238E27FC236}">
                <a16:creationId xmlns:a16="http://schemas.microsoft.com/office/drawing/2014/main" id="{A2A0A734-2A74-D47A-BD22-B057BF646FE5}"/>
              </a:ext>
            </a:extLst>
          </p:cNvPr>
          <p:cNvSpPr txBox="1"/>
          <p:nvPr/>
        </p:nvSpPr>
        <p:spPr>
          <a:xfrm>
            <a:off x="6300216" y="3172968"/>
            <a:ext cx="2697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C8CDD6"/>
                </a:solidFill>
                <a:latin typeface="Century Gothic"/>
                <a:ea typeface="Century Gothic"/>
                <a:cs typeface="Century Gothic"/>
              </a:rPr>
              <a:t>3</a:t>
            </a:r>
          </a:p>
        </p:txBody>
      </p:sp>
      <p:sp>
        <p:nvSpPr>
          <p:cNvPr id="60" name="TextBox 14">
            <a:extLst>
              <a:ext uri="{FF2B5EF4-FFF2-40B4-BE49-F238E27FC236}">
                <a16:creationId xmlns:a16="http://schemas.microsoft.com/office/drawing/2014/main" id="{C689B4EB-7FDE-40FE-4449-B8598AD9B252}"/>
              </a:ext>
            </a:extLst>
          </p:cNvPr>
          <p:cNvSpPr txBox="1"/>
          <p:nvPr/>
        </p:nvSpPr>
        <p:spPr>
          <a:xfrm>
            <a:off x="6483096" y="3593591"/>
            <a:ext cx="23317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6B7080"/>
                </a:solidFill>
                <a:latin typeface="Century Gothic"/>
                <a:ea typeface="Century Gothic"/>
                <a:cs typeface="Century Gothic"/>
              </a:rPr>
              <a:t>Navegación</a:t>
            </a:r>
          </a:p>
          <a:p>
            <a:pPr algn="ctr">
              <a:spcAft>
                <a:spcPts val="0"/>
              </a:spcAft>
            </a:pPr>
            <a:r>
              <a:rPr sz="1300" b="1">
                <a:solidFill>
                  <a:srgbClr val="6B7080"/>
                </a:solidFill>
                <a:latin typeface="Century Gothic"/>
                <a:ea typeface="Century Gothic"/>
                <a:cs typeface="Century Gothic"/>
              </a:rPr>
              <a:t>cuadros de mando</a:t>
            </a:r>
          </a:p>
        </p:txBody>
      </p:sp>
      <p:sp>
        <p:nvSpPr>
          <p:cNvPr id="62" name="Rounded Rectangle 15">
            <a:extLst>
              <a:ext uri="{FF2B5EF4-FFF2-40B4-BE49-F238E27FC236}">
                <a16:creationId xmlns:a16="http://schemas.microsoft.com/office/drawing/2014/main" id="{83C463B4-0AB2-63BA-DBF1-25C4A8FC39DA}"/>
              </a:ext>
            </a:extLst>
          </p:cNvPr>
          <p:cNvSpPr/>
          <p:nvPr/>
        </p:nvSpPr>
        <p:spPr>
          <a:xfrm>
            <a:off x="9244584" y="1965960"/>
            <a:ext cx="2697480" cy="2514600"/>
          </a:xfrm>
          <a:prstGeom prst="roundRect">
            <a:avLst>
              <a:gd name="adj" fmla="val 7000"/>
            </a:avLst>
          </a:prstGeom>
          <a:solidFill>
            <a:srgbClr val="F0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4" name="Picture 16" descr="04_filtros_azul.png">
            <a:extLst>
              <a:ext uri="{FF2B5EF4-FFF2-40B4-BE49-F238E27FC236}">
                <a16:creationId xmlns:a16="http://schemas.microsoft.com/office/drawing/2014/main" id="{03265CDE-6CD2-23E5-23DE-7057C55EC13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09276" y="2313432"/>
            <a:ext cx="768096" cy="768096"/>
          </a:xfrm>
          <a:prstGeom prst="rect">
            <a:avLst/>
          </a:prstGeom>
        </p:spPr>
      </p:pic>
      <p:sp>
        <p:nvSpPr>
          <p:cNvPr id="66" name="TextBox 17">
            <a:extLst>
              <a:ext uri="{FF2B5EF4-FFF2-40B4-BE49-F238E27FC236}">
                <a16:creationId xmlns:a16="http://schemas.microsoft.com/office/drawing/2014/main" id="{357B34B0-FD95-7B04-0BD8-44EFD356EA12}"/>
              </a:ext>
            </a:extLst>
          </p:cNvPr>
          <p:cNvSpPr txBox="1"/>
          <p:nvPr/>
        </p:nvSpPr>
        <p:spPr>
          <a:xfrm>
            <a:off x="9244584" y="3172968"/>
            <a:ext cx="2697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C8CDD6"/>
                </a:solidFill>
                <a:latin typeface="Century Gothic"/>
                <a:ea typeface="Century Gothic"/>
                <a:cs typeface="Century Gothic"/>
              </a:rPr>
              <a:t>4</a:t>
            </a:r>
          </a:p>
        </p:txBody>
      </p:sp>
      <p:sp>
        <p:nvSpPr>
          <p:cNvPr id="68" name="TextBox 18">
            <a:extLst>
              <a:ext uri="{FF2B5EF4-FFF2-40B4-BE49-F238E27FC236}">
                <a16:creationId xmlns:a16="http://schemas.microsoft.com/office/drawing/2014/main" id="{7D3EC879-A946-EAD3-C123-AAC1781031F0}"/>
              </a:ext>
            </a:extLst>
          </p:cNvPr>
          <p:cNvSpPr txBox="1"/>
          <p:nvPr/>
        </p:nvSpPr>
        <p:spPr>
          <a:xfrm>
            <a:off x="9427463" y="3593591"/>
            <a:ext cx="23317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6B7080"/>
                </a:solidFill>
                <a:latin typeface="Century Gothic"/>
                <a:ea typeface="Century Gothic"/>
                <a:cs typeface="Century Gothic"/>
              </a:rPr>
              <a:t>Filtros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6240" y="404814"/>
            <a:ext cx="11376025" cy="376236"/>
          </a:xfrm>
        </p:spPr>
        <p:txBody>
          <a:bodyPr/>
          <a:lstStyle/>
          <a:p>
            <a:r>
              <a:rPr>
                <a:latin typeface="Century Gothic" panose="020B0502020202020204" pitchFamily="34" charset="0"/>
              </a:rPr>
              <a:t>La complejidad genera ineficiencias ocultas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446520"/>
            <a:ext cx="1005403" cy="2154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B7080"/>
                </a:solidFill>
                <a:latin typeface="Century Gothic" panose="020B0502020202020204" pitchFamily="34" charset="0"/>
              </a:rPr>
              <a:t>© 2026 NTT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54988" y="6446520"/>
            <a:ext cx="240772" cy="2154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>
                <a:solidFill>
                  <a:srgbClr val="6B7080"/>
                </a:solidFill>
                <a:latin typeface="Century Gothic" panose="020B0502020202020204" pitchFamily="34" charset="0"/>
              </a:rPr>
              <a:t>5</a:t>
            </a:r>
          </a:p>
        </p:txBody>
      </p:sp>
      <p:pic>
        <p:nvPicPr>
          <p:cNvPr id="7" name="Picture 6" descr="image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181" y="1495840"/>
            <a:ext cx="5047469" cy="466091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8995" y="6156758"/>
            <a:ext cx="5577840" cy="230832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/>
            <a:r>
              <a:rPr sz="900">
                <a:solidFill>
                  <a:srgbClr val="6B7080"/>
                </a:solidFill>
                <a:latin typeface="Century Gothic" panose="020B0502020202020204" pitchFamily="34" charset="0"/>
              </a:rPr>
              <a:t>Traza real de un proceso ejecutado sobre múltiples sistemas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600200"/>
            <a:ext cx="5285232" cy="2844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</a:pPr>
            <a:r>
              <a:rPr>
                <a:latin typeface="Century Gothic" panose="020B0502020202020204" pitchFamily="34" charset="0"/>
              </a:rPr>
              <a:t>Los </a:t>
            </a:r>
            <a:r>
              <a:rPr err="1">
                <a:latin typeface="Century Gothic" panose="020B0502020202020204" pitchFamily="34" charset="0"/>
              </a:rPr>
              <a:t>procesos</a:t>
            </a:r>
            <a:r>
              <a:rPr>
                <a:latin typeface="Century Gothic" panose="020B0502020202020204" pitchFamily="34" charset="0"/>
              </a:rPr>
              <a:t> se </a:t>
            </a:r>
            <a:r>
              <a:rPr err="1">
                <a:latin typeface="Century Gothic" panose="020B0502020202020204" pitchFamily="34" charset="0"/>
              </a:rPr>
              <a:t>ven</a:t>
            </a:r>
            <a:r>
              <a:rPr>
                <a:latin typeface="Century Gothic" panose="020B0502020202020204" pitchFamily="34" charset="0"/>
              </a:rPr>
              <a:t> </a:t>
            </a:r>
            <a:r>
              <a:rPr err="1">
                <a:latin typeface="Century Gothic" panose="020B0502020202020204" pitchFamily="34" charset="0"/>
              </a:rPr>
              <a:t>obligados</a:t>
            </a:r>
            <a:r>
              <a:rPr>
                <a:latin typeface="Century Gothic" panose="020B0502020202020204" pitchFamily="34" charset="0"/>
              </a:rPr>
              <a:t> a </a:t>
            </a:r>
            <a:r>
              <a:rPr err="1">
                <a:latin typeface="Century Gothic" panose="020B0502020202020204" pitchFamily="34" charset="0"/>
              </a:rPr>
              <a:t>ejecutarse</a:t>
            </a:r>
            <a:r>
              <a:rPr>
                <a:latin typeface="Century Gothic" panose="020B0502020202020204" pitchFamily="34" charset="0"/>
              </a:rPr>
              <a:t> a </a:t>
            </a:r>
            <a:r>
              <a:rPr err="1">
                <a:latin typeface="Century Gothic" panose="020B0502020202020204" pitchFamily="34" charset="0"/>
              </a:rPr>
              <a:t>través</a:t>
            </a:r>
            <a:r>
              <a:rPr>
                <a:latin typeface="Century Gothic" panose="020B0502020202020204" pitchFamily="34" charset="0"/>
              </a:rPr>
              <a:t> de </a:t>
            </a:r>
            <a:r>
              <a:rPr err="1">
                <a:latin typeface="Century Gothic" panose="020B0502020202020204" pitchFamily="34" charset="0"/>
              </a:rPr>
              <a:t>múltiples</a:t>
            </a:r>
            <a:r>
              <a:rPr>
                <a:latin typeface="Century Gothic" panose="020B0502020202020204" pitchFamily="34" charset="0"/>
              </a:rPr>
              <a:t> </a:t>
            </a:r>
            <a:r>
              <a:rPr err="1">
                <a:latin typeface="Century Gothic" panose="020B0502020202020204" pitchFamily="34" charset="0"/>
              </a:rPr>
              <a:t>plataformas</a:t>
            </a:r>
            <a:r>
              <a:rPr>
                <a:latin typeface="Century Gothic" panose="020B0502020202020204" pitchFamily="34" charset="0"/>
              </a:rPr>
              <a:t> </a:t>
            </a:r>
            <a:r>
              <a:rPr err="1">
                <a:latin typeface="Century Gothic" panose="020B0502020202020204" pitchFamily="34" charset="0"/>
              </a:rPr>
              <a:t>tecnológicas</a:t>
            </a:r>
            <a:r>
              <a:rPr>
                <a:latin typeface="Century Gothic" panose="020B0502020202020204" pitchFamily="34" charset="0"/>
              </a:rPr>
              <a:t> </a:t>
            </a:r>
            <a:r>
              <a:rPr err="1">
                <a:latin typeface="Century Gothic" panose="020B0502020202020204" pitchFamily="34" charset="0"/>
              </a:rPr>
              <a:t>rígidas</a:t>
            </a:r>
            <a:r>
              <a:rPr>
                <a:latin typeface="Century Gothic" panose="020B0502020202020204" pitchFamily="34" charset="0"/>
              </a:rPr>
              <a:t> y </a:t>
            </a:r>
            <a:r>
              <a:rPr err="1">
                <a:latin typeface="Century Gothic" panose="020B0502020202020204" pitchFamily="34" charset="0"/>
              </a:rPr>
              <a:t>fragmentadas</a:t>
            </a:r>
            <a:r>
              <a:rPr lang="es-ES">
                <a:latin typeface="Century Gothic" panose="020B0502020202020204" pitchFamily="34" charset="0"/>
              </a:rPr>
              <a:t>,</a:t>
            </a:r>
            <a:r>
              <a:rPr b="1">
                <a:solidFill>
                  <a:srgbClr val="0072BD"/>
                </a:solidFill>
                <a:latin typeface="Century Gothic" panose="020B0502020202020204" pitchFamily="34" charset="0"/>
              </a:rPr>
              <a:t> </a:t>
            </a:r>
            <a:r>
              <a:rPr b="1">
                <a:solidFill>
                  <a:srgbClr val="467F96"/>
                </a:solidFill>
                <a:latin typeface="Century Gothic" panose="020B0502020202020204" pitchFamily="34" charset="0"/>
              </a:rPr>
              <a:t>lo </a:t>
            </a:r>
            <a:r>
              <a:rPr b="1" err="1">
                <a:solidFill>
                  <a:srgbClr val="467F96"/>
                </a:solidFill>
                <a:latin typeface="Century Gothic" panose="020B0502020202020204" pitchFamily="34" charset="0"/>
              </a:rPr>
              <a:t>que</a:t>
            </a:r>
            <a:r>
              <a:rPr b="1">
                <a:solidFill>
                  <a:srgbClr val="467F96"/>
                </a:solidFill>
                <a:latin typeface="Century Gothic" panose="020B0502020202020204" pitchFamily="34" charset="0"/>
              </a:rPr>
              <a:t> genera </a:t>
            </a:r>
            <a:r>
              <a:rPr b="1" err="1">
                <a:solidFill>
                  <a:srgbClr val="467F96"/>
                </a:solidFill>
                <a:latin typeface="Century Gothic" panose="020B0502020202020204" pitchFamily="34" charset="0"/>
              </a:rPr>
              <a:t>brechas</a:t>
            </a:r>
            <a:r>
              <a:rPr b="1">
                <a:solidFill>
                  <a:srgbClr val="467F96"/>
                </a:solidFill>
                <a:latin typeface="Century Gothic" panose="020B0502020202020204" pitchFamily="34" charset="0"/>
              </a:rPr>
              <a:t> </a:t>
            </a:r>
            <a:r>
              <a:rPr b="1" err="1">
                <a:solidFill>
                  <a:srgbClr val="467F96"/>
                </a:solidFill>
                <a:latin typeface="Century Gothic" panose="020B0502020202020204" pitchFamily="34" charset="0"/>
              </a:rPr>
              <a:t>en</a:t>
            </a:r>
            <a:r>
              <a:rPr b="1">
                <a:solidFill>
                  <a:srgbClr val="467F96"/>
                </a:solidFill>
                <a:latin typeface="Century Gothic" panose="020B0502020202020204" pitchFamily="34" charset="0"/>
              </a:rPr>
              <a:t> la </a:t>
            </a:r>
            <a:r>
              <a:rPr b="1" err="1">
                <a:solidFill>
                  <a:srgbClr val="467F96"/>
                </a:solidFill>
                <a:latin typeface="Century Gothic" panose="020B0502020202020204" pitchFamily="34" charset="0"/>
              </a:rPr>
              <a:t>ejecución</a:t>
            </a:r>
            <a:r>
              <a:rPr b="1">
                <a:solidFill>
                  <a:srgbClr val="467F96"/>
                </a:solidFill>
                <a:latin typeface="Century Gothic" panose="020B0502020202020204" pitchFamily="34" charset="0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400" b="1" err="1">
                <a:solidFill>
                  <a:srgbClr val="467F96"/>
                </a:solidFill>
                <a:latin typeface="Century Gothic" panose="020B0502020202020204" pitchFamily="34" charset="0"/>
              </a:rPr>
              <a:t>Principales</a:t>
            </a:r>
            <a:r>
              <a:rPr sz="1400" b="1">
                <a:solidFill>
                  <a:srgbClr val="467F96"/>
                </a:solidFill>
                <a:latin typeface="Century Gothic" panose="020B0502020202020204" pitchFamily="34" charset="0"/>
              </a:rPr>
              <a:t> </a:t>
            </a:r>
            <a:r>
              <a:rPr sz="1400" b="1" err="1">
                <a:solidFill>
                  <a:srgbClr val="467F96"/>
                </a:solidFill>
                <a:latin typeface="Century Gothic" panose="020B0502020202020204" pitchFamily="34" charset="0"/>
              </a:rPr>
              <a:t>fuentes</a:t>
            </a:r>
            <a:r>
              <a:rPr sz="1400" b="1">
                <a:solidFill>
                  <a:srgbClr val="467F96"/>
                </a:solidFill>
                <a:latin typeface="Century Gothic" panose="020B0502020202020204" pitchFamily="34" charset="0"/>
              </a:rPr>
              <a:t> de </a:t>
            </a:r>
            <a:r>
              <a:rPr sz="1400" b="1" err="1">
                <a:solidFill>
                  <a:srgbClr val="467F96"/>
                </a:solidFill>
                <a:latin typeface="Century Gothic" panose="020B0502020202020204" pitchFamily="34" charset="0"/>
              </a:rPr>
              <a:t>complejidad</a:t>
            </a:r>
            <a:r>
              <a:rPr lang="es-ES" sz="1400" b="1">
                <a:solidFill>
                  <a:srgbClr val="467F96"/>
                </a:solidFill>
                <a:latin typeface="Century Gothic" panose="020B0502020202020204" pitchFamily="34" charset="0"/>
              </a:rPr>
              <a:t>:</a:t>
            </a:r>
            <a:endParaRPr sz="1400" b="1">
              <a:solidFill>
                <a:srgbClr val="467F96"/>
              </a:solidFill>
              <a:latin typeface="Century Gothic" panose="020B0502020202020204" pitchFamily="34" charset="0"/>
            </a:endParaRPr>
          </a:p>
          <a:p>
            <a:pPr marL="285750" indent="-285750">
              <a:spcAft>
                <a:spcPts val="700"/>
              </a:spcAft>
              <a:buFont typeface="Arial" panose="020B0604020202020204" pitchFamily="34" charset="0"/>
              <a:buChar char="•"/>
            </a:pPr>
            <a:r>
              <a:rPr sz="1300">
                <a:latin typeface="Century Gothic" panose="020B0502020202020204" pitchFamily="34" charset="0"/>
              </a:rPr>
              <a:t>Silos </a:t>
            </a:r>
            <a:r>
              <a:rPr sz="1300" err="1">
                <a:latin typeface="Century Gothic" panose="020B0502020202020204" pitchFamily="34" charset="0"/>
              </a:rPr>
              <a:t>departamentales</a:t>
            </a:r>
            <a:r>
              <a:rPr lang="es-ES" sz="1300">
                <a:latin typeface="Century Gothic" panose="020B0502020202020204" pitchFamily="34" charset="0"/>
              </a:rPr>
              <a:t>.</a:t>
            </a:r>
            <a:endParaRPr sz="1300">
              <a:latin typeface="Century Gothic" panose="020B0502020202020204" pitchFamily="34" charset="0"/>
            </a:endParaRPr>
          </a:p>
          <a:p>
            <a:pPr marL="285750" indent="-285750">
              <a:spcAft>
                <a:spcPts val="700"/>
              </a:spcAft>
              <a:buFont typeface="Arial" panose="020B0604020202020204" pitchFamily="34" charset="0"/>
              <a:buChar char="•"/>
            </a:pPr>
            <a:r>
              <a:rPr sz="1300" err="1">
                <a:latin typeface="Century Gothic" panose="020B0502020202020204" pitchFamily="34" charset="0"/>
              </a:rPr>
              <a:t>Normativas</a:t>
            </a:r>
            <a:r>
              <a:rPr sz="1300">
                <a:latin typeface="Century Gothic" panose="020B0502020202020204" pitchFamily="34" charset="0"/>
              </a:rPr>
              <a:t> y </a:t>
            </a:r>
            <a:r>
              <a:rPr sz="1300" err="1">
                <a:latin typeface="Century Gothic" panose="020B0502020202020204" pitchFamily="34" charset="0"/>
              </a:rPr>
              <a:t>regulaciones</a:t>
            </a:r>
            <a:r>
              <a:rPr lang="es-ES" sz="1300">
                <a:latin typeface="Century Gothic" panose="020B0502020202020204" pitchFamily="34" charset="0"/>
              </a:rPr>
              <a:t>.</a:t>
            </a:r>
            <a:endParaRPr sz="1300">
              <a:latin typeface="Century Gothic" panose="020B0502020202020204" pitchFamily="34" charset="0"/>
            </a:endParaRPr>
          </a:p>
          <a:p>
            <a:pPr marL="285750" indent="-285750">
              <a:spcAft>
                <a:spcPts val="700"/>
              </a:spcAft>
              <a:buFont typeface="Arial" panose="020B0604020202020204" pitchFamily="34" charset="0"/>
              <a:buChar char="•"/>
            </a:pPr>
            <a:r>
              <a:rPr sz="1300" err="1">
                <a:latin typeface="Century Gothic" panose="020B0502020202020204" pitchFamily="34" charset="0"/>
              </a:rPr>
              <a:t>Exigencias</a:t>
            </a:r>
            <a:r>
              <a:rPr sz="1300">
                <a:latin typeface="Century Gothic" panose="020B0502020202020204" pitchFamily="34" charset="0"/>
              </a:rPr>
              <a:t> </a:t>
            </a:r>
            <a:r>
              <a:rPr sz="1300" err="1">
                <a:latin typeface="Century Gothic" panose="020B0502020202020204" pitchFamily="34" charset="0"/>
              </a:rPr>
              <a:t>políticas</a:t>
            </a:r>
            <a:r>
              <a:rPr lang="es-ES" sz="1300">
                <a:latin typeface="Century Gothic" panose="020B0502020202020204" pitchFamily="34" charset="0"/>
              </a:rPr>
              <a:t>.</a:t>
            </a:r>
            <a:endParaRPr sz="1300">
              <a:latin typeface="Century Gothic" panose="020B0502020202020204" pitchFamily="34" charset="0"/>
            </a:endParaRPr>
          </a:p>
          <a:p>
            <a:pPr marL="285750" indent="-285750">
              <a:spcAft>
                <a:spcPts val="700"/>
              </a:spcAft>
              <a:buFont typeface="Arial" panose="020B0604020202020204" pitchFamily="34" charset="0"/>
              <a:buChar char="•"/>
            </a:pPr>
            <a:r>
              <a:rPr sz="1300">
                <a:latin typeface="Century Gothic" panose="020B0502020202020204" pitchFamily="34" charset="0"/>
              </a:rPr>
              <a:t>Sistemas </a:t>
            </a:r>
            <a:r>
              <a:rPr sz="1300" err="1">
                <a:latin typeface="Century Gothic" panose="020B0502020202020204" pitchFamily="34" charset="0"/>
              </a:rPr>
              <a:t>heredados</a:t>
            </a:r>
            <a:r>
              <a:rPr sz="1300">
                <a:latin typeface="Century Gothic" panose="020B0502020202020204" pitchFamily="34" charset="0"/>
              </a:rPr>
              <a:t> sin </a:t>
            </a:r>
            <a:r>
              <a:rPr sz="1300" err="1">
                <a:latin typeface="Century Gothic" panose="020B0502020202020204" pitchFamily="34" charset="0"/>
              </a:rPr>
              <a:t>integración</a:t>
            </a:r>
            <a:r>
              <a:rPr lang="es-ES" sz="1300">
                <a:latin typeface="Century Gothic" panose="020B0502020202020204" pitchFamily="34" charset="0"/>
              </a:rPr>
              <a:t>.</a:t>
            </a:r>
            <a:endParaRPr sz="1300">
              <a:latin typeface="Century Gothic" panose="020B0502020202020204" pitchFamily="34" charset="0"/>
            </a:endParaRP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F934B866-7EA9-EE1E-ED3E-89C0571AAF8D}"/>
              </a:ext>
            </a:extLst>
          </p:cNvPr>
          <p:cNvSpPr txBox="1"/>
          <p:nvPr/>
        </p:nvSpPr>
        <p:spPr>
          <a:xfrm>
            <a:off x="396240" y="781050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1600" b="1">
                <a:latin typeface="Century Gothic" panose="020B0502020202020204" pitchFamily="34" charset="0"/>
                <a:ea typeface="Poppins"/>
                <a:cs typeface="Poppins"/>
                <a:sym typeface="Poppins"/>
              </a:rPr>
              <a:t>Conceptos básicos de </a:t>
            </a:r>
            <a:r>
              <a:rPr lang="es-ES" sz="1600" b="1" err="1">
                <a:latin typeface="Century Gothic" panose="020B0502020202020204" pitchFamily="34" charset="0"/>
                <a:ea typeface="Poppins"/>
                <a:cs typeface="Poppins"/>
                <a:sym typeface="Poppins"/>
              </a:rPr>
              <a:t>Mineria</a:t>
            </a:r>
            <a:r>
              <a:rPr lang="es-ES" sz="1600" b="1">
                <a:latin typeface="Century Gothic" panose="020B0502020202020204" pitchFamily="34" charset="0"/>
                <a:ea typeface="Poppins"/>
                <a:cs typeface="Poppins"/>
                <a:sym typeface="Poppins"/>
              </a:rPr>
              <a:t> de procesos</a:t>
            </a:r>
            <a:endParaRPr lang="es-ES">
              <a:latin typeface="Century Gothic" panose="020B0502020202020204" pitchFamily="34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Century Gothic" panose="020B0502020202020204" pitchFamily="34" charset="0"/>
              </a:rPr>
              <a:t>Diferencias entre el proceso diseñado y el AS-IS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6446520"/>
            <a:ext cx="1005403" cy="2154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B7080"/>
                </a:solidFill>
                <a:latin typeface="Century Gothic" panose="020B0502020202020204" pitchFamily="34" charset="0"/>
              </a:rPr>
              <a:t>© 2026 NTT DATA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554988" y="6446520"/>
            <a:ext cx="240772" cy="2154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>
                <a:solidFill>
                  <a:srgbClr val="6B7080"/>
                </a:solidFill>
                <a:latin typeface="Century Gothic" panose="020B0502020202020204" pitchFamily="34" charset="0"/>
              </a:rPr>
              <a:t>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325880"/>
            <a:ext cx="2713243" cy="292388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1300" b="1">
                <a:solidFill>
                  <a:srgbClr val="070F26"/>
                </a:solidFill>
                <a:latin typeface="Century Gothic" panose="020B0502020202020204" pitchFamily="34" charset="0"/>
              </a:rPr>
              <a:t>#1  Cómo diseñamos el proceso</a:t>
            </a:r>
          </a:p>
        </p:txBody>
      </p:sp>
      <p:pic>
        <p:nvPicPr>
          <p:cNvPr id="12" name="Picture 11" descr="image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3602" y="1828800"/>
            <a:ext cx="1258490" cy="3977639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76257" y="5943600"/>
            <a:ext cx="3602736" cy="246221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000">
                <a:solidFill>
                  <a:srgbClr val="6B7080"/>
                </a:solidFill>
                <a:latin typeface="Century Gothic" panose="020B0502020202020204" pitchFamily="34" charset="0"/>
              </a:rPr>
              <a:t>El </a:t>
            </a:r>
            <a:r>
              <a:rPr sz="1000" err="1">
                <a:solidFill>
                  <a:srgbClr val="6B7080"/>
                </a:solidFill>
                <a:latin typeface="Century Gothic" panose="020B0502020202020204" pitchFamily="34" charset="0"/>
              </a:rPr>
              <a:t>flujo</a:t>
            </a:r>
            <a:r>
              <a:rPr sz="1000">
                <a:solidFill>
                  <a:srgbClr val="6B7080"/>
                </a:solidFill>
                <a:latin typeface="Century Gothic" panose="020B0502020202020204" pitchFamily="34" charset="0"/>
              </a:rPr>
              <a:t> </a:t>
            </a:r>
            <a:r>
              <a:rPr sz="1000" err="1">
                <a:solidFill>
                  <a:srgbClr val="6B7080"/>
                </a:solidFill>
                <a:latin typeface="Century Gothic" panose="020B0502020202020204" pitchFamily="34" charset="0"/>
              </a:rPr>
              <a:t>previsto</a:t>
            </a:r>
            <a:r>
              <a:rPr sz="1000">
                <a:solidFill>
                  <a:srgbClr val="6B7080"/>
                </a:solidFill>
                <a:latin typeface="Century Gothic" panose="020B0502020202020204" pitchFamily="34" charset="0"/>
              </a:rPr>
              <a:t> </a:t>
            </a:r>
            <a:r>
              <a:rPr sz="1000" err="1">
                <a:solidFill>
                  <a:srgbClr val="6B7080"/>
                </a:solidFill>
                <a:latin typeface="Century Gothic" panose="020B0502020202020204" pitchFamily="34" charset="0"/>
              </a:rPr>
              <a:t>en</a:t>
            </a:r>
            <a:r>
              <a:rPr sz="1000">
                <a:solidFill>
                  <a:srgbClr val="6B7080"/>
                </a:solidFill>
                <a:latin typeface="Century Gothic" panose="020B0502020202020204" pitchFamily="34" charset="0"/>
              </a:rPr>
              <a:t> el </a:t>
            </a:r>
            <a:r>
              <a:rPr sz="1000" err="1">
                <a:solidFill>
                  <a:srgbClr val="6B7080"/>
                </a:solidFill>
                <a:latin typeface="Century Gothic" panose="020B0502020202020204" pitchFamily="34" charset="0"/>
              </a:rPr>
              <a:t>procedimiento</a:t>
            </a:r>
            <a:r>
              <a:rPr lang="es-ES" sz="1000">
                <a:solidFill>
                  <a:srgbClr val="6B7080"/>
                </a:solidFill>
                <a:latin typeface="Century Gothic" panose="020B0502020202020204" pitchFamily="34" charset="0"/>
              </a:rPr>
              <a:t>.</a:t>
            </a:r>
            <a:endParaRPr sz="1000">
              <a:solidFill>
                <a:srgbClr val="6B7080"/>
              </a:solidFill>
              <a:latin typeface="Century Gothic" panose="020B0502020202020204" pitchFamily="34" charset="0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4297680" y="1325880"/>
            <a:ext cx="2902398" cy="292388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1300" b="1">
                <a:solidFill>
                  <a:srgbClr val="070F26"/>
                </a:solidFill>
                <a:latin typeface="Century Gothic" panose="020B0502020202020204" pitchFamily="34" charset="0"/>
              </a:rPr>
              <a:t>#2  Cómo creemos que se ejecuta</a:t>
            </a:r>
          </a:p>
        </p:txBody>
      </p:sp>
      <p:pic>
        <p:nvPicPr>
          <p:cNvPr id="15" name="Picture 14" descr="image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08305" y="1828800"/>
            <a:ext cx="2381484" cy="3977639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847387" y="5943599"/>
            <a:ext cx="3602736" cy="246221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000">
                <a:solidFill>
                  <a:srgbClr val="6B7080"/>
                </a:solidFill>
                <a:latin typeface="Century Gothic" panose="020B0502020202020204" pitchFamily="34" charset="0"/>
              </a:rPr>
              <a:t>La </a:t>
            </a:r>
            <a:r>
              <a:rPr sz="1000" err="1">
                <a:solidFill>
                  <a:srgbClr val="6B7080"/>
                </a:solidFill>
                <a:latin typeface="Century Gothic" panose="020B0502020202020204" pitchFamily="34" charset="0"/>
              </a:rPr>
              <a:t>percepción</a:t>
            </a:r>
            <a:r>
              <a:rPr sz="1000">
                <a:solidFill>
                  <a:srgbClr val="6B7080"/>
                </a:solidFill>
                <a:latin typeface="Century Gothic" panose="020B0502020202020204" pitchFamily="34" charset="0"/>
              </a:rPr>
              <a:t> de </a:t>
            </a:r>
            <a:r>
              <a:rPr sz="1000" err="1">
                <a:solidFill>
                  <a:srgbClr val="6B7080"/>
                </a:solidFill>
                <a:latin typeface="Century Gothic" panose="020B0502020202020204" pitchFamily="34" charset="0"/>
              </a:rPr>
              <a:t>quien</a:t>
            </a:r>
            <a:r>
              <a:rPr sz="1000">
                <a:solidFill>
                  <a:srgbClr val="6B7080"/>
                </a:solidFill>
                <a:latin typeface="Century Gothic" panose="020B0502020202020204" pitchFamily="34" charset="0"/>
              </a:rPr>
              <a:t> lo </a:t>
            </a:r>
            <a:r>
              <a:rPr sz="1000" err="1">
                <a:solidFill>
                  <a:srgbClr val="6B7080"/>
                </a:solidFill>
                <a:latin typeface="Century Gothic" panose="020B0502020202020204" pitchFamily="34" charset="0"/>
              </a:rPr>
              <a:t>gestiona</a:t>
            </a:r>
            <a:r>
              <a:rPr lang="es-ES" sz="1000">
                <a:solidFill>
                  <a:srgbClr val="6B7080"/>
                </a:solidFill>
                <a:latin typeface="Century Gothic" panose="020B0502020202020204" pitchFamily="34" charset="0"/>
              </a:rPr>
              <a:t>.</a:t>
            </a:r>
            <a:endParaRPr sz="1000">
              <a:solidFill>
                <a:srgbClr val="6B7080"/>
              </a:solidFill>
              <a:latin typeface="Century Gothic" panose="020B0502020202020204" pitchFamily="34" charset="0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8183879" y="1325880"/>
            <a:ext cx="2761333" cy="292388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1300" b="1">
                <a:solidFill>
                  <a:srgbClr val="0080B1"/>
                </a:solidFill>
                <a:latin typeface="Century Gothic" panose="020B0502020202020204" pitchFamily="34" charset="0"/>
              </a:rPr>
              <a:t>#3  Cómo se ejecuta en realidad</a:t>
            </a:r>
          </a:p>
        </p:txBody>
      </p:sp>
      <p:pic>
        <p:nvPicPr>
          <p:cNvPr id="18" name="Picture 17" descr="image1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50033" y="1828800"/>
            <a:ext cx="2470428" cy="3977639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864150" y="5947873"/>
            <a:ext cx="3602736" cy="246221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000">
                <a:solidFill>
                  <a:srgbClr val="6B7080"/>
                </a:solidFill>
                <a:latin typeface="Century Gothic" panose="020B0502020202020204" pitchFamily="34" charset="0"/>
              </a:rPr>
              <a:t>Lo </a:t>
            </a:r>
            <a:r>
              <a:rPr sz="1000" err="1">
                <a:solidFill>
                  <a:srgbClr val="6B7080"/>
                </a:solidFill>
                <a:latin typeface="Century Gothic" panose="020B0502020202020204" pitchFamily="34" charset="0"/>
              </a:rPr>
              <a:t>que</a:t>
            </a:r>
            <a:r>
              <a:rPr sz="1000">
                <a:solidFill>
                  <a:srgbClr val="6B7080"/>
                </a:solidFill>
                <a:latin typeface="Century Gothic" panose="020B0502020202020204" pitchFamily="34" charset="0"/>
              </a:rPr>
              <a:t> </a:t>
            </a:r>
            <a:r>
              <a:rPr sz="1000" err="1">
                <a:solidFill>
                  <a:srgbClr val="6B7080"/>
                </a:solidFill>
                <a:latin typeface="Century Gothic" panose="020B0502020202020204" pitchFamily="34" charset="0"/>
              </a:rPr>
              <a:t>revelan</a:t>
            </a:r>
            <a:r>
              <a:rPr sz="1000">
                <a:solidFill>
                  <a:srgbClr val="6B7080"/>
                </a:solidFill>
                <a:latin typeface="Century Gothic" panose="020B0502020202020204" pitchFamily="34" charset="0"/>
              </a:rPr>
              <a:t> </a:t>
            </a:r>
            <a:r>
              <a:rPr sz="1000" err="1">
                <a:solidFill>
                  <a:srgbClr val="6B7080"/>
                </a:solidFill>
                <a:latin typeface="Century Gothic" panose="020B0502020202020204" pitchFamily="34" charset="0"/>
              </a:rPr>
              <a:t>los</a:t>
            </a:r>
            <a:r>
              <a:rPr sz="1000">
                <a:solidFill>
                  <a:srgbClr val="6B7080"/>
                </a:solidFill>
                <a:latin typeface="Century Gothic" panose="020B0502020202020204" pitchFamily="34" charset="0"/>
              </a:rPr>
              <a:t> </a:t>
            </a:r>
            <a:r>
              <a:rPr sz="1000" err="1">
                <a:solidFill>
                  <a:srgbClr val="6B7080"/>
                </a:solidFill>
                <a:latin typeface="Century Gothic" panose="020B0502020202020204" pitchFamily="34" charset="0"/>
              </a:rPr>
              <a:t>datos</a:t>
            </a:r>
            <a:r>
              <a:rPr sz="1000">
                <a:solidFill>
                  <a:srgbClr val="6B7080"/>
                </a:solidFill>
                <a:latin typeface="Century Gothic" panose="020B0502020202020204" pitchFamily="34" charset="0"/>
              </a:rPr>
              <a:t> del </a:t>
            </a:r>
            <a:r>
              <a:rPr sz="1000" err="1">
                <a:solidFill>
                  <a:srgbClr val="6B7080"/>
                </a:solidFill>
                <a:latin typeface="Century Gothic" panose="020B0502020202020204" pitchFamily="34" charset="0"/>
              </a:rPr>
              <a:t>sistema</a:t>
            </a:r>
            <a:r>
              <a:rPr lang="es-ES" sz="1000">
                <a:solidFill>
                  <a:srgbClr val="6B7080"/>
                </a:solidFill>
                <a:latin typeface="Century Gothic" panose="020B0502020202020204" pitchFamily="34" charset="0"/>
              </a:rPr>
              <a:t>.</a:t>
            </a:r>
            <a:endParaRPr sz="1000">
              <a:solidFill>
                <a:srgbClr val="6B7080"/>
              </a:solidFill>
              <a:latin typeface="Century Gothic" panose="020B0502020202020204" pitchFamily="34" charset="0"/>
            </a:endParaRPr>
          </a:p>
        </p:txBody>
      </p:sp>
      <p:cxnSp>
        <p:nvCxnSpPr>
          <p:cNvPr id="3" name="Google Shape;205;p6">
            <a:extLst>
              <a:ext uri="{FF2B5EF4-FFF2-40B4-BE49-F238E27FC236}">
                <a16:creationId xmlns:a16="http://schemas.microsoft.com/office/drawing/2014/main" id="{388ED4B9-A259-A585-9811-7B710CD8441F}"/>
              </a:ext>
            </a:extLst>
          </p:cNvPr>
          <p:cNvCxnSpPr/>
          <p:nvPr/>
        </p:nvCxnSpPr>
        <p:spPr>
          <a:xfrm>
            <a:off x="3645407" y="1434698"/>
            <a:ext cx="0" cy="4679200"/>
          </a:xfrm>
          <a:prstGeom prst="straightConnector1">
            <a:avLst/>
          </a:prstGeom>
          <a:noFill/>
          <a:ln w="9525" cap="flat" cmpd="sng">
            <a:solidFill>
              <a:srgbClr val="292929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4" name="Google Shape;206;p6">
            <a:extLst>
              <a:ext uri="{FF2B5EF4-FFF2-40B4-BE49-F238E27FC236}">
                <a16:creationId xmlns:a16="http://schemas.microsoft.com/office/drawing/2014/main" id="{1167C0F8-0C77-9715-D120-5A28D62CC6A9}"/>
              </a:ext>
            </a:extLst>
          </p:cNvPr>
          <p:cNvCxnSpPr/>
          <p:nvPr/>
        </p:nvCxnSpPr>
        <p:spPr>
          <a:xfrm>
            <a:off x="7784932" y="1434698"/>
            <a:ext cx="0" cy="4679200"/>
          </a:xfrm>
          <a:prstGeom prst="straightConnector1">
            <a:avLst/>
          </a:prstGeom>
          <a:noFill/>
          <a:ln w="9525" cap="flat" cmpd="sng">
            <a:solidFill>
              <a:srgbClr val="292929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" name="CuadroTexto 5">
            <a:extLst>
              <a:ext uri="{FF2B5EF4-FFF2-40B4-BE49-F238E27FC236}">
                <a16:creationId xmlns:a16="http://schemas.microsoft.com/office/drawing/2014/main" id="{B63751D4-2E40-5718-00AB-BB32A7270959}"/>
              </a:ext>
            </a:extLst>
          </p:cNvPr>
          <p:cNvSpPr txBox="1"/>
          <p:nvPr/>
        </p:nvSpPr>
        <p:spPr>
          <a:xfrm>
            <a:off x="396240" y="781050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1600" b="1">
                <a:latin typeface="Century Gothic" panose="020B0502020202020204" pitchFamily="34" charset="0"/>
                <a:ea typeface="Poppins"/>
                <a:cs typeface="Poppins"/>
                <a:sym typeface="Poppins"/>
              </a:rPr>
              <a:t>Conceptos básicos de Minado de procesos</a:t>
            </a:r>
            <a:endParaRPr lang="es-ES">
              <a:latin typeface="Century Gothic" panose="020B0502020202020204" pitchFamily="34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err="1">
                <a:latin typeface="Century Gothic" panose="020B0502020202020204" pitchFamily="34" charset="0"/>
              </a:rPr>
              <a:t>Utilizar</a:t>
            </a:r>
            <a:r>
              <a:rPr>
                <a:latin typeface="Century Gothic" panose="020B0502020202020204" pitchFamily="34" charset="0"/>
              </a:rPr>
              <a:t> </a:t>
            </a:r>
            <a:r>
              <a:rPr err="1">
                <a:latin typeface="Century Gothic" panose="020B0502020202020204" pitchFamily="34" charset="0"/>
              </a:rPr>
              <a:t>Celonis</a:t>
            </a:r>
            <a:r>
              <a:rPr>
                <a:latin typeface="Century Gothic" panose="020B0502020202020204" pitchFamily="34" charset="0"/>
              </a:rPr>
              <a:t> para </a:t>
            </a:r>
            <a:r>
              <a:rPr err="1">
                <a:latin typeface="Century Gothic" panose="020B0502020202020204" pitchFamily="34" charset="0"/>
              </a:rPr>
              <a:t>comprender</a:t>
            </a:r>
            <a:r>
              <a:rPr>
                <a:latin typeface="Century Gothic" panose="020B0502020202020204" pitchFamily="34" charset="0"/>
              </a:rPr>
              <a:t> y </a:t>
            </a:r>
            <a:r>
              <a:rPr err="1">
                <a:latin typeface="Century Gothic" panose="020B0502020202020204" pitchFamily="34" charset="0"/>
              </a:rPr>
              <a:t>optimizar</a:t>
            </a:r>
            <a:r>
              <a:rPr>
                <a:latin typeface="Century Gothic" panose="020B0502020202020204" pitchFamily="34" charset="0"/>
              </a:rPr>
              <a:t> sus </a:t>
            </a:r>
            <a:r>
              <a:rPr err="1">
                <a:latin typeface="Century Gothic" panose="020B0502020202020204" pitchFamily="34" charset="0"/>
              </a:rPr>
              <a:t>procesos</a:t>
            </a:r>
            <a:endParaRPr>
              <a:latin typeface="Century Gothic" panose="020B0502020202020204" pitchFamily="34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11480" y="6446520"/>
            <a:ext cx="1005403" cy="2154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B7080"/>
                </a:solidFill>
                <a:latin typeface="Century Gothic" panose="020B0502020202020204" pitchFamily="34" charset="0"/>
              </a:rPr>
              <a:t>© 2026 NTT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54988" y="6446520"/>
            <a:ext cx="240772" cy="2154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>
                <a:solidFill>
                  <a:srgbClr val="6B7080"/>
                </a:solidFill>
                <a:latin typeface="Century Gothic" panose="020B0502020202020204" pitchFamily="34" charset="0"/>
              </a:rPr>
              <a:t>7</a:t>
            </a:r>
          </a:p>
        </p:txBody>
      </p:sp>
      <p:pic>
        <p:nvPicPr>
          <p:cNvPr id="6" name="Picture 5" descr="image1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67245" y="1495840"/>
            <a:ext cx="3341147" cy="3327565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603504" y="2240280"/>
            <a:ext cx="420624" cy="420624"/>
          </a:xfrm>
          <a:prstGeom prst="ellipse">
            <a:avLst/>
          </a:prstGeom>
          <a:solidFill>
            <a:srgbClr val="0072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entury Gothic" panose="020B0502020202020204" pitchFamily="34" charset="0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16152" y="2167128"/>
            <a:ext cx="2959069" cy="104644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spcAft>
                <a:spcPts val="600"/>
              </a:spcAft>
            </a:pPr>
            <a:r>
              <a:rPr sz="1600" b="1" err="1">
                <a:solidFill>
                  <a:srgbClr val="0072BC"/>
                </a:solidFill>
                <a:latin typeface="Century Gothic" panose="020B0502020202020204" pitchFamily="34" charset="0"/>
              </a:rPr>
              <a:t>Analizar</a:t>
            </a:r>
            <a:r>
              <a:rPr sz="1600" b="1">
                <a:solidFill>
                  <a:srgbClr val="0072BC"/>
                </a:solidFill>
                <a:latin typeface="Century Gothic" panose="020B0502020202020204" pitchFamily="34" charset="0"/>
              </a:rPr>
              <a:t> </a:t>
            </a:r>
            <a:r>
              <a:rPr sz="1600" b="1" err="1">
                <a:solidFill>
                  <a:srgbClr val="0072BC"/>
                </a:solidFill>
                <a:latin typeface="Century Gothic" panose="020B0502020202020204" pitchFamily="34" charset="0"/>
              </a:rPr>
              <a:t>procesos</a:t>
            </a:r>
            <a:endParaRPr sz="1600" b="1">
              <a:solidFill>
                <a:srgbClr val="0072BC"/>
              </a:solidFill>
              <a:latin typeface="Century Gothic" panose="020B0502020202020204" pitchFamily="34" charset="0"/>
            </a:endParaRPr>
          </a:p>
          <a:p>
            <a:pPr marL="171450" indent="-1714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sz="1200" err="1">
                <a:latin typeface="Century Gothic" panose="020B0502020202020204" pitchFamily="34" charset="0"/>
              </a:rPr>
              <a:t>Visualizar</a:t>
            </a:r>
            <a:r>
              <a:rPr sz="1200">
                <a:latin typeface="Century Gothic" panose="020B0502020202020204" pitchFamily="34" charset="0"/>
              </a:rPr>
              <a:t> </a:t>
            </a:r>
            <a:r>
              <a:rPr sz="1200" err="1">
                <a:latin typeface="Century Gothic" panose="020B0502020202020204" pitchFamily="34" charset="0"/>
              </a:rPr>
              <a:t>los</a:t>
            </a:r>
            <a:r>
              <a:rPr sz="1200">
                <a:latin typeface="Century Gothic" panose="020B0502020202020204" pitchFamily="34" charset="0"/>
              </a:rPr>
              <a:t> </a:t>
            </a:r>
            <a:r>
              <a:rPr sz="1200" err="1">
                <a:latin typeface="Century Gothic" panose="020B0502020202020204" pitchFamily="34" charset="0"/>
              </a:rPr>
              <a:t>procesos</a:t>
            </a:r>
            <a:endParaRPr sz="1200">
              <a:latin typeface="Century Gothic" panose="020B0502020202020204" pitchFamily="34" charset="0"/>
            </a:endParaRPr>
          </a:p>
          <a:p>
            <a:pPr marL="171450" indent="-1714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sz="1200" err="1">
                <a:latin typeface="Century Gothic" panose="020B0502020202020204" pitchFamily="34" charset="0"/>
              </a:rPr>
              <a:t>Descubrir</a:t>
            </a:r>
            <a:r>
              <a:rPr sz="1200">
                <a:latin typeface="Century Gothic" panose="020B0502020202020204" pitchFamily="34" charset="0"/>
              </a:rPr>
              <a:t> las </a:t>
            </a:r>
            <a:r>
              <a:rPr sz="1200" err="1">
                <a:latin typeface="Century Gothic" panose="020B0502020202020204" pitchFamily="34" charset="0"/>
              </a:rPr>
              <a:t>causas</a:t>
            </a:r>
            <a:r>
              <a:rPr sz="1200">
                <a:latin typeface="Century Gothic" panose="020B0502020202020204" pitchFamily="34" charset="0"/>
              </a:rPr>
              <a:t> </a:t>
            </a:r>
            <a:r>
              <a:rPr sz="1200" err="1">
                <a:latin typeface="Century Gothic" panose="020B0502020202020204" pitchFamily="34" charset="0"/>
              </a:rPr>
              <a:t>profundas</a:t>
            </a:r>
            <a:endParaRPr sz="1200">
              <a:latin typeface="Century Gothic" panose="020B0502020202020204" pitchFamily="34" charset="0"/>
            </a:endParaRPr>
          </a:p>
          <a:p>
            <a:pPr marL="171450" indent="-1714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sz="1200" err="1">
                <a:latin typeface="Century Gothic" panose="020B0502020202020204" pitchFamily="34" charset="0"/>
              </a:rPr>
              <a:t>Priorizar</a:t>
            </a:r>
            <a:r>
              <a:rPr sz="1200">
                <a:latin typeface="Century Gothic" panose="020B0502020202020204" pitchFamily="34" charset="0"/>
              </a:rPr>
              <a:t> las </a:t>
            </a:r>
            <a:r>
              <a:rPr sz="1200" err="1">
                <a:latin typeface="Century Gothic" panose="020B0502020202020204" pitchFamily="34" charset="0"/>
              </a:rPr>
              <a:t>oportunidades</a:t>
            </a:r>
            <a:endParaRPr sz="1200">
              <a:latin typeface="Century Gothic" panose="020B0502020202020204" pitchFamily="34" charset="0"/>
            </a:endParaRPr>
          </a:p>
        </p:txBody>
      </p:sp>
      <p:sp>
        <p:nvSpPr>
          <p:cNvPr id="9" name="Oval 8"/>
          <p:cNvSpPr/>
          <p:nvPr/>
        </p:nvSpPr>
        <p:spPr>
          <a:xfrm>
            <a:off x="4585716" y="5272793"/>
            <a:ext cx="420624" cy="420624"/>
          </a:xfrm>
          <a:prstGeom prst="ellipse">
            <a:avLst/>
          </a:prstGeom>
          <a:solidFill>
            <a:srgbClr val="0072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entury Gothic" panose="020B0502020202020204" pitchFamily="34" charset="0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98364" y="5199641"/>
            <a:ext cx="6492240" cy="104644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spcAft>
                <a:spcPts val="600"/>
              </a:spcAft>
            </a:pPr>
            <a:r>
              <a:rPr sz="1600" b="1" err="1">
                <a:solidFill>
                  <a:srgbClr val="0072BC"/>
                </a:solidFill>
                <a:latin typeface="Century Gothic" panose="020B0502020202020204" pitchFamily="34" charset="0"/>
              </a:rPr>
              <a:t>Monitorizar</a:t>
            </a:r>
            <a:r>
              <a:rPr sz="1600" b="1">
                <a:solidFill>
                  <a:srgbClr val="0072BC"/>
                </a:solidFill>
                <a:latin typeface="Century Gothic" panose="020B0502020202020204" pitchFamily="34" charset="0"/>
              </a:rPr>
              <a:t> </a:t>
            </a:r>
            <a:r>
              <a:rPr sz="1600" b="1" err="1">
                <a:solidFill>
                  <a:srgbClr val="0072BC"/>
                </a:solidFill>
                <a:latin typeface="Century Gothic" panose="020B0502020202020204" pitchFamily="34" charset="0"/>
              </a:rPr>
              <a:t>procesos</a:t>
            </a:r>
            <a:endParaRPr sz="1600" b="1">
              <a:solidFill>
                <a:srgbClr val="0072BC"/>
              </a:solidFill>
              <a:latin typeface="Century Gothic" panose="020B0502020202020204" pitchFamily="34" charset="0"/>
            </a:endParaRPr>
          </a:p>
          <a:p>
            <a:pPr marL="171450" indent="-1714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sz="1200" err="1">
                <a:latin typeface="Century Gothic" panose="020B0502020202020204" pitchFamily="34" charset="0"/>
              </a:rPr>
              <a:t>Seguimiento</a:t>
            </a:r>
            <a:r>
              <a:rPr sz="1200">
                <a:latin typeface="Century Gothic" panose="020B0502020202020204" pitchFamily="34" charset="0"/>
              </a:rPr>
              <a:t> de las </a:t>
            </a:r>
            <a:r>
              <a:rPr sz="1200" err="1">
                <a:latin typeface="Century Gothic" panose="020B0502020202020204" pitchFamily="34" charset="0"/>
              </a:rPr>
              <a:t>métricas</a:t>
            </a:r>
            <a:r>
              <a:rPr sz="1200">
                <a:latin typeface="Century Gothic" panose="020B0502020202020204" pitchFamily="34" charset="0"/>
              </a:rPr>
              <a:t> clave</a:t>
            </a:r>
          </a:p>
          <a:p>
            <a:pPr marL="171450" indent="-1714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sz="1200" err="1">
                <a:latin typeface="Century Gothic" panose="020B0502020202020204" pitchFamily="34" charset="0"/>
              </a:rPr>
              <a:t>Evaluación</a:t>
            </a:r>
            <a:r>
              <a:rPr sz="1200">
                <a:latin typeface="Century Gothic" panose="020B0502020202020204" pitchFamily="34" charset="0"/>
              </a:rPr>
              <a:t> </a:t>
            </a:r>
            <a:r>
              <a:rPr sz="1200" err="1">
                <a:latin typeface="Century Gothic" panose="020B0502020202020204" pitchFamily="34" charset="0"/>
              </a:rPr>
              <a:t>comparativa</a:t>
            </a:r>
            <a:r>
              <a:rPr sz="1200">
                <a:latin typeface="Century Gothic" panose="020B0502020202020204" pitchFamily="34" charset="0"/>
              </a:rPr>
              <a:t> continua</a:t>
            </a:r>
          </a:p>
          <a:p>
            <a:pPr marL="171450" indent="-1714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sz="1200" err="1">
                <a:latin typeface="Century Gothic" panose="020B0502020202020204" pitchFamily="34" charset="0"/>
              </a:rPr>
              <a:t>Comprobar</a:t>
            </a:r>
            <a:r>
              <a:rPr sz="1200">
                <a:latin typeface="Century Gothic" panose="020B0502020202020204" pitchFamily="34" charset="0"/>
              </a:rPr>
              <a:t> la </a:t>
            </a:r>
            <a:r>
              <a:rPr sz="1200" err="1">
                <a:latin typeface="Century Gothic" panose="020B0502020202020204" pitchFamily="34" charset="0"/>
              </a:rPr>
              <a:t>conformidad</a:t>
            </a:r>
            <a:endParaRPr sz="1200">
              <a:latin typeface="Century Gothic" panose="020B0502020202020204" pitchFamily="34" charset="0"/>
            </a:endParaRPr>
          </a:p>
        </p:txBody>
      </p:sp>
      <p:sp>
        <p:nvSpPr>
          <p:cNvPr id="11" name="Oval 10"/>
          <p:cNvSpPr/>
          <p:nvPr/>
        </p:nvSpPr>
        <p:spPr>
          <a:xfrm>
            <a:off x="8668512" y="2240280"/>
            <a:ext cx="420624" cy="420624"/>
          </a:xfrm>
          <a:prstGeom prst="ellipse">
            <a:avLst/>
          </a:prstGeom>
          <a:solidFill>
            <a:srgbClr val="0072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entury Gothic" panose="020B0502020202020204" pitchFamily="34" charset="0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81160" y="2167128"/>
            <a:ext cx="6492240" cy="104644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spcAft>
                <a:spcPts val="600"/>
              </a:spcAft>
            </a:pPr>
            <a:r>
              <a:rPr sz="1600" b="1" err="1">
                <a:solidFill>
                  <a:srgbClr val="0072BC"/>
                </a:solidFill>
                <a:latin typeface="Century Gothic" panose="020B0502020202020204" pitchFamily="34" charset="0"/>
              </a:rPr>
              <a:t>Mejorar</a:t>
            </a:r>
            <a:r>
              <a:rPr sz="1600" b="1">
                <a:solidFill>
                  <a:srgbClr val="0072BC"/>
                </a:solidFill>
                <a:latin typeface="Century Gothic" panose="020B0502020202020204" pitchFamily="34" charset="0"/>
              </a:rPr>
              <a:t> </a:t>
            </a:r>
            <a:r>
              <a:rPr sz="1600" b="1" err="1">
                <a:solidFill>
                  <a:srgbClr val="0072BC"/>
                </a:solidFill>
                <a:latin typeface="Century Gothic" panose="020B0502020202020204" pitchFamily="34" charset="0"/>
              </a:rPr>
              <a:t>procesos</a:t>
            </a:r>
            <a:endParaRPr sz="1600" b="1">
              <a:solidFill>
                <a:srgbClr val="0072BC"/>
              </a:solidFill>
              <a:latin typeface="Century Gothic" panose="020B0502020202020204" pitchFamily="34" charset="0"/>
            </a:endParaRPr>
          </a:p>
          <a:p>
            <a:pPr marL="171450" indent="-1714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sz="1200" err="1">
                <a:latin typeface="Century Gothic" panose="020B0502020202020204" pitchFamily="34" charset="0"/>
              </a:rPr>
              <a:t>Modelar</a:t>
            </a:r>
            <a:r>
              <a:rPr sz="1200">
                <a:latin typeface="Century Gothic" panose="020B0502020202020204" pitchFamily="34" charset="0"/>
              </a:rPr>
              <a:t> </a:t>
            </a:r>
            <a:r>
              <a:rPr sz="1200" err="1">
                <a:latin typeface="Century Gothic" panose="020B0502020202020204" pitchFamily="34" charset="0"/>
              </a:rPr>
              <a:t>procesos</a:t>
            </a:r>
            <a:endParaRPr sz="1200">
              <a:latin typeface="Century Gothic" panose="020B0502020202020204" pitchFamily="34" charset="0"/>
            </a:endParaRPr>
          </a:p>
          <a:p>
            <a:pPr marL="171450" indent="-1714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sz="1200" err="1">
                <a:latin typeface="Century Gothic" panose="020B0502020202020204" pitchFamily="34" charset="0"/>
              </a:rPr>
              <a:t>Recomendar</a:t>
            </a:r>
            <a:r>
              <a:rPr sz="1200">
                <a:latin typeface="Century Gothic" panose="020B0502020202020204" pitchFamily="34" charset="0"/>
              </a:rPr>
              <a:t> </a:t>
            </a:r>
            <a:r>
              <a:rPr sz="1200" err="1">
                <a:latin typeface="Century Gothic" panose="020B0502020202020204" pitchFamily="34" charset="0"/>
              </a:rPr>
              <a:t>acciones</a:t>
            </a:r>
            <a:endParaRPr sz="1200">
              <a:latin typeface="Century Gothic" panose="020B0502020202020204" pitchFamily="34" charset="0"/>
            </a:endParaRPr>
          </a:p>
          <a:p>
            <a:pPr marL="171450" indent="-1714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sz="1200" err="1">
                <a:latin typeface="Century Gothic" panose="020B0502020202020204" pitchFamily="34" charset="0"/>
              </a:rPr>
              <a:t>Automatizar</a:t>
            </a:r>
            <a:r>
              <a:rPr sz="1200">
                <a:latin typeface="Century Gothic" panose="020B0502020202020204" pitchFamily="34" charset="0"/>
              </a:rPr>
              <a:t> </a:t>
            </a:r>
            <a:r>
              <a:rPr sz="1200" err="1">
                <a:latin typeface="Century Gothic" panose="020B0502020202020204" pitchFamily="34" charset="0"/>
              </a:rPr>
              <a:t>tareas</a:t>
            </a:r>
            <a:endParaRPr sz="1200">
              <a:latin typeface="Century Gothic" panose="020B0502020202020204" pitchFamily="34" charset="0"/>
            </a:endParaRP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AD6BF6C3-7C24-636E-8D96-0FA68127119C}"/>
              </a:ext>
            </a:extLst>
          </p:cNvPr>
          <p:cNvSpPr txBox="1"/>
          <p:nvPr/>
        </p:nvSpPr>
        <p:spPr>
          <a:xfrm>
            <a:off x="396240" y="781050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1600" b="1">
                <a:latin typeface="Century Gothic" panose="020B0502020202020204" pitchFamily="34" charset="0"/>
                <a:ea typeface="Poppins"/>
                <a:cs typeface="Poppins"/>
                <a:sym typeface="Poppins"/>
              </a:rPr>
              <a:t>Conceptos básicos de Minado de procesos</a:t>
            </a:r>
            <a:endParaRPr lang="es-ES">
              <a:latin typeface="Century Gothic" panose="020B0502020202020204" pitchFamily="34" charset="0"/>
            </a:endParaRPr>
          </a:p>
        </p:txBody>
      </p:sp>
      <p:grpSp>
        <p:nvGrpSpPr>
          <p:cNvPr id="14" name="Google Shape;232;p7">
            <a:extLst>
              <a:ext uri="{FF2B5EF4-FFF2-40B4-BE49-F238E27FC236}">
                <a16:creationId xmlns:a16="http://schemas.microsoft.com/office/drawing/2014/main" id="{7684F161-8BCB-6AD3-3553-5FCC7B8290E3}"/>
              </a:ext>
            </a:extLst>
          </p:cNvPr>
          <p:cNvGrpSpPr/>
          <p:nvPr/>
        </p:nvGrpSpPr>
        <p:grpSpPr>
          <a:xfrm>
            <a:off x="633603" y="4637307"/>
            <a:ext cx="781049" cy="1124668"/>
            <a:chOff x="1133475" y="4369775"/>
            <a:chExt cx="781049" cy="1211875"/>
          </a:xfrm>
        </p:grpSpPr>
        <p:pic>
          <p:nvPicPr>
            <p:cNvPr id="15" name="Google Shape;233;p7">
              <a:extLst>
                <a:ext uri="{FF2B5EF4-FFF2-40B4-BE49-F238E27FC236}">
                  <a16:creationId xmlns:a16="http://schemas.microsoft.com/office/drawing/2014/main" id="{D03AE480-3952-6569-5DC0-1725EF187BCF}"/>
                </a:ext>
              </a:extLst>
            </p:cNvPr>
            <p:cNvPicPr preferRelativeResize="0"/>
            <p:nvPr/>
          </p:nvPicPr>
          <p:blipFill rotWithShape="1">
            <a:blip r:embed="rId2">
              <a:alphaModFix/>
            </a:blip>
            <a:srcRect l="42800" t="38787" r="43133" b="42729"/>
            <a:stretch/>
          </p:blipFill>
          <p:spPr>
            <a:xfrm>
              <a:off x="1176735" y="4369775"/>
              <a:ext cx="737789" cy="926125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6" name="Google Shape;234;p7">
              <a:extLst>
                <a:ext uri="{FF2B5EF4-FFF2-40B4-BE49-F238E27FC236}">
                  <a16:creationId xmlns:a16="http://schemas.microsoft.com/office/drawing/2014/main" id="{2AF0020F-9940-FD99-74C6-24984A3AE704}"/>
                </a:ext>
              </a:extLst>
            </p:cNvPr>
            <p:cNvSpPr txBox="1"/>
            <p:nvPr/>
          </p:nvSpPr>
          <p:spPr>
            <a:xfrm>
              <a:off x="1133475" y="5228759"/>
              <a:ext cx="742950" cy="35289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r" rtl="0">
                <a:lnSpc>
                  <a:spcPct val="8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333" b="1">
                  <a:solidFill>
                    <a:schemeClr val="dk1"/>
                  </a:solidFill>
                  <a:latin typeface="Century Gothic" panose="020B0502020202020204" pitchFamily="34" charset="0"/>
                  <a:ea typeface="Poppins"/>
                  <a:cs typeface="Poppins"/>
                  <a:sym typeface="Poppins"/>
                </a:rPr>
                <a:t>Celonis</a:t>
              </a:r>
              <a:endParaRPr>
                <a:latin typeface="Century Gothic" panose="020B0502020202020204" pitchFamily="34" charset="0"/>
              </a:endParaRP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411480" y="6446520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B7080"/>
                </a:solidFill>
              </a:rPr>
              <a:t>© 2026 NTT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5029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>
                <a:solidFill>
                  <a:srgbClr val="6B7080"/>
                </a:solidFill>
              </a:rPr>
              <a:t>8</a:t>
            </a:r>
          </a:p>
        </p:txBody>
      </p:sp>
      <p:cxnSp>
        <p:nvCxnSpPr>
          <p:cNvPr id="38" name="Google Shape;240;p8">
            <a:extLst>
              <a:ext uri="{FF2B5EF4-FFF2-40B4-BE49-F238E27FC236}">
                <a16:creationId xmlns:a16="http://schemas.microsoft.com/office/drawing/2014/main" id="{A0523820-DB30-997C-15C1-9A7F58BB48C1}"/>
              </a:ext>
            </a:extLst>
          </p:cNvPr>
          <p:cNvCxnSpPr/>
          <p:nvPr/>
        </p:nvCxnSpPr>
        <p:spPr>
          <a:xfrm>
            <a:off x="4390918" y="4501615"/>
            <a:ext cx="3453600" cy="0"/>
          </a:xfrm>
          <a:prstGeom prst="straightConnector1">
            <a:avLst/>
          </a:prstGeom>
          <a:noFill/>
          <a:ln w="9525" cap="flat" cmpd="sng">
            <a:solidFill>
              <a:srgbClr val="94297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9" name="Google Shape;241;p8">
            <a:extLst>
              <a:ext uri="{FF2B5EF4-FFF2-40B4-BE49-F238E27FC236}">
                <a16:creationId xmlns:a16="http://schemas.microsoft.com/office/drawing/2014/main" id="{C3616204-9336-5397-FAC6-7D6AA0CF356E}"/>
              </a:ext>
            </a:extLst>
          </p:cNvPr>
          <p:cNvSpPr txBox="1"/>
          <p:nvPr/>
        </p:nvSpPr>
        <p:spPr>
          <a:xfrm>
            <a:off x="4678200" y="4102123"/>
            <a:ext cx="2814000" cy="33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400">
                <a:solidFill>
                  <a:srgbClr val="0072BC"/>
                </a:solidFill>
                <a:highlight>
                  <a:schemeClr val="lt1"/>
                </a:highlight>
                <a:latin typeface="Century Gothic" panose="020B0502020202020204" pitchFamily="34" charset="0"/>
                <a:ea typeface="Arial"/>
                <a:cs typeface="Arial"/>
                <a:sym typeface="Arial"/>
              </a:rPr>
              <a:t>Process</a:t>
            </a:r>
            <a:r>
              <a:rPr lang="es-ES" sz="2133">
                <a:solidFill>
                  <a:srgbClr val="942972"/>
                </a:solidFill>
                <a:highlight>
                  <a:schemeClr val="lt1"/>
                </a:highlight>
                <a:latin typeface="Century Gothic" panose="020B0502020202020204" pitchFamily="34" charset="0"/>
                <a:ea typeface="Arial"/>
                <a:cs typeface="Arial"/>
                <a:sym typeface="Arial"/>
              </a:rPr>
              <a:t> </a:t>
            </a:r>
            <a:r>
              <a:rPr lang="es-ES" sz="2400" b="1" err="1">
                <a:solidFill>
                  <a:srgbClr val="0072BC"/>
                </a:solidFill>
                <a:highlight>
                  <a:schemeClr val="lt1"/>
                </a:highlight>
                <a:latin typeface="Century Gothic" panose="020B0502020202020204" pitchFamily="34" charset="0"/>
                <a:ea typeface="Arial"/>
                <a:cs typeface="Arial"/>
                <a:sym typeface="Arial"/>
              </a:rPr>
              <a:t>Intelligence</a:t>
            </a:r>
            <a:endParaRPr sz="2133">
              <a:solidFill>
                <a:srgbClr val="0072BC"/>
              </a:solidFill>
              <a:highlight>
                <a:schemeClr val="lt1"/>
              </a:highlight>
              <a:latin typeface="Century Gothic" panose="020B0502020202020204" pitchFamily="34" charset="0"/>
              <a:ea typeface="Arial"/>
              <a:cs typeface="Arial"/>
              <a:sym typeface="Arial"/>
            </a:endParaRPr>
          </a:p>
        </p:txBody>
      </p:sp>
      <p:sp>
        <p:nvSpPr>
          <p:cNvPr id="40" name="Google Shape;242;p8">
            <a:extLst>
              <a:ext uri="{FF2B5EF4-FFF2-40B4-BE49-F238E27FC236}">
                <a16:creationId xmlns:a16="http://schemas.microsoft.com/office/drawing/2014/main" id="{50DB5D4E-D57D-B32B-D378-E0E537E92B17}"/>
              </a:ext>
            </a:extLst>
          </p:cNvPr>
          <p:cNvSpPr/>
          <p:nvPr/>
        </p:nvSpPr>
        <p:spPr>
          <a:xfrm>
            <a:off x="4445586" y="4628868"/>
            <a:ext cx="3380800" cy="4616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>
                <a:solidFill>
                  <a:schemeClr val="dk1"/>
                </a:solidFill>
                <a:latin typeface="Century Gothic" panose="020B0502020202020204" pitchFamily="34" charset="0"/>
                <a:ea typeface="Arial"/>
                <a:cs typeface="Arial"/>
                <a:sym typeface="Arial"/>
              </a:rPr>
              <a:t>Radiografíar procesos para encontrar ineficiencias y recomendar mejoras</a:t>
            </a:r>
            <a:br>
              <a:rPr lang="es-ES" sz="1200">
                <a:solidFill>
                  <a:schemeClr val="dk1"/>
                </a:solidFill>
                <a:latin typeface="Century Gothic" panose="020B0502020202020204" pitchFamily="34" charset="0"/>
                <a:ea typeface="Arial"/>
                <a:cs typeface="Arial"/>
                <a:sym typeface="Arial"/>
              </a:rPr>
            </a:br>
            <a:endParaRPr sz="1600">
              <a:solidFill>
                <a:schemeClr val="dk1"/>
              </a:solidFill>
              <a:latin typeface="Century Gothic" panose="020B0502020202020204" pitchFamily="34" charset="0"/>
              <a:ea typeface="Arial"/>
              <a:cs typeface="Arial"/>
              <a:sym typeface="Arial"/>
            </a:endParaRPr>
          </a:p>
        </p:txBody>
      </p:sp>
      <p:cxnSp>
        <p:nvCxnSpPr>
          <p:cNvPr id="41" name="Google Shape;243;p8">
            <a:extLst>
              <a:ext uri="{FF2B5EF4-FFF2-40B4-BE49-F238E27FC236}">
                <a16:creationId xmlns:a16="http://schemas.microsoft.com/office/drawing/2014/main" id="{26DC4C37-01ED-B677-4512-10EAE71CC385}"/>
              </a:ext>
            </a:extLst>
          </p:cNvPr>
          <p:cNvCxnSpPr/>
          <p:nvPr/>
        </p:nvCxnSpPr>
        <p:spPr>
          <a:xfrm>
            <a:off x="8654102" y="4509491"/>
            <a:ext cx="3052400" cy="0"/>
          </a:xfrm>
          <a:prstGeom prst="straightConnector1">
            <a:avLst/>
          </a:prstGeom>
          <a:noFill/>
          <a:ln w="9525" cap="flat" cmpd="sng">
            <a:solidFill>
              <a:srgbClr val="94297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2" name="Google Shape;244;p8">
            <a:extLst>
              <a:ext uri="{FF2B5EF4-FFF2-40B4-BE49-F238E27FC236}">
                <a16:creationId xmlns:a16="http://schemas.microsoft.com/office/drawing/2014/main" id="{316B594B-09DD-0E6F-8D84-02B44310C30B}"/>
              </a:ext>
            </a:extLst>
          </p:cNvPr>
          <p:cNvSpPr txBox="1"/>
          <p:nvPr/>
        </p:nvSpPr>
        <p:spPr>
          <a:xfrm>
            <a:off x="8654086" y="4102121"/>
            <a:ext cx="2814000" cy="33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400" err="1">
                <a:solidFill>
                  <a:srgbClr val="0072BC"/>
                </a:solidFill>
                <a:latin typeface="Century Gothic" panose="020B0502020202020204" pitchFamily="34" charset="0"/>
                <a:ea typeface="Arial"/>
                <a:cs typeface="Arial"/>
                <a:sym typeface="Arial"/>
              </a:rPr>
              <a:t>Targeted</a:t>
            </a:r>
            <a:r>
              <a:rPr lang="es-ES" sz="2133">
                <a:solidFill>
                  <a:srgbClr val="0072BC"/>
                </a:solidFill>
                <a:latin typeface="Century Gothic" panose="020B0502020202020204" pitchFamily="34" charset="0"/>
                <a:ea typeface="Arial"/>
                <a:cs typeface="Arial"/>
                <a:sym typeface="Arial"/>
              </a:rPr>
              <a:t> </a:t>
            </a:r>
            <a:r>
              <a:rPr lang="es-ES" sz="2400" b="1" err="1">
                <a:solidFill>
                  <a:srgbClr val="0072BC"/>
                </a:solidFill>
                <a:latin typeface="Century Gothic" panose="020B0502020202020204" pitchFamily="34" charset="0"/>
                <a:ea typeface="Arial"/>
                <a:cs typeface="Arial"/>
                <a:sym typeface="Arial"/>
              </a:rPr>
              <a:t>Action</a:t>
            </a:r>
            <a:endParaRPr sz="2133">
              <a:solidFill>
                <a:srgbClr val="0072BC"/>
              </a:solidFill>
              <a:latin typeface="Century Gothic" panose="020B0502020202020204" pitchFamily="34" charset="0"/>
              <a:ea typeface="Arial"/>
              <a:cs typeface="Arial"/>
              <a:sym typeface="Arial"/>
            </a:endParaRPr>
          </a:p>
        </p:txBody>
      </p:sp>
      <p:sp>
        <p:nvSpPr>
          <p:cNvPr id="43" name="Google Shape;245;p8">
            <a:extLst>
              <a:ext uri="{FF2B5EF4-FFF2-40B4-BE49-F238E27FC236}">
                <a16:creationId xmlns:a16="http://schemas.microsoft.com/office/drawing/2014/main" id="{057993BE-22FB-D40C-B077-D45C01CBC84F}"/>
              </a:ext>
            </a:extLst>
          </p:cNvPr>
          <p:cNvSpPr/>
          <p:nvPr/>
        </p:nvSpPr>
        <p:spPr>
          <a:xfrm>
            <a:off x="8654102" y="4636934"/>
            <a:ext cx="3051200" cy="3076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>
                <a:solidFill>
                  <a:schemeClr val="dk1"/>
                </a:solidFill>
                <a:latin typeface="Century Gothic" panose="020B0502020202020204" pitchFamily="34" charset="0"/>
                <a:ea typeface="Arial"/>
                <a:cs typeface="Arial"/>
                <a:sym typeface="Arial"/>
              </a:rPr>
              <a:t>Ejecuta acciones automáticamente y orquestando las tecnologías existentes  </a:t>
            </a:r>
            <a:br>
              <a:rPr lang="es-ES" sz="1200">
                <a:solidFill>
                  <a:schemeClr val="dk1"/>
                </a:solidFill>
                <a:latin typeface="Century Gothic" panose="020B0502020202020204" pitchFamily="34" charset="0"/>
                <a:ea typeface="Arial"/>
                <a:cs typeface="Arial"/>
                <a:sym typeface="Arial"/>
              </a:rPr>
            </a:br>
            <a:endParaRPr sz="1600">
              <a:solidFill>
                <a:schemeClr val="dk1"/>
              </a:solidFill>
              <a:latin typeface="Century Gothic" panose="020B0502020202020204" pitchFamily="34" charset="0"/>
              <a:ea typeface="Arial"/>
              <a:cs typeface="Arial"/>
              <a:sym typeface="Arial"/>
            </a:endParaRPr>
          </a:p>
        </p:txBody>
      </p:sp>
      <p:cxnSp>
        <p:nvCxnSpPr>
          <p:cNvPr id="44" name="Google Shape;246;p8">
            <a:extLst>
              <a:ext uri="{FF2B5EF4-FFF2-40B4-BE49-F238E27FC236}">
                <a16:creationId xmlns:a16="http://schemas.microsoft.com/office/drawing/2014/main" id="{5635AB6B-AE12-A9A9-4853-3798E718220E}"/>
              </a:ext>
            </a:extLst>
          </p:cNvPr>
          <p:cNvCxnSpPr/>
          <p:nvPr/>
        </p:nvCxnSpPr>
        <p:spPr>
          <a:xfrm>
            <a:off x="361985" y="4501615"/>
            <a:ext cx="3207600" cy="0"/>
          </a:xfrm>
          <a:prstGeom prst="straightConnector1">
            <a:avLst/>
          </a:prstGeom>
          <a:noFill/>
          <a:ln w="9525" cap="flat" cmpd="sng">
            <a:solidFill>
              <a:srgbClr val="94297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5" name="Google Shape;247;p8">
            <a:extLst>
              <a:ext uri="{FF2B5EF4-FFF2-40B4-BE49-F238E27FC236}">
                <a16:creationId xmlns:a16="http://schemas.microsoft.com/office/drawing/2014/main" id="{57FDFA87-6D96-73D8-4001-0A592D779AA9}"/>
              </a:ext>
            </a:extLst>
          </p:cNvPr>
          <p:cNvSpPr txBox="1"/>
          <p:nvPr/>
        </p:nvSpPr>
        <p:spPr>
          <a:xfrm>
            <a:off x="558785" y="4102121"/>
            <a:ext cx="2814000" cy="33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400">
                <a:solidFill>
                  <a:srgbClr val="0072BC"/>
                </a:solidFill>
                <a:latin typeface="Century Gothic" panose="020B0502020202020204" pitchFamily="34" charset="0"/>
                <a:ea typeface="Arial"/>
                <a:cs typeface="Arial"/>
                <a:sym typeface="Arial"/>
              </a:rPr>
              <a:t>Real-time</a:t>
            </a:r>
            <a:r>
              <a:rPr lang="es-ES" sz="2133">
                <a:solidFill>
                  <a:srgbClr val="942972"/>
                </a:solidFill>
                <a:latin typeface="Century Gothic" panose="020B0502020202020204" pitchFamily="34" charset="0"/>
                <a:ea typeface="Arial"/>
                <a:cs typeface="Arial"/>
                <a:sym typeface="Arial"/>
              </a:rPr>
              <a:t> </a:t>
            </a:r>
            <a:r>
              <a:rPr lang="es-ES" sz="2400" b="1">
                <a:solidFill>
                  <a:srgbClr val="0072BC"/>
                </a:solidFill>
                <a:latin typeface="Century Gothic" panose="020B0502020202020204" pitchFamily="34" charset="0"/>
                <a:ea typeface="Arial"/>
                <a:cs typeface="Arial"/>
                <a:sym typeface="Arial"/>
              </a:rPr>
              <a:t>Data</a:t>
            </a:r>
            <a:endParaRPr sz="2133">
              <a:solidFill>
                <a:srgbClr val="0072BC"/>
              </a:solidFill>
              <a:latin typeface="Century Gothic" panose="020B0502020202020204" pitchFamily="34" charset="0"/>
              <a:ea typeface="Arial"/>
              <a:cs typeface="Arial"/>
              <a:sym typeface="Arial"/>
            </a:endParaRPr>
          </a:p>
        </p:txBody>
      </p:sp>
      <p:sp>
        <p:nvSpPr>
          <p:cNvPr id="46" name="Google Shape;248;p8">
            <a:extLst>
              <a:ext uri="{FF2B5EF4-FFF2-40B4-BE49-F238E27FC236}">
                <a16:creationId xmlns:a16="http://schemas.microsoft.com/office/drawing/2014/main" id="{C654F02C-3865-2223-F4A6-6D8BD7A961C7}"/>
              </a:ext>
            </a:extLst>
          </p:cNvPr>
          <p:cNvSpPr/>
          <p:nvPr/>
        </p:nvSpPr>
        <p:spPr>
          <a:xfrm>
            <a:off x="343786" y="4636934"/>
            <a:ext cx="3244000" cy="3076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>
                <a:solidFill>
                  <a:schemeClr val="dk1"/>
                </a:solidFill>
                <a:latin typeface="Century Gothic" panose="020B0502020202020204" pitchFamily="34" charset="0"/>
                <a:ea typeface="Arial"/>
                <a:cs typeface="Arial"/>
                <a:sym typeface="Arial"/>
              </a:rPr>
              <a:t>Integra datos en sistemas, escritorios, documentos y eventos</a:t>
            </a:r>
            <a:br>
              <a:rPr lang="es-ES" sz="1200">
                <a:solidFill>
                  <a:schemeClr val="dk1"/>
                </a:solidFill>
                <a:latin typeface="Century Gothic" panose="020B0502020202020204" pitchFamily="34" charset="0"/>
                <a:ea typeface="Arial"/>
                <a:cs typeface="Arial"/>
                <a:sym typeface="Arial"/>
              </a:rPr>
            </a:br>
            <a:endParaRPr sz="1600">
              <a:solidFill>
                <a:schemeClr val="dk1"/>
              </a:solidFill>
              <a:latin typeface="Century Gothic" panose="020B0502020202020204" pitchFamily="34" charset="0"/>
              <a:ea typeface="Arial"/>
              <a:cs typeface="Arial"/>
              <a:sym typeface="Arial"/>
            </a:endParaRPr>
          </a:p>
        </p:txBody>
      </p:sp>
      <p:sp>
        <p:nvSpPr>
          <p:cNvPr id="47" name="Google Shape;249;p8">
            <a:extLst>
              <a:ext uri="{FF2B5EF4-FFF2-40B4-BE49-F238E27FC236}">
                <a16:creationId xmlns:a16="http://schemas.microsoft.com/office/drawing/2014/main" id="{92C4D047-9E29-2F4A-4237-7ECFB91DE71D}"/>
              </a:ext>
            </a:extLst>
          </p:cNvPr>
          <p:cNvSpPr txBox="1"/>
          <p:nvPr/>
        </p:nvSpPr>
        <p:spPr>
          <a:xfrm>
            <a:off x="440186" y="5146805"/>
            <a:ext cx="3051200" cy="4308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>
                <a:solidFill>
                  <a:schemeClr val="dk1"/>
                </a:solidFill>
                <a:latin typeface="Century Gothic" panose="020B0502020202020204" pitchFamily="34" charset="0"/>
                <a:ea typeface="Arial"/>
                <a:cs typeface="Arial"/>
                <a:sym typeface="Arial"/>
              </a:rPr>
              <a:t>100+ Conectores </a:t>
            </a:r>
            <a:endParaRPr>
              <a:latin typeface="Century Gothic" panose="020B0502020202020204" pitchFamily="34" charset="0"/>
            </a:endParaRPr>
          </a:p>
        </p:txBody>
      </p:sp>
      <p:sp>
        <p:nvSpPr>
          <p:cNvPr id="48" name="Google Shape;250;p8">
            <a:extLst>
              <a:ext uri="{FF2B5EF4-FFF2-40B4-BE49-F238E27FC236}">
                <a16:creationId xmlns:a16="http://schemas.microsoft.com/office/drawing/2014/main" id="{9AADB2C5-F233-2CD8-B409-610763F4511C}"/>
              </a:ext>
            </a:extLst>
          </p:cNvPr>
          <p:cNvSpPr txBox="1"/>
          <p:nvPr/>
        </p:nvSpPr>
        <p:spPr>
          <a:xfrm>
            <a:off x="4537442" y="5146805"/>
            <a:ext cx="3051200" cy="4308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>
                <a:solidFill>
                  <a:schemeClr val="dk1"/>
                </a:solidFill>
                <a:highlight>
                  <a:schemeClr val="lt1"/>
                </a:highlight>
                <a:latin typeface="Century Gothic" panose="020B0502020202020204" pitchFamily="34" charset="0"/>
                <a:ea typeface="Arial"/>
                <a:cs typeface="Arial"/>
                <a:sym typeface="Arial"/>
              </a:rPr>
              <a:t>300+ </a:t>
            </a:r>
            <a:r>
              <a:rPr lang="es-ES" sz="1200">
                <a:solidFill>
                  <a:schemeClr val="dk1"/>
                </a:solidFill>
                <a:latin typeface="Century Gothic" panose="020B0502020202020204" pitchFamily="34" charset="0"/>
                <a:ea typeface="Arial"/>
                <a:cs typeface="Arial"/>
                <a:sym typeface="Arial"/>
              </a:rPr>
              <a:t>Aplicaciones pre-construidas </a:t>
            </a:r>
            <a:endParaRPr sz="1200">
              <a:solidFill>
                <a:schemeClr val="dk1"/>
              </a:solidFill>
              <a:highlight>
                <a:schemeClr val="lt1"/>
              </a:highlight>
              <a:latin typeface="Century Gothic" panose="020B0502020202020204" pitchFamily="34" charset="0"/>
              <a:ea typeface="Arial"/>
              <a:cs typeface="Arial"/>
              <a:sym typeface="Arial"/>
            </a:endParaRPr>
          </a:p>
        </p:txBody>
      </p:sp>
      <p:sp>
        <p:nvSpPr>
          <p:cNvPr id="49" name="Google Shape;251;p8">
            <a:extLst>
              <a:ext uri="{FF2B5EF4-FFF2-40B4-BE49-F238E27FC236}">
                <a16:creationId xmlns:a16="http://schemas.microsoft.com/office/drawing/2014/main" id="{7C91ACE5-793B-81C3-50C8-5C3DF1712D73}"/>
              </a:ext>
            </a:extLst>
          </p:cNvPr>
          <p:cNvSpPr txBox="1"/>
          <p:nvPr/>
        </p:nvSpPr>
        <p:spPr>
          <a:xfrm>
            <a:off x="8535524" y="5146805"/>
            <a:ext cx="3051200" cy="4308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>
                <a:solidFill>
                  <a:schemeClr val="dk1"/>
                </a:solidFill>
                <a:latin typeface="Century Gothic" panose="020B0502020202020204" pitchFamily="34" charset="0"/>
                <a:ea typeface="Arial"/>
                <a:cs typeface="Arial"/>
                <a:sym typeface="Arial"/>
              </a:rPr>
              <a:t>1.000+ Integraciones</a:t>
            </a:r>
            <a:endParaRPr>
              <a:latin typeface="Century Gothic" panose="020B0502020202020204" pitchFamily="34" charset="0"/>
            </a:endParaRPr>
          </a:p>
        </p:txBody>
      </p:sp>
      <p:cxnSp>
        <p:nvCxnSpPr>
          <p:cNvPr id="50" name="Google Shape;252;p8">
            <a:extLst>
              <a:ext uri="{FF2B5EF4-FFF2-40B4-BE49-F238E27FC236}">
                <a16:creationId xmlns:a16="http://schemas.microsoft.com/office/drawing/2014/main" id="{D9A0731C-7296-479A-6153-D6B1A6795CB4}"/>
              </a:ext>
            </a:extLst>
          </p:cNvPr>
          <p:cNvCxnSpPr/>
          <p:nvPr/>
        </p:nvCxnSpPr>
        <p:spPr>
          <a:xfrm>
            <a:off x="4390918" y="5168167"/>
            <a:ext cx="3453600" cy="0"/>
          </a:xfrm>
          <a:prstGeom prst="straightConnector1">
            <a:avLst/>
          </a:prstGeom>
          <a:noFill/>
          <a:ln w="9525" cap="flat" cmpd="sng">
            <a:solidFill>
              <a:srgbClr val="942972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51" name="Google Shape;253;p8">
            <a:extLst>
              <a:ext uri="{FF2B5EF4-FFF2-40B4-BE49-F238E27FC236}">
                <a16:creationId xmlns:a16="http://schemas.microsoft.com/office/drawing/2014/main" id="{CF41A666-9206-5875-FF93-32DFDD58F401}"/>
              </a:ext>
            </a:extLst>
          </p:cNvPr>
          <p:cNvCxnSpPr/>
          <p:nvPr/>
        </p:nvCxnSpPr>
        <p:spPr>
          <a:xfrm>
            <a:off x="8654102" y="5176043"/>
            <a:ext cx="3052400" cy="0"/>
          </a:xfrm>
          <a:prstGeom prst="straightConnector1">
            <a:avLst/>
          </a:prstGeom>
          <a:noFill/>
          <a:ln w="9525" cap="flat" cmpd="sng">
            <a:solidFill>
              <a:srgbClr val="942972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52" name="Google Shape;254;p8">
            <a:extLst>
              <a:ext uri="{FF2B5EF4-FFF2-40B4-BE49-F238E27FC236}">
                <a16:creationId xmlns:a16="http://schemas.microsoft.com/office/drawing/2014/main" id="{F0857BA9-B33C-561C-B21A-B44D41A31338}"/>
              </a:ext>
            </a:extLst>
          </p:cNvPr>
          <p:cNvCxnSpPr/>
          <p:nvPr/>
        </p:nvCxnSpPr>
        <p:spPr>
          <a:xfrm>
            <a:off x="361985" y="5168167"/>
            <a:ext cx="3207600" cy="0"/>
          </a:xfrm>
          <a:prstGeom prst="straightConnector1">
            <a:avLst/>
          </a:prstGeom>
          <a:noFill/>
          <a:ln w="9525" cap="flat" cmpd="sng">
            <a:solidFill>
              <a:srgbClr val="942972"/>
            </a:solidFill>
            <a:prstDash val="solid"/>
            <a:round/>
            <a:headEnd type="none" w="sm" len="sm"/>
            <a:tailEnd type="none" w="sm" len="sm"/>
          </a:ln>
        </p:spPr>
      </p:cxnSp>
      <p:pic>
        <p:nvPicPr>
          <p:cNvPr id="53" name="Google Shape;255;p8" descr="Caretzeichen nach rechts Silhouette">
            <a:extLst>
              <a:ext uri="{FF2B5EF4-FFF2-40B4-BE49-F238E27FC236}">
                <a16:creationId xmlns:a16="http://schemas.microsoft.com/office/drawing/2014/main" id="{69611E32-E317-7173-85DA-86421021D10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762945" y="4634945"/>
            <a:ext cx="507459" cy="449488"/>
          </a:xfrm>
          <a:prstGeom prst="rect">
            <a:avLst/>
          </a:prstGeom>
          <a:noFill/>
          <a:ln>
            <a:noFill/>
          </a:ln>
        </p:spPr>
      </p:pic>
      <p:pic>
        <p:nvPicPr>
          <p:cNvPr id="54" name="Google Shape;256;p8" descr="Caretzeichen nach rechts Silhouette">
            <a:extLst>
              <a:ext uri="{FF2B5EF4-FFF2-40B4-BE49-F238E27FC236}">
                <a16:creationId xmlns:a16="http://schemas.microsoft.com/office/drawing/2014/main" id="{1EDF5992-6B4B-FC51-AEDF-B594ADC867B3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7986513" y="4634945"/>
            <a:ext cx="507459" cy="449488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55" name="Google Shape;257;p8">
            <a:extLst>
              <a:ext uri="{FF2B5EF4-FFF2-40B4-BE49-F238E27FC236}">
                <a16:creationId xmlns:a16="http://schemas.microsoft.com/office/drawing/2014/main" id="{F2811F65-4D4F-DB79-D086-321943B5D537}"/>
              </a:ext>
            </a:extLst>
          </p:cNvPr>
          <p:cNvCxnSpPr/>
          <p:nvPr/>
        </p:nvCxnSpPr>
        <p:spPr>
          <a:xfrm rot="10800000" flipH="1">
            <a:off x="413842" y="3608610"/>
            <a:ext cx="11298400" cy="2800"/>
          </a:xfrm>
          <a:prstGeom prst="straightConnector1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6" name="Google Shape;258;p8">
            <a:extLst>
              <a:ext uri="{FF2B5EF4-FFF2-40B4-BE49-F238E27FC236}">
                <a16:creationId xmlns:a16="http://schemas.microsoft.com/office/drawing/2014/main" id="{F98A9CA6-7E93-62AC-71D2-8D8DD4DF0FB5}"/>
              </a:ext>
            </a:extLst>
          </p:cNvPr>
          <p:cNvSpPr txBox="1"/>
          <p:nvPr/>
        </p:nvSpPr>
        <p:spPr>
          <a:xfrm>
            <a:off x="1389000" y="2555872"/>
            <a:ext cx="9392400" cy="1261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400">
                <a:solidFill>
                  <a:srgbClr val="000000"/>
                </a:solidFill>
                <a:latin typeface="Century Gothic" panose="020B0502020202020204" pitchFamily="34" charset="0"/>
                <a:ea typeface="Arial"/>
                <a:cs typeface="Arial"/>
                <a:sym typeface="Arial"/>
              </a:rPr>
              <a:t>Plataforma en la nube segura, hiperconectada, abierta, rápida y escalable</a:t>
            </a:r>
            <a:br>
              <a:rPr lang="es-ES" sz="2400">
                <a:solidFill>
                  <a:srgbClr val="000000"/>
                </a:solidFill>
                <a:latin typeface="Century Gothic" panose="020B0502020202020204" pitchFamily="34" charset="0"/>
                <a:ea typeface="Arial"/>
                <a:cs typeface="Arial"/>
                <a:sym typeface="Arial"/>
              </a:rPr>
            </a:br>
            <a:endParaRPr>
              <a:latin typeface="Century Gothic" panose="020B0502020202020204" pitchFamily="34" charset="0"/>
            </a:endParaRPr>
          </a:p>
        </p:txBody>
      </p:sp>
      <p:sp>
        <p:nvSpPr>
          <p:cNvPr id="57" name="Google Shape;259;p8">
            <a:extLst>
              <a:ext uri="{FF2B5EF4-FFF2-40B4-BE49-F238E27FC236}">
                <a16:creationId xmlns:a16="http://schemas.microsoft.com/office/drawing/2014/main" id="{3040559F-C552-EBF9-2343-F685FF53B573}"/>
              </a:ext>
            </a:extLst>
          </p:cNvPr>
          <p:cNvSpPr txBox="1"/>
          <p:nvPr/>
        </p:nvSpPr>
        <p:spPr>
          <a:xfrm>
            <a:off x="3803649" y="2133907"/>
            <a:ext cx="4584700" cy="3206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75"/>
              </a:spcBef>
              <a:spcAft>
                <a:spcPts val="0"/>
              </a:spcAft>
              <a:buNone/>
            </a:pPr>
            <a:r>
              <a:rPr lang="es-ES" sz="2000" err="1">
                <a:solidFill>
                  <a:schemeClr val="dk1"/>
                </a:solidFill>
                <a:latin typeface="Century Gothic" panose="020B0502020202020204" pitchFamily="34" charset="0"/>
                <a:ea typeface="Arial"/>
                <a:cs typeface="Arial"/>
                <a:sym typeface="Arial"/>
              </a:rPr>
              <a:t>Execution</a:t>
            </a:r>
            <a:r>
              <a:rPr lang="es-ES" sz="2000">
                <a:solidFill>
                  <a:schemeClr val="dk1"/>
                </a:solidFill>
                <a:latin typeface="Century Gothic" panose="020B0502020202020204" pitchFamily="34" charset="0"/>
                <a:ea typeface="Arial"/>
                <a:cs typeface="Arial"/>
                <a:sym typeface="Arial"/>
              </a:rPr>
              <a:t> Management </a:t>
            </a:r>
            <a:r>
              <a:rPr lang="es-ES" sz="2000" err="1">
                <a:solidFill>
                  <a:schemeClr val="dk1"/>
                </a:solidFill>
                <a:latin typeface="Century Gothic" panose="020B0502020202020204" pitchFamily="34" charset="0"/>
                <a:ea typeface="Arial"/>
                <a:cs typeface="Arial"/>
                <a:sym typeface="Arial"/>
              </a:rPr>
              <a:t>System</a:t>
            </a:r>
            <a:endParaRPr sz="2000">
              <a:solidFill>
                <a:schemeClr val="dk1"/>
              </a:solidFill>
              <a:latin typeface="Century Gothic" panose="020B0502020202020204" pitchFamily="34" charset="0"/>
              <a:ea typeface="Arial"/>
              <a:cs typeface="Arial"/>
              <a:sym typeface="Arial"/>
            </a:endParaRPr>
          </a:p>
        </p:txBody>
      </p:sp>
      <p:pic>
        <p:nvPicPr>
          <p:cNvPr id="58" name="Google Shape;260;p8">
            <a:extLst>
              <a:ext uri="{FF2B5EF4-FFF2-40B4-BE49-F238E27FC236}">
                <a16:creationId xmlns:a16="http://schemas.microsoft.com/office/drawing/2014/main" id="{5B4F487F-B56F-5FCD-276E-A207DAC84EFD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42800" t="38787" r="43133" b="42729"/>
          <a:stretch/>
        </p:blipFill>
        <p:spPr>
          <a:xfrm>
            <a:off x="5600259" y="1134202"/>
            <a:ext cx="760200" cy="999705"/>
          </a:xfrm>
          <a:prstGeom prst="rect">
            <a:avLst/>
          </a:prstGeom>
          <a:noFill/>
          <a:ln>
            <a:noFill/>
          </a:ln>
        </p:spPr>
      </p:pic>
      <p:sp>
        <p:nvSpPr>
          <p:cNvPr id="61" name="Title 1">
            <a:extLst>
              <a:ext uri="{FF2B5EF4-FFF2-40B4-BE49-F238E27FC236}">
                <a16:creationId xmlns:a16="http://schemas.microsoft.com/office/drawing/2014/main" id="{9F69ADB6-9629-1D95-6DA0-3B334F6B48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7987" y="404814"/>
            <a:ext cx="11376025" cy="376236"/>
          </a:xfrm>
        </p:spPr>
        <p:txBody>
          <a:bodyPr/>
          <a:lstStyle/>
          <a:p>
            <a:r>
              <a:rPr lang="es-ES">
                <a:latin typeface="Century Gothic" panose="020B0502020202020204" pitchFamily="34" charset="0"/>
              </a:rPr>
              <a:t>Plataforma Celonis</a:t>
            </a:r>
            <a:endParaRPr>
              <a:latin typeface="Century Gothic" panose="020B0502020202020204" pitchFamily="34" charset="0"/>
            </a:endParaRPr>
          </a:p>
        </p:txBody>
      </p:sp>
      <p:sp>
        <p:nvSpPr>
          <p:cNvPr id="63" name="CuadroTexto 62">
            <a:extLst>
              <a:ext uri="{FF2B5EF4-FFF2-40B4-BE49-F238E27FC236}">
                <a16:creationId xmlns:a16="http://schemas.microsoft.com/office/drawing/2014/main" id="{441BE7B9-F64D-7C80-5BB3-304023D492F6}"/>
              </a:ext>
            </a:extLst>
          </p:cNvPr>
          <p:cNvSpPr txBox="1"/>
          <p:nvPr/>
        </p:nvSpPr>
        <p:spPr>
          <a:xfrm>
            <a:off x="396240" y="781050"/>
            <a:ext cx="791881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1600" b="1">
                <a:latin typeface="Century Gothic" panose="020B0502020202020204" pitchFamily="34" charset="0"/>
                <a:ea typeface="Poppins"/>
                <a:cs typeface="Poppins"/>
                <a:sym typeface="Poppins"/>
              </a:rPr>
              <a:t>Conceptos básicos de Minería de procesos – Nuevas funcionalidades</a:t>
            </a:r>
            <a:endParaRPr lang="es-ES">
              <a:latin typeface="Century Gothic" panose="020B0502020202020204" pitchFamily="34" charset="0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411480" y="6446520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B7080"/>
                </a:solidFill>
              </a:rPr>
              <a:t>© 2026 NTT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446520"/>
            <a:ext cx="5029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>
                <a:solidFill>
                  <a:srgbClr val="6B7080"/>
                </a:solidFill>
              </a:rPr>
              <a:t>9</a:t>
            </a:r>
          </a:p>
        </p:txBody>
      </p:sp>
      <p:sp>
        <p:nvSpPr>
          <p:cNvPr id="13" name="Google Shape;267;p9">
            <a:extLst>
              <a:ext uri="{FF2B5EF4-FFF2-40B4-BE49-F238E27FC236}">
                <a16:creationId xmlns:a16="http://schemas.microsoft.com/office/drawing/2014/main" id="{44E48B2A-9C16-E3CB-07A1-6E1218EB6AF2}"/>
              </a:ext>
            </a:extLst>
          </p:cNvPr>
          <p:cNvSpPr/>
          <p:nvPr/>
        </p:nvSpPr>
        <p:spPr>
          <a:xfrm>
            <a:off x="4455483" y="2395337"/>
            <a:ext cx="2794000" cy="2703195"/>
          </a:xfrm>
          <a:prstGeom prst="ellipse">
            <a:avLst/>
          </a:prstGeom>
          <a:noFill/>
          <a:ln w="19050" cap="flat" cmpd="sng">
            <a:solidFill>
              <a:schemeClr val="dk2"/>
            </a:solidFill>
            <a:prstDash val="lgDash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2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" name="Google Shape;272;p9">
            <a:extLst>
              <a:ext uri="{FF2B5EF4-FFF2-40B4-BE49-F238E27FC236}">
                <a16:creationId xmlns:a16="http://schemas.microsoft.com/office/drawing/2014/main" id="{910E99F9-0D1B-9FD9-4A59-0D368E2FB46C}"/>
              </a:ext>
            </a:extLst>
          </p:cNvPr>
          <p:cNvSpPr txBox="1"/>
          <p:nvPr/>
        </p:nvSpPr>
        <p:spPr>
          <a:xfrm>
            <a:off x="7488461" y="3482099"/>
            <a:ext cx="4406358" cy="12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32D4B"/>
              </a:buClr>
              <a:buSzPts val="1400"/>
              <a:buFont typeface="Arial"/>
              <a:buNone/>
            </a:pPr>
            <a:r>
              <a:rPr lang="es-ES" sz="1400" b="0" i="0" u="none" strike="noStrike" cap="none">
                <a:solidFill>
                  <a:srgbClr val="232D4B"/>
                </a:solidFill>
                <a:latin typeface="Arial"/>
                <a:ea typeface="Arial"/>
                <a:cs typeface="Arial"/>
                <a:sym typeface="Arial"/>
              </a:rPr>
              <a:t>Se realizan sesiones específicas orientadas a sus funciones y necesidades dentro de la  organización. Estas sesiones permiten una interacción directa, resolución de dudas y aplicación práctica en entornos reales.</a:t>
            </a: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Verdana"/>
              <a:buNone/>
            </a:pPr>
            <a:endParaRPr sz="32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" name="Google Shape;274;p9">
            <a:extLst>
              <a:ext uri="{FF2B5EF4-FFF2-40B4-BE49-F238E27FC236}">
                <a16:creationId xmlns:a16="http://schemas.microsoft.com/office/drawing/2014/main" id="{81E4A06A-A04B-BEE5-0325-180A23FFB775}"/>
              </a:ext>
            </a:extLst>
          </p:cNvPr>
          <p:cNvSpPr txBox="1"/>
          <p:nvPr/>
        </p:nvSpPr>
        <p:spPr>
          <a:xfrm>
            <a:off x="261217" y="2805322"/>
            <a:ext cx="3488300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32D4B"/>
              </a:buClr>
              <a:buSzPts val="2800"/>
              <a:buFont typeface="Arial"/>
              <a:buNone/>
            </a:pPr>
            <a:r>
              <a:rPr lang="es-ES" sz="2800" b="1" i="0" u="none" strike="noStrike" cap="none">
                <a:solidFill>
                  <a:srgbClr val="467F96"/>
                </a:solidFill>
                <a:latin typeface="Arial"/>
                <a:ea typeface="Arial"/>
                <a:cs typeface="Arial"/>
                <a:sym typeface="Arial"/>
              </a:rPr>
              <a:t>Formación On-line</a:t>
            </a:r>
            <a:endParaRPr sz="3200" b="0" i="0" u="none" strike="noStrike" cap="none">
              <a:solidFill>
                <a:srgbClr val="467F9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2" name="Grupo 41">
            <a:extLst>
              <a:ext uri="{FF2B5EF4-FFF2-40B4-BE49-F238E27FC236}">
                <a16:creationId xmlns:a16="http://schemas.microsoft.com/office/drawing/2014/main" id="{4533C193-C16B-9815-3BC6-1B8721135603}"/>
              </a:ext>
            </a:extLst>
          </p:cNvPr>
          <p:cNvGrpSpPr/>
          <p:nvPr/>
        </p:nvGrpSpPr>
        <p:grpSpPr>
          <a:xfrm>
            <a:off x="4122183" y="2455548"/>
            <a:ext cx="1035050" cy="862965"/>
            <a:chOff x="4068065" y="3741603"/>
            <a:chExt cx="1035050" cy="862965"/>
          </a:xfrm>
        </p:grpSpPr>
        <p:sp>
          <p:nvSpPr>
            <p:cNvPr id="14" name="Google Shape;268;p9">
              <a:extLst>
                <a:ext uri="{FF2B5EF4-FFF2-40B4-BE49-F238E27FC236}">
                  <a16:creationId xmlns:a16="http://schemas.microsoft.com/office/drawing/2014/main" id="{CEDC24CA-1E69-9584-DE9E-0C4697FA2997}"/>
                </a:ext>
              </a:extLst>
            </p:cNvPr>
            <p:cNvSpPr/>
            <p:nvPr/>
          </p:nvSpPr>
          <p:spPr>
            <a:xfrm>
              <a:off x="4068065" y="3741603"/>
              <a:ext cx="1035050" cy="862965"/>
            </a:xfrm>
            <a:prstGeom prst="ellipse">
              <a:avLst/>
            </a:prstGeom>
            <a:solidFill>
              <a:srgbClr val="A0A9C1"/>
            </a:solidFill>
            <a:ln>
              <a:noFill/>
            </a:ln>
          </p:spPr>
          <p:txBody>
            <a:bodyPr spcFirstLastPara="1" wrap="square" lIns="45700" tIns="22850" rIns="45700" bIns="2285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3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" name="Google Shape;275;p9">
              <a:extLst>
                <a:ext uri="{FF2B5EF4-FFF2-40B4-BE49-F238E27FC236}">
                  <a16:creationId xmlns:a16="http://schemas.microsoft.com/office/drawing/2014/main" id="{49F0715B-16D3-85FC-0459-F45E98256DF9}"/>
                </a:ext>
              </a:extLst>
            </p:cNvPr>
            <p:cNvSpPr/>
            <p:nvPr/>
          </p:nvSpPr>
          <p:spPr>
            <a:xfrm>
              <a:off x="4139820" y="3796848"/>
              <a:ext cx="897890" cy="763905"/>
            </a:xfrm>
            <a:prstGeom prst="ellipse">
              <a:avLst/>
            </a:prstGeom>
            <a:solidFill>
              <a:schemeClr val="lt1">
                <a:alpha val="80000"/>
              </a:schemeClr>
            </a:solidFill>
            <a:ln>
              <a:noFill/>
            </a:ln>
          </p:spPr>
          <p:txBody>
            <a:bodyPr spcFirstLastPara="1" wrap="square" lIns="45700" tIns="22850" rIns="45700" bIns="2285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3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20" name="Google Shape;288;p9">
              <a:extLst>
                <a:ext uri="{FF2B5EF4-FFF2-40B4-BE49-F238E27FC236}">
                  <a16:creationId xmlns:a16="http://schemas.microsoft.com/office/drawing/2014/main" id="{93B54BAE-7F70-7471-9291-5A6D8FA282E3}"/>
                </a:ext>
              </a:extLst>
            </p:cNvPr>
            <p:cNvGrpSpPr/>
            <p:nvPr/>
          </p:nvGrpSpPr>
          <p:grpSpPr>
            <a:xfrm>
              <a:off x="4399535" y="4006398"/>
              <a:ext cx="381635" cy="318770"/>
              <a:chOff x="0" y="0"/>
              <a:chExt cx="401638" cy="406400"/>
            </a:xfrm>
          </p:grpSpPr>
          <p:sp>
            <p:nvSpPr>
              <p:cNvPr id="21" name="Google Shape;289;p9">
                <a:extLst>
                  <a:ext uri="{FF2B5EF4-FFF2-40B4-BE49-F238E27FC236}">
                    <a16:creationId xmlns:a16="http://schemas.microsoft.com/office/drawing/2014/main" id="{CFE82686-9DE4-3797-9CFD-FBDDE962AA70}"/>
                  </a:ext>
                </a:extLst>
              </p:cNvPr>
              <p:cNvSpPr/>
              <p:nvPr/>
            </p:nvSpPr>
            <p:spPr>
              <a:xfrm>
                <a:off x="0" y="309562"/>
                <a:ext cx="401638" cy="96838"/>
              </a:xfrm>
              <a:custGeom>
                <a:avLst/>
                <a:gdLst/>
                <a:ahLst/>
                <a:cxnLst/>
                <a:rect l="l" t="t" r="r" b="b"/>
                <a:pathLst>
                  <a:path w="190" h="45" extrusionOk="0">
                    <a:moveTo>
                      <a:pt x="184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40"/>
                      <a:pt x="0" y="40"/>
                      <a:pt x="0" y="40"/>
                    </a:cubicBezTo>
                    <a:cubicBezTo>
                      <a:pt x="0" y="43"/>
                      <a:pt x="2" y="45"/>
                      <a:pt x="5" y="45"/>
                    </a:cubicBezTo>
                    <a:cubicBezTo>
                      <a:pt x="184" y="45"/>
                      <a:pt x="184" y="45"/>
                      <a:pt x="184" y="45"/>
                    </a:cubicBezTo>
                    <a:cubicBezTo>
                      <a:pt x="187" y="45"/>
                      <a:pt x="190" y="43"/>
                      <a:pt x="190" y="40"/>
                    </a:cubicBezTo>
                    <a:cubicBezTo>
                      <a:pt x="190" y="5"/>
                      <a:pt x="190" y="5"/>
                      <a:pt x="190" y="5"/>
                    </a:cubicBezTo>
                    <a:cubicBezTo>
                      <a:pt x="190" y="2"/>
                      <a:pt x="187" y="0"/>
                      <a:pt x="184" y="0"/>
                    </a:cubicBezTo>
                    <a:close/>
                    <a:moveTo>
                      <a:pt x="172" y="20"/>
                    </a:moveTo>
                    <a:cubicBezTo>
                      <a:pt x="172" y="22"/>
                      <a:pt x="171" y="24"/>
                      <a:pt x="168" y="24"/>
                    </a:cubicBezTo>
                    <a:cubicBezTo>
                      <a:pt x="130" y="24"/>
                      <a:pt x="130" y="24"/>
                      <a:pt x="130" y="24"/>
                    </a:cubicBezTo>
                    <a:cubicBezTo>
                      <a:pt x="128" y="24"/>
                      <a:pt x="126" y="22"/>
                      <a:pt x="126" y="20"/>
                    </a:cubicBezTo>
                    <a:cubicBezTo>
                      <a:pt x="126" y="15"/>
                      <a:pt x="126" y="15"/>
                      <a:pt x="126" y="15"/>
                    </a:cubicBezTo>
                    <a:cubicBezTo>
                      <a:pt x="126" y="13"/>
                      <a:pt x="128" y="11"/>
                      <a:pt x="130" y="11"/>
                    </a:cubicBezTo>
                    <a:cubicBezTo>
                      <a:pt x="168" y="11"/>
                      <a:pt x="168" y="11"/>
                      <a:pt x="168" y="11"/>
                    </a:cubicBezTo>
                    <a:cubicBezTo>
                      <a:pt x="171" y="11"/>
                      <a:pt x="172" y="13"/>
                      <a:pt x="172" y="15"/>
                    </a:cubicBezTo>
                    <a:lnTo>
                      <a:pt x="172" y="20"/>
                    </a:lnTo>
                    <a:close/>
                  </a:path>
                </a:pathLst>
              </a:custGeom>
              <a:solidFill>
                <a:srgbClr val="1D264D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32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2" name="Google Shape;290;p9">
                <a:extLst>
                  <a:ext uri="{FF2B5EF4-FFF2-40B4-BE49-F238E27FC236}">
                    <a16:creationId xmlns:a16="http://schemas.microsoft.com/office/drawing/2014/main" id="{4770DFDB-09F2-F421-9AFF-4627F3885782}"/>
                  </a:ext>
                </a:extLst>
              </p:cNvPr>
              <p:cNvSpPr/>
              <p:nvPr/>
            </p:nvSpPr>
            <p:spPr>
              <a:xfrm>
                <a:off x="20638" y="0"/>
                <a:ext cx="358775" cy="282575"/>
              </a:xfrm>
              <a:custGeom>
                <a:avLst/>
                <a:gdLst/>
                <a:ahLst/>
                <a:cxnLst/>
                <a:rect l="l" t="t" r="r" b="b"/>
                <a:pathLst>
                  <a:path w="169" h="133" extrusionOk="0">
                    <a:moveTo>
                      <a:pt x="162" y="0"/>
                    </a:moveTo>
                    <a:cubicBezTo>
                      <a:pt x="7" y="0"/>
                      <a:pt x="7" y="0"/>
                      <a:pt x="7" y="0"/>
                    </a:cubicBezTo>
                    <a:cubicBezTo>
                      <a:pt x="3" y="0"/>
                      <a:pt x="0" y="3"/>
                      <a:pt x="0" y="7"/>
                    </a:cubicBezTo>
                    <a:cubicBezTo>
                      <a:pt x="0" y="56"/>
                      <a:pt x="0" y="56"/>
                      <a:pt x="0" y="56"/>
                    </a:cubicBezTo>
                    <a:cubicBezTo>
                      <a:pt x="0" y="80"/>
                      <a:pt x="0" y="80"/>
                      <a:pt x="0" y="80"/>
                    </a:cubicBezTo>
                    <a:cubicBezTo>
                      <a:pt x="0" y="126"/>
                      <a:pt x="0" y="126"/>
                      <a:pt x="0" y="126"/>
                    </a:cubicBezTo>
                    <a:cubicBezTo>
                      <a:pt x="0" y="130"/>
                      <a:pt x="3" y="133"/>
                      <a:pt x="7" y="133"/>
                    </a:cubicBezTo>
                    <a:cubicBezTo>
                      <a:pt x="162" y="133"/>
                      <a:pt x="162" y="133"/>
                      <a:pt x="162" y="133"/>
                    </a:cubicBezTo>
                    <a:cubicBezTo>
                      <a:pt x="166" y="133"/>
                      <a:pt x="169" y="130"/>
                      <a:pt x="169" y="126"/>
                    </a:cubicBezTo>
                    <a:cubicBezTo>
                      <a:pt x="169" y="7"/>
                      <a:pt x="169" y="7"/>
                      <a:pt x="169" y="7"/>
                    </a:cubicBezTo>
                    <a:cubicBezTo>
                      <a:pt x="169" y="3"/>
                      <a:pt x="166" y="0"/>
                      <a:pt x="162" y="0"/>
                    </a:cubicBezTo>
                    <a:close/>
                    <a:moveTo>
                      <a:pt x="159" y="99"/>
                    </a:moveTo>
                    <a:cubicBezTo>
                      <a:pt x="159" y="103"/>
                      <a:pt x="156" y="106"/>
                      <a:pt x="152" y="106"/>
                    </a:cubicBezTo>
                    <a:cubicBezTo>
                      <a:pt x="17" y="106"/>
                      <a:pt x="17" y="106"/>
                      <a:pt x="17" y="106"/>
                    </a:cubicBezTo>
                    <a:cubicBezTo>
                      <a:pt x="13" y="106"/>
                      <a:pt x="10" y="103"/>
                      <a:pt x="10" y="99"/>
                    </a:cubicBezTo>
                    <a:cubicBezTo>
                      <a:pt x="10" y="18"/>
                      <a:pt x="10" y="18"/>
                      <a:pt x="10" y="18"/>
                    </a:cubicBezTo>
                    <a:cubicBezTo>
                      <a:pt x="10" y="14"/>
                      <a:pt x="13" y="11"/>
                      <a:pt x="17" y="11"/>
                    </a:cubicBezTo>
                    <a:cubicBezTo>
                      <a:pt x="152" y="11"/>
                      <a:pt x="152" y="11"/>
                      <a:pt x="152" y="11"/>
                    </a:cubicBezTo>
                    <a:cubicBezTo>
                      <a:pt x="156" y="11"/>
                      <a:pt x="159" y="14"/>
                      <a:pt x="159" y="18"/>
                    </a:cubicBezTo>
                    <a:cubicBezTo>
                      <a:pt x="159" y="99"/>
                      <a:pt x="159" y="99"/>
                      <a:pt x="159" y="99"/>
                    </a:cubicBezTo>
                    <a:close/>
                  </a:path>
                </a:pathLst>
              </a:custGeom>
              <a:solidFill>
                <a:srgbClr val="3B486F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32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3" name="Google Shape;291;p9">
                <a:extLst>
                  <a:ext uri="{FF2B5EF4-FFF2-40B4-BE49-F238E27FC236}">
                    <a16:creationId xmlns:a16="http://schemas.microsoft.com/office/drawing/2014/main" id="{D784871B-CC9A-4E3C-FFFF-73BED70EAE05}"/>
                  </a:ext>
                </a:extLst>
              </p:cNvPr>
              <p:cNvSpPr/>
              <p:nvPr/>
            </p:nvSpPr>
            <p:spPr>
              <a:xfrm>
                <a:off x="65088" y="49212"/>
                <a:ext cx="68263" cy="55563"/>
              </a:xfrm>
              <a:custGeom>
                <a:avLst/>
                <a:gdLst/>
                <a:ahLst/>
                <a:cxnLst/>
                <a:rect l="l" t="t" r="r" b="b"/>
                <a:pathLst>
                  <a:path w="32" h="26" extrusionOk="0">
                    <a:moveTo>
                      <a:pt x="4" y="26"/>
                    </a:moveTo>
                    <a:cubicBezTo>
                      <a:pt x="3" y="26"/>
                      <a:pt x="2" y="25"/>
                      <a:pt x="1" y="24"/>
                    </a:cubicBezTo>
                    <a:cubicBezTo>
                      <a:pt x="0" y="22"/>
                      <a:pt x="0" y="20"/>
                      <a:pt x="2" y="18"/>
                    </a:cubicBezTo>
                    <a:cubicBezTo>
                      <a:pt x="25" y="1"/>
                      <a:pt x="25" y="1"/>
                      <a:pt x="25" y="1"/>
                    </a:cubicBezTo>
                    <a:cubicBezTo>
                      <a:pt x="27" y="0"/>
                      <a:pt x="30" y="0"/>
                      <a:pt x="31" y="2"/>
                    </a:cubicBezTo>
                    <a:cubicBezTo>
                      <a:pt x="32" y="4"/>
                      <a:pt x="32" y="6"/>
                      <a:pt x="30" y="8"/>
                    </a:cubicBezTo>
                    <a:cubicBezTo>
                      <a:pt x="7" y="25"/>
                      <a:pt x="7" y="25"/>
                      <a:pt x="7" y="25"/>
                    </a:cubicBezTo>
                    <a:cubicBezTo>
                      <a:pt x="6" y="25"/>
                      <a:pt x="5" y="26"/>
                      <a:pt x="4" y="26"/>
                    </a:cubicBezTo>
                    <a:close/>
                  </a:path>
                </a:pathLst>
              </a:custGeom>
              <a:solidFill>
                <a:srgbClr val="A0A9C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32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4" name="Google Shape;292;p9">
                <a:extLst>
                  <a:ext uri="{FF2B5EF4-FFF2-40B4-BE49-F238E27FC236}">
                    <a16:creationId xmlns:a16="http://schemas.microsoft.com/office/drawing/2014/main" id="{56636676-EE73-4849-2D3D-7D2095AC715A}"/>
                  </a:ext>
                </a:extLst>
              </p:cNvPr>
              <p:cNvSpPr/>
              <p:nvPr/>
            </p:nvSpPr>
            <p:spPr>
              <a:xfrm>
                <a:off x="69850" y="58737"/>
                <a:ext cx="123825" cy="92075"/>
              </a:xfrm>
              <a:custGeom>
                <a:avLst/>
                <a:gdLst/>
                <a:ahLst/>
                <a:cxnLst/>
                <a:rect l="l" t="t" r="r" b="b"/>
                <a:pathLst>
                  <a:path w="59" h="44" extrusionOk="0">
                    <a:moveTo>
                      <a:pt x="5" y="44"/>
                    </a:moveTo>
                    <a:cubicBezTo>
                      <a:pt x="3" y="44"/>
                      <a:pt x="2" y="43"/>
                      <a:pt x="1" y="42"/>
                    </a:cubicBezTo>
                    <a:cubicBezTo>
                      <a:pt x="0" y="40"/>
                      <a:pt x="0" y="37"/>
                      <a:pt x="2" y="36"/>
                    </a:cubicBezTo>
                    <a:cubicBezTo>
                      <a:pt x="52" y="1"/>
                      <a:pt x="52" y="1"/>
                      <a:pt x="52" y="1"/>
                    </a:cubicBezTo>
                    <a:cubicBezTo>
                      <a:pt x="54" y="0"/>
                      <a:pt x="56" y="0"/>
                      <a:pt x="58" y="2"/>
                    </a:cubicBezTo>
                    <a:cubicBezTo>
                      <a:pt x="59" y="4"/>
                      <a:pt x="59" y="7"/>
                      <a:pt x="57" y="8"/>
                    </a:cubicBezTo>
                    <a:cubicBezTo>
                      <a:pt x="7" y="43"/>
                      <a:pt x="7" y="43"/>
                      <a:pt x="7" y="43"/>
                    </a:cubicBezTo>
                    <a:cubicBezTo>
                      <a:pt x="6" y="43"/>
                      <a:pt x="6" y="44"/>
                      <a:pt x="5" y="44"/>
                    </a:cubicBezTo>
                    <a:close/>
                  </a:path>
                </a:pathLst>
              </a:custGeom>
              <a:solidFill>
                <a:srgbClr val="A0A9C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32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sp>
        <p:nvSpPr>
          <p:cNvPr id="25" name="Google Shape;293;p9">
            <a:extLst>
              <a:ext uri="{FF2B5EF4-FFF2-40B4-BE49-F238E27FC236}">
                <a16:creationId xmlns:a16="http://schemas.microsoft.com/office/drawing/2014/main" id="{F7C29B10-A14A-D3AE-16FB-9CFBA9BDB745}"/>
              </a:ext>
            </a:extLst>
          </p:cNvPr>
          <p:cNvSpPr txBox="1"/>
          <p:nvPr/>
        </p:nvSpPr>
        <p:spPr>
          <a:xfrm>
            <a:off x="261217" y="3245673"/>
            <a:ext cx="2535238" cy="1615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32D4B"/>
              </a:buClr>
              <a:buSzPts val="1050"/>
              <a:buFont typeface="Arial"/>
              <a:buNone/>
            </a:pPr>
            <a:r>
              <a:rPr lang="es-ES" sz="1050" b="0" i="0" u="none" strike="noStrike" cap="none">
                <a:solidFill>
                  <a:srgbClr val="232D4B"/>
                </a:solidFill>
                <a:latin typeface="Arial"/>
                <a:ea typeface="Arial"/>
                <a:cs typeface="Arial"/>
                <a:sym typeface="Arial"/>
              </a:rPr>
              <a:t>https://academy.celonis.com/</a:t>
            </a:r>
            <a:endParaRPr sz="32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" name="Google Shape;294;p9">
            <a:extLst>
              <a:ext uri="{FF2B5EF4-FFF2-40B4-BE49-F238E27FC236}">
                <a16:creationId xmlns:a16="http://schemas.microsoft.com/office/drawing/2014/main" id="{6F908AD1-CB36-A1D2-6603-1D4D5716316E}"/>
              </a:ext>
            </a:extLst>
          </p:cNvPr>
          <p:cNvSpPr txBox="1"/>
          <p:nvPr/>
        </p:nvSpPr>
        <p:spPr>
          <a:xfrm>
            <a:off x="261217" y="3516949"/>
            <a:ext cx="4094630" cy="13542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32D4B"/>
              </a:buClr>
              <a:buSzPts val="1400"/>
              <a:buFont typeface="Arial"/>
              <a:buNone/>
            </a:pPr>
            <a:r>
              <a:rPr lang="es-ES" sz="1400">
                <a:solidFill>
                  <a:srgbClr val="232D4B"/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  <a:r>
              <a:rPr lang="es-ES" sz="1400" b="0" i="0" u="none" strike="noStrike" cap="none">
                <a:solidFill>
                  <a:srgbClr val="232D4B"/>
                </a:solidFill>
                <a:latin typeface="Arial"/>
                <a:ea typeface="Arial"/>
                <a:cs typeface="Arial"/>
                <a:sym typeface="Arial"/>
              </a:rPr>
              <a:t>cceso a contenidos formativos a través del sitio oficial de formación de Celonis, lo que facilita el aprendizaje autónomo y flexible desde cualquier ubicación.</a:t>
            </a: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Verdana"/>
              <a:buNone/>
            </a:pPr>
            <a:endParaRPr sz="32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" name="Google Shape;295;p9">
            <a:extLst>
              <a:ext uri="{FF2B5EF4-FFF2-40B4-BE49-F238E27FC236}">
                <a16:creationId xmlns:a16="http://schemas.microsoft.com/office/drawing/2014/main" id="{6DC8DB46-300D-A794-C1D5-9A4E37EE8B9E}"/>
              </a:ext>
            </a:extLst>
          </p:cNvPr>
          <p:cNvSpPr txBox="1"/>
          <p:nvPr/>
        </p:nvSpPr>
        <p:spPr>
          <a:xfrm>
            <a:off x="7488461" y="2853960"/>
            <a:ext cx="4549825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32D4B"/>
              </a:buClr>
              <a:buSzPts val="2800"/>
              <a:buFont typeface="Arial"/>
              <a:buNone/>
            </a:pPr>
            <a:r>
              <a:rPr lang="es-ES" sz="2800" b="1" i="0" u="none" strike="noStrike" cap="none">
                <a:solidFill>
                  <a:srgbClr val="467F96"/>
                </a:solidFill>
                <a:latin typeface="Arial"/>
                <a:ea typeface="Arial"/>
                <a:cs typeface="Arial"/>
                <a:sym typeface="Arial"/>
              </a:rPr>
              <a:t>Formación especializada</a:t>
            </a:r>
            <a:endParaRPr sz="3200" b="0" i="0" u="none" strike="noStrike" cap="none">
              <a:solidFill>
                <a:srgbClr val="467F9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1" name="Grupo 40">
            <a:extLst>
              <a:ext uri="{FF2B5EF4-FFF2-40B4-BE49-F238E27FC236}">
                <a16:creationId xmlns:a16="http://schemas.microsoft.com/office/drawing/2014/main" id="{8C088461-D629-EB9E-3E3E-5ED909043817}"/>
              </a:ext>
            </a:extLst>
          </p:cNvPr>
          <p:cNvGrpSpPr/>
          <p:nvPr/>
        </p:nvGrpSpPr>
        <p:grpSpPr>
          <a:xfrm>
            <a:off x="6334212" y="2414590"/>
            <a:ext cx="1054100" cy="944880"/>
            <a:chOff x="5067667" y="2491607"/>
            <a:chExt cx="1054100" cy="944880"/>
          </a:xfrm>
        </p:grpSpPr>
        <p:sp>
          <p:nvSpPr>
            <p:cNvPr id="15" name="Google Shape;270;p9">
              <a:extLst>
                <a:ext uri="{FF2B5EF4-FFF2-40B4-BE49-F238E27FC236}">
                  <a16:creationId xmlns:a16="http://schemas.microsoft.com/office/drawing/2014/main" id="{938A0BC3-FF0D-1C3F-A493-DB5C3300D929}"/>
                </a:ext>
              </a:extLst>
            </p:cNvPr>
            <p:cNvSpPr/>
            <p:nvPr/>
          </p:nvSpPr>
          <p:spPr>
            <a:xfrm>
              <a:off x="5067667" y="2491607"/>
              <a:ext cx="1054100" cy="944880"/>
            </a:xfrm>
            <a:prstGeom prst="ellipse">
              <a:avLst/>
            </a:prstGeom>
            <a:solidFill>
              <a:srgbClr val="0072BC"/>
            </a:solidFill>
            <a:ln>
              <a:noFill/>
            </a:ln>
          </p:spPr>
          <p:txBody>
            <a:bodyPr spcFirstLastPara="1" wrap="square" lIns="45700" tIns="22850" rIns="45700" bIns="2285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3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" name="Google Shape;277;p9">
              <a:extLst>
                <a:ext uri="{FF2B5EF4-FFF2-40B4-BE49-F238E27FC236}">
                  <a16:creationId xmlns:a16="http://schemas.microsoft.com/office/drawing/2014/main" id="{6087C213-37B2-5F87-4A6C-F52A6040FB77}"/>
                </a:ext>
              </a:extLst>
            </p:cNvPr>
            <p:cNvSpPr/>
            <p:nvPr/>
          </p:nvSpPr>
          <p:spPr>
            <a:xfrm>
              <a:off x="5145672" y="2555107"/>
              <a:ext cx="897890" cy="819150"/>
            </a:xfrm>
            <a:prstGeom prst="ellipse">
              <a:avLst/>
            </a:prstGeom>
            <a:solidFill>
              <a:srgbClr val="00B0F0">
                <a:alpha val="80000"/>
              </a:srgbClr>
            </a:solidFill>
            <a:ln>
              <a:noFill/>
            </a:ln>
          </p:spPr>
          <p:txBody>
            <a:bodyPr spcFirstLastPara="1" wrap="square" lIns="45700" tIns="22850" rIns="45700" bIns="2285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3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28" name="Google Shape;297;p9">
              <a:extLst>
                <a:ext uri="{FF2B5EF4-FFF2-40B4-BE49-F238E27FC236}">
                  <a16:creationId xmlns:a16="http://schemas.microsoft.com/office/drawing/2014/main" id="{BC09613D-8002-7BDB-6085-8590294A0D5F}"/>
                </a:ext>
              </a:extLst>
            </p:cNvPr>
            <p:cNvGrpSpPr/>
            <p:nvPr/>
          </p:nvGrpSpPr>
          <p:grpSpPr>
            <a:xfrm>
              <a:off x="5402589" y="2818779"/>
              <a:ext cx="409933" cy="321163"/>
              <a:chOff x="-12701" y="32707"/>
              <a:chExt cx="419101" cy="322893"/>
            </a:xfrm>
          </p:grpSpPr>
          <p:sp>
            <p:nvSpPr>
              <p:cNvPr id="29" name="Google Shape;298;p9">
                <a:extLst>
                  <a:ext uri="{FF2B5EF4-FFF2-40B4-BE49-F238E27FC236}">
                    <a16:creationId xmlns:a16="http://schemas.microsoft.com/office/drawing/2014/main" id="{B88C5137-6ABC-75AB-206A-CCA7316F2753}"/>
                  </a:ext>
                </a:extLst>
              </p:cNvPr>
              <p:cNvSpPr/>
              <p:nvPr/>
            </p:nvSpPr>
            <p:spPr>
              <a:xfrm>
                <a:off x="-12701" y="32707"/>
                <a:ext cx="4064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56" h="184" extrusionOk="0">
                    <a:moveTo>
                      <a:pt x="256" y="48"/>
                    </a:moveTo>
                    <a:lnTo>
                      <a:pt x="256" y="48"/>
                    </a:lnTo>
                    <a:lnTo>
                      <a:pt x="254" y="40"/>
                    </a:lnTo>
                    <a:lnTo>
                      <a:pt x="250" y="34"/>
                    </a:lnTo>
                    <a:lnTo>
                      <a:pt x="244" y="28"/>
                    </a:lnTo>
                    <a:lnTo>
                      <a:pt x="238" y="24"/>
                    </a:lnTo>
                    <a:lnTo>
                      <a:pt x="134" y="0"/>
                    </a:lnTo>
                    <a:lnTo>
                      <a:pt x="134" y="0"/>
                    </a:lnTo>
                    <a:lnTo>
                      <a:pt x="128" y="0"/>
                    </a:lnTo>
                    <a:lnTo>
                      <a:pt x="128" y="0"/>
                    </a:lnTo>
                    <a:lnTo>
                      <a:pt x="122" y="0"/>
                    </a:lnTo>
                    <a:lnTo>
                      <a:pt x="18" y="24"/>
                    </a:lnTo>
                    <a:lnTo>
                      <a:pt x="18" y="24"/>
                    </a:lnTo>
                    <a:lnTo>
                      <a:pt x="12" y="28"/>
                    </a:lnTo>
                    <a:lnTo>
                      <a:pt x="6" y="34"/>
                    </a:lnTo>
                    <a:lnTo>
                      <a:pt x="2" y="40"/>
                    </a:lnTo>
                    <a:lnTo>
                      <a:pt x="0" y="48"/>
                    </a:lnTo>
                    <a:lnTo>
                      <a:pt x="0" y="48"/>
                    </a:lnTo>
                    <a:lnTo>
                      <a:pt x="2" y="56"/>
                    </a:lnTo>
                    <a:lnTo>
                      <a:pt x="6" y="62"/>
                    </a:lnTo>
                    <a:lnTo>
                      <a:pt x="12" y="68"/>
                    </a:lnTo>
                    <a:lnTo>
                      <a:pt x="18" y="72"/>
                    </a:lnTo>
                    <a:lnTo>
                      <a:pt x="40" y="76"/>
                    </a:lnTo>
                    <a:lnTo>
                      <a:pt x="40" y="144"/>
                    </a:lnTo>
                    <a:lnTo>
                      <a:pt x="40" y="144"/>
                    </a:lnTo>
                    <a:lnTo>
                      <a:pt x="42" y="152"/>
                    </a:lnTo>
                    <a:lnTo>
                      <a:pt x="44" y="160"/>
                    </a:lnTo>
                    <a:lnTo>
                      <a:pt x="52" y="166"/>
                    </a:lnTo>
                    <a:lnTo>
                      <a:pt x="60" y="172"/>
                    </a:lnTo>
                    <a:lnTo>
                      <a:pt x="72" y="176"/>
                    </a:lnTo>
                    <a:lnTo>
                      <a:pt x="88" y="180"/>
                    </a:lnTo>
                    <a:lnTo>
                      <a:pt x="106" y="184"/>
                    </a:lnTo>
                    <a:lnTo>
                      <a:pt x="128" y="184"/>
                    </a:lnTo>
                    <a:lnTo>
                      <a:pt x="128" y="184"/>
                    </a:lnTo>
                    <a:lnTo>
                      <a:pt x="150" y="184"/>
                    </a:lnTo>
                    <a:lnTo>
                      <a:pt x="168" y="180"/>
                    </a:lnTo>
                    <a:lnTo>
                      <a:pt x="184" y="176"/>
                    </a:lnTo>
                    <a:lnTo>
                      <a:pt x="196" y="172"/>
                    </a:lnTo>
                    <a:lnTo>
                      <a:pt x="204" y="166"/>
                    </a:lnTo>
                    <a:lnTo>
                      <a:pt x="212" y="160"/>
                    </a:lnTo>
                    <a:lnTo>
                      <a:pt x="214" y="152"/>
                    </a:lnTo>
                    <a:lnTo>
                      <a:pt x="216" y="144"/>
                    </a:lnTo>
                    <a:lnTo>
                      <a:pt x="216" y="76"/>
                    </a:lnTo>
                    <a:lnTo>
                      <a:pt x="238" y="72"/>
                    </a:lnTo>
                    <a:lnTo>
                      <a:pt x="238" y="72"/>
                    </a:lnTo>
                    <a:lnTo>
                      <a:pt x="244" y="68"/>
                    </a:lnTo>
                    <a:lnTo>
                      <a:pt x="250" y="62"/>
                    </a:lnTo>
                    <a:lnTo>
                      <a:pt x="254" y="56"/>
                    </a:lnTo>
                    <a:lnTo>
                      <a:pt x="256" y="48"/>
                    </a:lnTo>
                    <a:close/>
                    <a:moveTo>
                      <a:pt x="200" y="144"/>
                    </a:moveTo>
                    <a:lnTo>
                      <a:pt x="200" y="144"/>
                    </a:lnTo>
                    <a:lnTo>
                      <a:pt x="198" y="148"/>
                    </a:lnTo>
                    <a:lnTo>
                      <a:pt x="196" y="152"/>
                    </a:lnTo>
                    <a:lnTo>
                      <a:pt x="190" y="156"/>
                    </a:lnTo>
                    <a:lnTo>
                      <a:pt x="182" y="160"/>
                    </a:lnTo>
                    <a:lnTo>
                      <a:pt x="172" y="162"/>
                    </a:lnTo>
                    <a:lnTo>
                      <a:pt x="160" y="166"/>
                    </a:lnTo>
                    <a:lnTo>
                      <a:pt x="144" y="168"/>
                    </a:lnTo>
                    <a:lnTo>
                      <a:pt x="128" y="168"/>
                    </a:lnTo>
                    <a:lnTo>
                      <a:pt x="128" y="168"/>
                    </a:lnTo>
                    <a:lnTo>
                      <a:pt x="112" y="168"/>
                    </a:lnTo>
                    <a:lnTo>
                      <a:pt x="96" y="166"/>
                    </a:lnTo>
                    <a:lnTo>
                      <a:pt x="84" y="162"/>
                    </a:lnTo>
                    <a:lnTo>
                      <a:pt x="74" y="160"/>
                    </a:lnTo>
                    <a:lnTo>
                      <a:pt x="66" y="156"/>
                    </a:lnTo>
                    <a:lnTo>
                      <a:pt x="60" y="152"/>
                    </a:lnTo>
                    <a:lnTo>
                      <a:pt x="58" y="148"/>
                    </a:lnTo>
                    <a:lnTo>
                      <a:pt x="56" y="144"/>
                    </a:lnTo>
                    <a:lnTo>
                      <a:pt x="56" y="80"/>
                    </a:lnTo>
                    <a:lnTo>
                      <a:pt x="122" y="96"/>
                    </a:lnTo>
                    <a:lnTo>
                      <a:pt x="122" y="96"/>
                    </a:lnTo>
                    <a:lnTo>
                      <a:pt x="128" y="96"/>
                    </a:lnTo>
                    <a:lnTo>
                      <a:pt x="128" y="96"/>
                    </a:lnTo>
                    <a:lnTo>
                      <a:pt x="134" y="96"/>
                    </a:lnTo>
                    <a:lnTo>
                      <a:pt x="200" y="80"/>
                    </a:lnTo>
                    <a:lnTo>
                      <a:pt x="200" y="144"/>
                    </a:lnTo>
                    <a:close/>
                    <a:moveTo>
                      <a:pt x="130" y="80"/>
                    </a:moveTo>
                    <a:lnTo>
                      <a:pt x="130" y="80"/>
                    </a:lnTo>
                    <a:lnTo>
                      <a:pt x="128" y="80"/>
                    </a:lnTo>
                    <a:lnTo>
                      <a:pt x="128" y="80"/>
                    </a:lnTo>
                    <a:lnTo>
                      <a:pt x="126" y="80"/>
                    </a:lnTo>
                    <a:lnTo>
                      <a:pt x="22" y="56"/>
                    </a:lnTo>
                    <a:lnTo>
                      <a:pt x="22" y="56"/>
                    </a:lnTo>
                    <a:lnTo>
                      <a:pt x="18" y="52"/>
                    </a:lnTo>
                    <a:lnTo>
                      <a:pt x="16" y="48"/>
                    </a:lnTo>
                    <a:lnTo>
                      <a:pt x="16" y="48"/>
                    </a:lnTo>
                    <a:lnTo>
                      <a:pt x="18" y="44"/>
                    </a:lnTo>
                    <a:lnTo>
                      <a:pt x="22" y="40"/>
                    </a:lnTo>
                    <a:lnTo>
                      <a:pt x="126" y="16"/>
                    </a:lnTo>
                    <a:lnTo>
                      <a:pt x="126" y="16"/>
                    </a:lnTo>
                    <a:lnTo>
                      <a:pt x="128" y="16"/>
                    </a:lnTo>
                    <a:lnTo>
                      <a:pt x="128" y="16"/>
                    </a:lnTo>
                    <a:lnTo>
                      <a:pt x="130" y="16"/>
                    </a:lnTo>
                    <a:lnTo>
                      <a:pt x="234" y="40"/>
                    </a:lnTo>
                    <a:lnTo>
                      <a:pt x="234" y="40"/>
                    </a:lnTo>
                    <a:lnTo>
                      <a:pt x="238" y="44"/>
                    </a:lnTo>
                    <a:lnTo>
                      <a:pt x="240" y="48"/>
                    </a:lnTo>
                    <a:lnTo>
                      <a:pt x="240" y="48"/>
                    </a:lnTo>
                    <a:lnTo>
                      <a:pt x="238" y="52"/>
                    </a:lnTo>
                    <a:lnTo>
                      <a:pt x="234" y="56"/>
                    </a:lnTo>
                    <a:lnTo>
                      <a:pt x="130" y="8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32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0" name="Google Shape;299;p9">
                <a:extLst>
                  <a:ext uri="{FF2B5EF4-FFF2-40B4-BE49-F238E27FC236}">
                    <a16:creationId xmlns:a16="http://schemas.microsoft.com/office/drawing/2014/main" id="{CE79B467-C281-6B3A-4C86-B3EC6E519E18}"/>
                  </a:ext>
                </a:extLst>
              </p:cNvPr>
              <p:cNvSpPr/>
              <p:nvPr/>
            </p:nvSpPr>
            <p:spPr>
              <a:xfrm>
                <a:off x="368300" y="127000"/>
                <a:ext cx="25400" cy="139700"/>
              </a:xfrm>
              <a:custGeom>
                <a:avLst/>
                <a:gdLst/>
                <a:ahLst/>
                <a:cxnLst/>
                <a:rect l="l" t="t" r="r" b="b"/>
                <a:pathLst>
                  <a:path w="16" h="88" extrusionOk="0">
                    <a:moveTo>
                      <a:pt x="0" y="8"/>
                    </a:moveTo>
                    <a:lnTo>
                      <a:pt x="0" y="80"/>
                    </a:lnTo>
                    <a:lnTo>
                      <a:pt x="0" y="80"/>
                    </a:lnTo>
                    <a:lnTo>
                      <a:pt x="0" y="84"/>
                    </a:lnTo>
                    <a:lnTo>
                      <a:pt x="2" y="86"/>
                    </a:lnTo>
                    <a:lnTo>
                      <a:pt x="4" y="88"/>
                    </a:lnTo>
                    <a:lnTo>
                      <a:pt x="8" y="88"/>
                    </a:lnTo>
                    <a:lnTo>
                      <a:pt x="8" y="88"/>
                    </a:lnTo>
                    <a:lnTo>
                      <a:pt x="12" y="88"/>
                    </a:lnTo>
                    <a:lnTo>
                      <a:pt x="14" y="86"/>
                    </a:lnTo>
                    <a:lnTo>
                      <a:pt x="16" y="84"/>
                    </a:lnTo>
                    <a:lnTo>
                      <a:pt x="16" y="80"/>
                    </a:lnTo>
                    <a:lnTo>
                      <a:pt x="16" y="8"/>
                    </a:lnTo>
                    <a:lnTo>
                      <a:pt x="16" y="8"/>
                    </a:lnTo>
                    <a:lnTo>
                      <a:pt x="16" y="4"/>
                    </a:lnTo>
                    <a:lnTo>
                      <a:pt x="14" y="2"/>
                    </a:lnTo>
                    <a:lnTo>
                      <a:pt x="12" y="0"/>
                    </a:lnTo>
                    <a:lnTo>
                      <a:pt x="8" y="0"/>
                    </a:lnTo>
                    <a:lnTo>
                      <a:pt x="8" y="0"/>
                    </a:lnTo>
                    <a:lnTo>
                      <a:pt x="4" y="0"/>
                    </a:lnTo>
                    <a:lnTo>
                      <a:pt x="2" y="2"/>
                    </a:lnTo>
                    <a:lnTo>
                      <a:pt x="0" y="4"/>
                    </a:lnTo>
                    <a:lnTo>
                      <a:pt x="0" y="8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32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1" name="Google Shape;300;p9">
                <a:extLst>
                  <a:ext uri="{FF2B5EF4-FFF2-40B4-BE49-F238E27FC236}">
                    <a16:creationId xmlns:a16="http://schemas.microsoft.com/office/drawing/2014/main" id="{16F94040-4157-2531-8B12-2AC67B3EA44B}"/>
                  </a:ext>
                </a:extLst>
              </p:cNvPr>
              <p:cNvSpPr/>
              <p:nvPr/>
            </p:nvSpPr>
            <p:spPr>
              <a:xfrm>
                <a:off x="355600" y="279400"/>
                <a:ext cx="50800" cy="76200"/>
              </a:xfrm>
              <a:custGeom>
                <a:avLst/>
                <a:gdLst/>
                <a:ahLst/>
                <a:cxnLst/>
                <a:rect l="l" t="t" r="r" b="b"/>
                <a:pathLst>
                  <a:path w="32" h="48" extrusionOk="0">
                    <a:moveTo>
                      <a:pt x="16" y="0"/>
                    </a:moveTo>
                    <a:lnTo>
                      <a:pt x="16" y="0"/>
                    </a:lnTo>
                    <a:lnTo>
                      <a:pt x="12" y="2"/>
                    </a:lnTo>
                    <a:lnTo>
                      <a:pt x="10" y="4"/>
                    </a:lnTo>
                    <a:lnTo>
                      <a:pt x="4" y="12"/>
                    </a:lnTo>
                    <a:lnTo>
                      <a:pt x="2" y="24"/>
                    </a:lnTo>
                    <a:lnTo>
                      <a:pt x="0" y="32"/>
                    </a:lnTo>
                    <a:lnTo>
                      <a:pt x="0" y="32"/>
                    </a:lnTo>
                    <a:lnTo>
                      <a:pt x="2" y="38"/>
                    </a:lnTo>
                    <a:lnTo>
                      <a:pt x="4" y="44"/>
                    </a:lnTo>
                    <a:lnTo>
                      <a:pt x="10" y="46"/>
                    </a:lnTo>
                    <a:lnTo>
                      <a:pt x="16" y="48"/>
                    </a:lnTo>
                    <a:lnTo>
                      <a:pt x="16" y="48"/>
                    </a:lnTo>
                    <a:lnTo>
                      <a:pt x="22" y="46"/>
                    </a:lnTo>
                    <a:lnTo>
                      <a:pt x="28" y="44"/>
                    </a:lnTo>
                    <a:lnTo>
                      <a:pt x="30" y="38"/>
                    </a:lnTo>
                    <a:lnTo>
                      <a:pt x="32" y="32"/>
                    </a:lnTo>
                    <a:lnTo>
                      <a:pt x="32" y="32"/>
                    </a:lnTo>
                    <a:lnTo>
                      <a:pt x="30" y="24"/>
                    </a:lnTo>
                    <a:lnTo>
                      <a:pt x="28" y="12"/>
                    </a:lnTo>
                    <a:lnTo>
                      <a:pt x="22" y="4"/>
                    </a:lnTo>
                    <a:lnTo>
                      <a:pt x="20" y="2"/>
                    </a:lnTo>
                    <a:lnTo>
                      <a:pt x="16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32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sp>
        <p:nvSpPr>
          <p:cNvPr id="32" name="Google Shape;303;p9">
            <a:extLst>
              <a:ext uri="{FF2B5EF4-FFF2-40B4-BE49-F238E27FC236}">
                <a16:creationId xmlns:a16="http://schemas.microsoft.com/office/drawing/2014/main" id="{E3F0E4E5-D56E-11F9-9B9A-B3989ED5503E}"/>
              </a:ext>
            </a:extLst>
          </p:cNvPr>
          <p:cNvSpPr txBox="1"/>
          <p:nvPr/>
        </p:nvSpPr>
        <p:spPr>
          <a:xfrm>
            <a:off x="405787" y="327496"/>
            <a:ext cx="12206468" cy="5298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4400" marR="0" lvl="0" indent="0" algn="l" rtl="0">
              <a:lnSpc>
                <a:spcPct val="90000"/>
              </a:lnSpc>
              <a:spcBef>
                <a:spcPts val="75"/>
              </a:spcBef>
              <a:spcAft>
                <a:spcPts val="0"/>
              </a:spcAft>
              <a:buNone/>
            </a:pPr>
            <a:endParaRPr sz="3000">
              <a:solidFill>
                <a:schemeClr val="accent5"/>
              </a:solidFill>
              <a:latin typeface="Poppins Light"/>
              <a:ea typeface="Poppins Light"/>
              <a:cs typeface="Poppins Light"/>
              <a:sym typeface="Poppins Light"/>
            </a:endParaRPr>
          </a:p>
        </p:txBody>
      </p:sp>
      <p:sp>
        <p:nvSpPr>
          <p:cNvPr id="38" name="Title 1">
            <a:extLst>
              <a:ext uri="{FF2B5EF4-FFF2-40B4-BE49-F238E27FC236}">
                <a16:creationId xmlns:a16="http://schemas.microsoft.com/office/drawing/2014/main" id="{D3B2DCE7-DB73-828B-93A5-DE5F5EEEC0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7987" y="404814"/>
            <a:ext cx="11376025" cy="376236"/>
          </a:xfrm>
        </p:spPr>
        <p:txBody>
          <a:bodyPr/>
          <a:lstStyle/>
          <a:p>
            <a:r>
              <a:rPr lang="es-ES"/>
              <a:t>Modalidades de formación</a:t>
            </a:r>
          </a:p>
        </p:txBody>
      </p:sp>
      <p:sp>
        <p:nvSpPr>
          <p:cNvPr id="40" name="CuadroTexto 39">
            <a:extLst>
              <a:ext uri="{FF2B5EF4-FFF2-40B4-BE49-F238E27FC236}">
                <a16:creationId xmlns:a16="http://schemas.microsoft.com/office/drawing/2014/main" id="{8A6A0995-4564-C211-5B26-CB0E1D225904}"/>
              </a:ext>
            </a:extLst>
          </p:cNvPr>
          <p:cNvSpPr txBox="1"/>
          <p:nvPr/>
        </p:nvSpPr>
        <p:spPr>
          <a:xfrm>
            <a:off x="396240" y="781050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1600" b="1">
                <a:latin typeface="Century Gothic" panose="020B0502020202020204" pitchFamily="34" charset="0"/>
                <a:ea typeface="Poppins"/>
                <a:cs typeface="Poppins"/>
                <a:sym typeface="Poppins"/>
              </a:rPr>
              <a:t>Conceptos básicos de Minado de procesos</a:t>
            </a:r>
            <a:endParaRPr lang="es-ES">
              <a:latin typeface="Century Gothic" panose="020B0502020202020204" pitchFamily="34" charset="0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3ED7D1-3D02-A01A-AD08-1897428BDA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E14153-265D-69E3-BC74-35D3ABE3EF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Century Gothic" panose="020B0502020202020204" pitchFamily="34" charset="0"/>
              </a:rPr>
              <a:t>Qué veremos en este bloque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35CC85E-81C7-D220-A8F9-D6D285AEB2D6}"/>
              </a:ext>
            </a:extLst>
          </p:cNvPr>
          <p:cNvSpPr txBox="1"/>
          <p:nvPr/>
        </p:nvSpPr>
        <p:spPr>
          <a:xfrm>
            <a:off x="411480" y="6446520"/>
            <a:ext cx="1005403" cy="2154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B7080"/>
                </a:solidFill>
                <a:latin typeface="Century Gothic" panose="020B0502020202020204" pitchFamily="34" charset="0"/>
              </a:rPr>
              <a:t>© 2026 NTT DATA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5A322A9-90DD-30E6-9A16-33CCFBB39788}"/>
              </a:ext>
            </a:extLst>
          </p:cNvPr>
          <p:cNvSpPr txBox="1"/>
          <p:nvPr/>
        </p:nvSpPr>
        <p:spPr>
          <a:xfrm>
            <a:off x="11554988" y="6446520"/>
            <a:ext cx="240772" cy="2154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>
                <a:solidFill>
                  <a:srgbClr val="6B7080"/>
                </a:solidFill>
                <a:latin typeface="Century Gothic" panose="020B0502020202020204" pitchFamily="34" charset="0"/>
              </a:rPr>
              <a:t>10</a:t>
            </a:r>
          </a:p>
        </p:txBody>
      </p:sp>
      <p:sp>
        <p:nvSpPr>
          <p:cNvPr id="59" name="Rounded Rectangle 3">
            <a:extLst>
              <a:ext uri="{FF2B5EF4-FFF2-40B4-BE49-F238E27FC236}">
                <a16:creationId xmlns:a16="http://schemas.microsoft.com/office/drawing/2014/main" id="{86A7B98B-9300-75A6-7271-47492FE73285}"/>
              </a:ext>
            </a:extLst>
          </p:cNvPr>
          <p:cNvSpPr/>
          <p:nvPr/>
        </p:nvSpPr>
        <p:spPr>
          <a:xfrm>
            <a:off x="411480" y="1965960"/>
            <a:ext cx="2697480" cy="2514600"/>
          </a:xfrm>
          <a:prstGeom prst="roundRect">
            <a:avLst>
              <a:gd name="adj" fmla="val 7000"/>
            </a:avLst>
          </a:prstGeom>
          <a:solidFill>
            <a:srgbClr val="F0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5">
            <a:extLst>
              <a:ext uri="{FF2B5EF4-FFF2-40B4-BE49-F238E27FC236}">
                <a16:creationId xmlns:a16="http://schemas.microsoft.com/office/drawing/2014/main" id="{44810A7F-DA26-26B7-377A-74981B48C65A}"/>
              </a:ext>
            </a:extLst>
          </p:cNvPr>
          <p:cNvSpPr txBox="1"/>
          <p:nvPr/>
        </p:nvSpPr>
        <p:spPr>
          <a:xfrm>
            <a:off x="411480" y="3172968"/>
            <a:ext cx="2697480" cy="46166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s-ES" sz="1500" b="1">
                <a:solidFill>
                  <a:srgbClr val="C8CDD6"/>
                </a:solidFill>
                <a:latin typeface="Century Gothic"/>
                <a:ea typeface="Century Gothic"/>
                <a:cs typeface="Century Gothic"/>
              </a:rPr>
              <a:t>1</a:t>
            </a:r>
          </a:p>
          <a:p>
            <a:pPr algn="ctr">
              <a:spcAft>
                <a:spcPts val="0"/>
              </a:spcAft>
            </a:pPr>
            <a:endParaRPr sz="1500" b="1">
              <a:solidFill>
                <a:srgbClr val="0080B1"/>
              </a:solidFill>
              <a:latin typeface="Century Gothic"/>
              <a:ea typeface="Century Gothic"/>
              <a:cs typeface="Century Gothic"/>
            </a:endParaRPr>
          </a:p>
        </p:txBody>
      </p:sp>
      <p:sp>
        <p:nvSpPr>
          <p:cNvPr id="65" name="TextBox 6">
            <a:extLst>
              <a:ext uri="{FF2B5EF4-FFF2-40B4-BE49-F238E27FC236}">
                <a16:creationId xmlns:a16="http://schemas.microsoft.com/office/drawing/2014/main" id="{4E0F06B5-F5D2-095A-B287-FCDB00B21E36}"/>
              </a:ext>
            </a:extLst>
          </p:cNvPr>
          <p:cNvSpPr txBox="1"/>
          <p:nvPr/>
        </p:nvSpPr>
        <p:spPr>
          <a:xfrm>
            <a:off x="594360" y="3593591"/>
            <a:ext cx="2331720" cy="40011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err="1">
                <a:solidFill>
                  <a:srgbClr val="6B7080"/>
                </a:solidFill>
                <a:latin typeface="Century Gothic"/>
                <a:ea typeface="Century Gothic"/>
                <a:cs typeface="Century Gothic"/>
              </a:rPr>
              <a:t>Conceptos</a:t>
            </a:r>
            <a:r>
              <a:rPr sz="1300" b="1">
                <a:solidFill>
                  <a:srgbClr val="6B7080"/>
                </a:solidFill>
                <a:latin typeface="Century Gothic"/>
                <a:ea typeface="Century Gothic"/>
                <a:cs typeface="Century Gothic"/>
              </a:rPr>
              <a:t> </a:t>
            </a:r>
            <a:r>
              <a:rPr sz="1300" b="1" err="1">
                <a:solidFill>
                  <a:srgbClr val="6B7080"/>
                </a:solidFill>
                <a:latin typeface="Century Gothic"/>
                <a:ea typeface="Century Gothic"/>
                <a:cs typeface="Century Gothic"/>
              </a:rPr>
              <a:t>básicos</a:t>
            </a:r>
            <a:endParaRPr sz="1300" b="1">
              <a:solidFill>
                <a:srgbClr val="6B7080"/>
              </a:solidFill>
              <a:latin typeface="Century Gothic"/>
              <a:ea typeface="Century Gothic"/>
              <a:cs typeface="Century Gothic"/>
            </a:endParaRPr>
          </a:p>
          <a:p>
            <a:pPr algn="ctr">
              <a:spcAft>
                <a:spcPts val="0"/>
              </a:spcAft>
            </a:pPr>
            <a:r>
              <a:rPr sz="1300" b="1">
                <a:solidFill>
                  <a:srgbClr val="6B7080"/>
                </a:solidFill>
                <a:latin typeface="Century Gothic"/>
                <a:ea typeface="Century Gothic"/>
                <a:cs typeface="Century Gothic"/>
              </a:rPr>
              <a:t>de </a:t>
            </a:r>
            <a:r>
              <a:rPr sz="1300" b="1" err="1">
                <a:solidFill>
                  <a:srgbClr val="6B7080"/>
                </a:solidFill>
                <a:latin typeface="Century Gothic"/>
                <a:ea typeface="Century Gothic"/>
                <a:cs typeface="Century Gothic"/>
              </a:rPr>
              <a:t>minería</a:t>
            </a:r>
            <a:r>
              <a:rPr sz="1300" b="1">
                <a:solidFill>
                  <a:srgbClr val="6B7080"/>
                </a:solidFill>
                <a:latin typeface="Century Gothic"/>
                <a:ea typeface="Century Gothic"/>
                <a:cs typeface="Century Gothic"/>
              </a:rPr>
              <a:t> de </a:t>
            </a:r>
            <a:r>
              <a:rPr sz="1300" b="1" err="1">
                <a:solidFill>
                  <a:srgbClr val="6B7080"/>
                </a:solidFill>
                <a:latin typeface="Century Gothic"/>
                <a:ea typeface="Century Gothic"/>
                <a:cs typeface="Century Gothic"/>
              </a:rPr>
              <a:t>procesos</a:t>
            </a:r>
            <a:endParaRPr sz="1300" b="1">
              <a:solidFill>
                <a:srgbClr val="6B7080"/>
              </a:solidFill>
              <a:latin typeface="Century Gothic"/>
              <a:ea typeface="Century Gothic"/>
              <a:cs typeface="Century Gothic"/>
            </a:endParaRPr>
          </a:p>
        </p:txBody>
      </p:sp>
      <p:sp>
        <p:nvSpPr>
          <p:cNvPr id="67" name="Rounded Rectangle 7">
            <a:extLst>
              <a:ext uri="{FF2B5EF4-FFF2-40B4-BE49-F238E27FC236}">
                <a16:creationId xmlns:a16="http://schemas.microsoft.com/office/drawing/2014/main" id="{F7AF73F6-6921-4C7B-E08D-DD3C05AABC20}"/>
              </a:ext>
            </a:extLst>
          </p:cNvPr>
          <p:cNvSpPr/>
          <p:nvPr/>
        </p:nvSpPr>
        <p:spPr>
          <a:xfrm>
            <a:off x="3355848" y="1965960"/>
            <a:ext cx="2697480" cy="2514600"/>
          </a:xfrm>
          <a:prstGeom prst="roundRect">
            <a:avLst>
              <a:gd name="adj" fmla="val 7000"/>
            </a:avLst>
          </a:prstGeom>
          <a:solidFill>
            <a:srgbClr val="0080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9">
            <a:extLst>
              <a:ext uri="{FF2B5EF4-FFF2-40B4-BE49-F238E27FC236}">
                <a16:creationId xmlns:a16="http://schemas.microsoft.com/office/drawing/2014/main" id="{521A1F91-E0CC-DDC9-303B-05B5C440EC2B}"/>
              </a:ext>
            </a:extLst>
          </p:cNvPr>
          <p:cNvSpPr txBox="1"/>
          <p:nvPr/>
        </p:nvSpPr>
        <p:spPr>
          <a:xfrm>
            <a:off x="3355848" y="3172968"/>
            <a:ext cx="2697480" cy="2308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chemeClr val="bg1"/>
                </a:solidFill>
                <a:latin typeface="Century Gothic"/>
                <a:ea typeface="Century Gothic"/>
                <a:cs typeface="Century Gothic"/>
              </a:rPr>
              <a:t>2</a:t>
            </a:r>
          </a:p>
        </p:txBody>
      </p:sp>
      <p:sp>
        <p:nvSpPr>
          <p:cNvPr id="73" name="TextBox 10">
            <a:extLst>
              <a:ext uri="{FF2B5EF4-FFF2-40B4-BE49-F238E27FC236}">
                <a16:creationId xmlns:a16="http://schemas.microsoft.com/office/drawing/2014/main" id="{D76898F9-6DA5-36B1-FCCE-D0966668D0A0}"/>
              </a:ext>
            </a:extLst>
          </p:cNvPr>
          <p:cNvSpPr txBox="1"/>
          <p:nvPr/>
        </p:nvSpPr>
        <p:spPr>
          <a:xfrm>
            <a:off x="3538728" y="3593591"/>
            <a:ext cx="2331720" cy="40011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err="1">
                <a:solidFill>
                  <a:schemeClr val="bg1"/>
                </a:solidFill>
                <a:latin typeface="Century Gothic"/>
                <a:ea typeface="Century Gothic"/>
                <a:cs typeface="Century Gothic"/>
              </a:rPr>
              <a:t>Conexión</a:t>
            </a:r>
            <a:endParaRPr sz="1300" b="1">
              <a:solidFill>
                <a:schemeClr val="bg1"/>
              </a:solidFill>
              <a:latin typeface="Century Gothic"/>
              <a:ea typeface="Century Gothic"/>
              <a:cs typeface="Century Gothic"/>
            </a:endParaRPr>
          </a:p>
          <a:p>
            <a:pPr algn="ctr">
              <a:spcAft>
                <a:spcPts val="0"/>
              </a:spcAft>
            </a:pPr>
            <a:r>
              <a:rPr sz="1300" b="1">
                <a:solidFill>
                  <a:schemeClr val="bg1"/>
                </a:solidFill>
                <a:latin typeface="Century Gothic"/>
                <a:ea typeface="Century Gothic"/>
                <a:cs typeface="Century Gothic"/>
              </a:rPr>
              <a:t>al </a:t>
            </a:r>
            <a:r>
              <a:rPr sz="1300" b="1" err="1">
                <a:solidFill>
                  <a:schemeClr val="bg1"/>
                </a:solidFill>
                <a:latin typeface="Century Gothic"/>
                <a:ea typeface="Century Gothic"/>
                <a:cs typeface="Century Gothic"/>
              </a:rPr>
              <a:t>entorno</a:t>
            </a:r>
            <a:endParaRPr sz="1300" b="1">
              <a:solidFill>
                <a:schemeClr val="bg1"/>
              </a:solidFill>
              <a:latin typeface="Century Gothic"/>
              <a:ea typeface="Century Gothic"/>
              <a:cs typeface="Century Gothic"/>
            </a:endParaRPr>
          </a:p>
        </p:txBody>
      </p:sp>
      <p:sp>
        <p:nvSpPr>
          <p:cNvPr id="75" name="Rounded Rectangle 11">
            <a:extLst>
              <a:ext uri="{FF2B5EF4-FFF2-40B4-BE49-F238E27FC236}">
                <a16:creationId xmlns:a16="http://schemas.microsoft.com/office/drawing/2014/main" id="{F6569908-0EBD-659C-F45A-415A03680339}"/>
              </a:ext>
            </a:extLst>
          </p:cNvPr>
          <p:cNvSpPr/>
          <p:nvPr/>
        </p:nvSpPr>
        <p:spPr>
          <a:xfrm>
            <a:off x="6300216" y="1965960"/>
            <a:ext cx="2697480" cy="2514600"/>
          </a:xfrm>
          <a:prstGeom prst="roundRect">
            <a:avLst>
              <a:gd name="adj" fmla="val 7000"/>
            </a:avLst>
          </a:prstGeom>
          <a:solidFill>
            <a:srgbClr val="F0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7" name="Picture 12" descr="03_navegacion_azul.png">
            <a:extLst>
              <a:ext uri="{FF2B5EF4-FFF2-40B4-BE49-F238E27FC236}">
                <a16:creationId xmlns:a16="http://schemas.microsoft.com/office/drawing/2014/main" id="{A198E7F5-DF32-82F7-6715-3F931715A7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74052" y="2313432"/>
            <a:ext cx="768096" cy="768096"/>
          </a:xfrm>
          <a:prstGeom prst="rect">
            <a:avLst/>
          </a:prstGeom>
        </p:spPr>
      </p:pic>
      <p:sp>
        <p:nvSpPr>
          <p:cNvPr id="79" name="TextBox 13">
            <a:extLst>
              <a:ext uri="{FF2B5EF4-FFF2-40B4-BE49-F238E27FC236}">
                <a16:creationId xmlns:a16="http://schemas.microsoft.com/office/drawing/2014/main" id="{475F3EB0-511C-C34E-22D0-864AD3DB4BAD}"/>
              </a:ext>
            </a:extLst>
          </p:cNvPr>
          <p:cNvSpPr txBox="1"/>
          <p:nvPr/>
        </p:nvSpPr>
        <p:spPr>
          <a:xfrm>
            <a:off x="6300216" y="3172968"/>
            <a:ext cx="2697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C8CDD6"/>
                </a:solidFill>
                <a:latin typeface="Century Gothic"/>
                <a:ea typeface="Century Gothic"/>
                <a:cs typeface="Century Gothic"/>
              </a:rPr>
              <a:t>3</a:t>
            </a:r>
          </a:p>
        </p:txBody>
      </p:sp>
      <p:sp>
        <p:nvSpPr>
          <p:cNvPr id="81" name="TextBox 14">
            <a:extLst>
              <a:ext uri="{FF2B5EF4-FFF2-40B4-BE49-F238E27FC236}">
                <a16:creationId xmlns:a16="http://schemas.microsoft.com/office/drawing/2014/main" id="{DCCC4FB0-3F3C-2991-A867-98D6C1BE5C4F}"/>
              </a:ext>
            </a:extLst>
          </p:cNvPr>
          <p:cNvSpPr txBox="1"/>
          <p:nvPr/>
        </p:nvSpPr>
        <p:spPr>
          <a:xfrm>
            <a:off x="6483096" y="3593591"/>
            <a:ext cx="23317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6B7080"/>
                </a:solidFill>
                <a:latin typeface="Century Gothic"/>
                <a:ea typeface="Century Gothic"/>
                <a:cs typeface="Century Gothic"/>
              </a:rPr>
              <a:t>Navegación</a:t>
            </a:r>
          </a:p>
          <a:p>
            <a:pPr algn="ctr">
              <a:spcAft>
                <a:spcPts val="0"/>
              </a:spcAft>
            </a:pPr>
            <a:r>
              <a:rPr sz="1300" b="1">
                <a:solidFill>
                  <a:srgbClr val="6B7080"/>
                </a:solidFill>
                <a:latin typeface="Century Gothic"/>
                <a:ea typeface="Century Gothic"/>
                <a:cs typeface="Century Gothic"/>
              </a:rPr>
              <a:t>cuadros de mando</a:t>
            </a:r>
          </a:p>
        </p:txBody>
      </p:sp>
      <p:sp>
        <p:nvSpPr>
          <p:cNvPr id="83" name="Rounded Rectangle 15">
            <a:extLst>
              <a:ext uri="{FF2B5EF4-FFF2-40B4-BE49-F238E27FC236}">
                <a16:creationId xmlns:a16="http://schemas.microsoft.com/office/drawing/2014/main" id="{966D0473-303E-E919-4C33-588E3D7749CC}"/>
              </a:ext>
            </a:extLst>
          </p:cNvPr>
          <p:cNvSpPr/>
          <p:nvPr/>
        </p:nvSpPr>
        <p:spPr>
          <a:xfrm>
            <a:off x="9244584" y="1965960"/>
            <a:ext cx="2697480" cy="2514600"/>
          </a:xfrm>
          <a:prstGeom prst="roundRect">
            <a:avLst>
              <a:gd name="adj" fmla="val 7000"/>
            </a:avLst>
          </a:prstGeom>
          <a:solidFill>
            <a:srgbClr val="F0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5" name="Picture 16" descr="04_filtros_azul.png">
            <a:extLst>
              <a:ext uri="{FF2B5EF4-FFF2-40B4-BE49-F238E27FC236}">
                <a16:creationId xmlns:a16="http://schemas.microsoft.com/office/drawing/2014/main" id="{9006F479-F226-C474-0704-5289B25834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09276" y="2313432"/>
            <a:ext cx="768096" cy="768096"/>
          </a:xfrm>
          <a:prstGeom prst="rect">
            <a:avLst/>
          </a:prstGeom>
        </p:spPr>
      </p:pic>
      <p:sp>
        <p:nvSpPr>
          <p:cNvPr id="87" name="TextBox 17">
            <a:extLst>
              <a:ext uri="{FF2B5EF4-FFF2-40B4-BE49-F238E27FC236}">
                <a16:creationId xmlns:a16="http://schemas.microsoft.com/office/drawing/2014/main" id="{A4370573-EDE3-0B0B-0323-437CA0CBB6CA}"/>
              </a:ext>
            </a:extLst>
          </p:cNvPr>
          <p:cNvSpPr txBox="1"/>
          <p:nvPr/>
        </p:nvSpPr>
        <p:spPr>
          <a:xfrm>
            <a:off x="9244584" y="3172968"/>
            <a:ext cx="2697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C8CDD6"/>
                </a:solidFill>
                <a:latin typeface="Century Gothic"/>
                <a:ea typeface="Century Gothic"/>
                <a:cs typeface="Century Gothic"/>
              </a:rPr>
              <a:t>4</a:t>
            </a:r>
          </a:p>
        </p:txBody>
      </p:sp>
      <p:sp>
        <p:nvSpPr>
          <p:cNvPr id="89" name="TextBox 18">
            <a:extLst>
              <a:ext uri="{FF2B5EF4-FFF2-40B4-BE49-F238E27FC236}">
                <a16:creationId xmlns:a16="http://schemas.microsoft.com/office/drawing/2014/main" id="{F4DB1FBF-64BE-AA18-AFA8-5C244830EE2A}"/>
              </a:ext>
            </a:extLst>
          </p:cNvPr>
          <p:cNvSpPr txBox="1"/>
          <p:nvPr/>
        </p:nvSpPr>
        <p:spPr>
          <a:xfrm>
            <a:off x="9427463" y="3593591"/>
            <a:ext cx="23317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6B7080"/>
                </a:solidFill>
                <a:latin typeface="Century Gothic"/>
                <a:ea typeface="Century Gothic"/>
                <a:cs typeface="Century Gothic"/>
              </a:rPr>
              <a:t>Filtros</a:t>
            </a:r>
          </a:p>
        </p:txBody>
      </p:sp>
      <p:pic>
        <p:nvPicPr>
          <p:cNvPr id="91" name="Picture 9" descr="02_conexion_blanco.png">
            <a:extLst>
              <a:ext uri="{FF2B5EF4-FFF2-40B4-BE49-F238E27FC236}">
                <a16:creationId xmlns:a16="http://schemas.microsoft.com/office/drawing/2014/main" id="{DDC0CF15-05B5-DDEC-99A1-E3D3B66A2D3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20540" y="2313432"/>
            <a:ext cx="786384" cy="786384"/>
          </a:xfrm>
          <a:prstGeom prst="rect">
            <a:avLst/>
          </a:prstGeom>
        </p:spPr>
      </p:pic>
      <p:pic>
        <p:nvPicPr>
          <p:cNvPr id="95" name="Picture 7" descr="01_conceptos_azul.png">
            <a:extLst>
              <a:ext uri="{FF2B5EF4-FFF2-40B4-BE49-F238E27FC236}">
                <a16:creationId xmlns:a16="http://schemas.microsoft.com/office/drawing/2014/main" id="{95522221-D0B0-13F6-317B-C5029CAC0C7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67028" y="2313432"/>
            <a:ext cx="786384" cy="7863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103193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>
                <a:latin typeface="Century Gothic" panose="020B0502020202020204" pitchFamily="34" charset="0"/>
              </a:rPr>
              <a:t>Conexión</a:t>
            </a:r>
            <a:r>
              <a:rPr>
                <a:latin typeface="Century Gothic" panose="020B0502020202020204" pitchFamily="34" charset="0"/>
              </a:rPr>
              <a:t> al </a:t>
            </a:r>
            <a:r>
              <a:rPr err="1">
                <a:latin typeface="Century Gothic" panose="020B0502020202020204" pitchFamily="34" charset="0"/>
              </a:rPr>
              <a:t>entorno</a:t>
            </a:r>
            <a:endParaRPr>
              <a:latin typeface="Century Gothic" panose="020B0502020202020204" pitchFamily="34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411480" y="6446520"/>
            <a:ext cx="1005403" cy="2154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B7080"/>
                </a:solidFill>
                <a:latin typeface="Century Gothic" panose="020B0502020202020204" pitchFamily="34" charset="0"/>
              </a:rPr>
              <a:t>© 2026 NTT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98884" y="6446520"/>
            <a:ext cx="296876" cy="2154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>
                <a:solidFill>
                  <a:srgbClr val="6B7080"/>
                </a:solidFill>
                <a:latin typeface="Century Gothic" panose="020B0502020202020204" pitchFamily="34" charset="0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5999" y="832373"/>
            <a:ext cx="5742432" cy="11726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1" err="1">
                <a:solidFill>
                  <a:srgbClr val="0080B1"/>
                </a:solidFill>
                <a:latin typeface="Century Gothic" panose="020B0502020202020204" pitchFamily="34" charset="0"/>
              </a:rPr>
              <a:t>Dirección</a:t>
            </a:r>
            <a:r>
              <a:rPr sz="1200" b="1">
                <a:solidFill>
                  <a:srgbClr val="0080B1"/>
                </a:solidFill>
                <a:latin typeface="Century Gothic" panose="020B0502020202020204" pitchFamily="34" charset="0"/>
              </a:rPr>
              <a:t> del </a:t>
            </a:r>
            <a:r>
              <a:rPr sz="1200" b="1" err="1">
                <a:solidFill>
                  <a:srgbClr val="0080B1"/>
                </a:solidFill>
                <a:latin typeface="Century Gothic" panose="020B0502020202020204" pitchFamily="34" charset="0"/>
              </a:rPr>
              <a:t>entorno</a:t>
            </a:r>
            <a:r>
              <a:rPr lang="es-ES" sz="1200" b="1">
                <a:solidFill>
                  <a:srgbClr val="0080B1"/>
                </a:solidFill>
                <a:latin typeface="Century Gothic" panose="020B0502020202020204" pitchFamily="34" charset="0"/>
              </a:rPr>
              <a:t>:</a:t>
            </a:r>
            <a:endParaRPr sz="1200" b="1">
              <a:solidFill>
                <a:srgbClr val="0080B1"/>
              </a:solidFill>
              <a:latin typeface="Century Gothic" panose="020B0502020202020204" pitchFamily="34" charset="0"/>
            </a:endParaRPr>
          </a:p>
          <a:p>
            <a:pPr lvl="0">
              <a:lnSpc>
                <a:spcPct val="85000"/>
              </a:lnSpc>
            </a:pPr>
            <a:r>
              <a:rPr lang="es-ES" sz="1600">
                <a:latin typeface="Century Gothic" panose="020B0502020202020204" pitchFamily="34" charset="0"/>
                <a:ea typeface="Poppins"/>
                <a:cs typeface="Poppins"/>
                <a:sym typeface="Poppins"/>
                <a:hlinkClick r:id="rId2"/>
              </a:rPr>
              <a:t>https://madrid-digital.eu-1.celonis.cloud/</a:t>
            </a:r>
            <a:endParaRPr lang="es-ES" sz="1600">
              <a:latin typeface="Century Gothic" panose="020B0502020202020204" pitchFamily="34" charset="0"/>
              <a:ea typeface="Poppins"/>
              <a:cs typeface="Poppins"/>
              <a:sym typeface="Poppins"/>
            </a:endParaRPr>
          </a:p>
          <a:p>
            <a:pPr lvl="0">
              <a:lnSpc>
                <a:spcPct val="85000"/>
              </a:lnSpc>
            </a:pPr>
            <a:endParaRPr lang="es-ES" sz="1600">
              <a:latin typeface="Century Gothic" panose="020B0502020202020204" pitchFamily="34" charset="0"/>
              <a:ea typeface="Poppins"/>
              <a:cs typeface="Poppins"/>
              <a:sym typeface="Poppins"/>
            </a:endParaRPr>
          </a:p>
          <a:p>
            <a:pPr>
              <a:spcAft>
                <a:spcPts val="0"/>
              </a:spcAft>
            </a:pPr>
            <a:r>
              <a:rPr sz="1300">
                <a:latin typeface="Century Gothic" panose="020B0502020202020204" pitchFamily="34" charset="0"/>
              </a:rPr>
              <a:t>El </a:t>
            </a:r>
            <a:r>
              <a:rPr sz="1300" err="1">
                <a:latin typeface="Century Gothic" panose="020B0502020202020204" pitchFamily="34" charset="0"/>
              </a:rPr>
              <a:t>acceso</a:t>
            </a:r>
            <a:r>
              <a:rPr sz="1300">
                <a:latin typeface="Century Gothic" panose="020B0502020202020204" pitchFamily="34" charset="0"/>
              </a:rPr>
              <a:t> habitual se </a:t>
            </a:r>
            <a:r>
              <a:rPr sz="1300" err="1">
                <a:latin typeface="Century Gothic" panose="020B0502020202020204" pitchFamily="34" charset="0"/>
              </a:rPr>
              <a:t>realiza</a:t>
            </a:r>
            <a:r>
              <a:rPr sz="1300">
                <a:latin typeface="Century Gothic" panose="020B0502020202020204" pitchFamily="34" charset="0"/>
              </a:rPr>
              <a:t> con las </a:t>
            </a:r>
            <a:r>
              <a:rPr sz="1300" err="1">
                <a:latin typeface="Century Gothic" panose="020B0502020202020204" pitchFamily="34" charset="0"/>
              </a:rPr>
              <a:t>credenciales</a:t>
            </a:r>
            <a:r>
              <a:rPr sz="1300">
                <a:latin typeface="Century Gothic" panose="020B0502020202020204" pitchFamily="34" charset="0"/>
              </a:rPr>
              <a:t> </a:t>
            </a:r>
            <a:r>
              <a:rPr sz="1300" err="1">
                <a:latin typeface="Century Gothic" panose="020B0502020202020204" pitchFamily="34" charset="0"/>
              </a:rPr>
              <a:t>corporativas</a:t>
            </a:r>
            <a:r>
              <a:rPr sz="1300">
                <a:latin typeface="Century Gothic" panose="020B0502020202020204" pitchFamily="34" charset="0"/>
              </a:rPr>
              <a:t> de Directorio </a:t>
            </a:r>
            <a:r>
              <a:rPr sz="1300" err="1">
                <a:latin typeface="Century Gothic" panose="020B0502020202020204" pitchFamily="34" charset="0"/>
              </a:rPr>
              <a:t>Activo</a:t>
            </a:r>
            <a:r>
              <a:rPr sz="1300">
                <a:latin typeface="Century Gothic" panose="020B0502020202020204" pitchFamily="34" charset="0"/>
              </a:rPr>
              <a:t>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95999" y="2140772"/>
            <a:ext cx="5742432" cy="2148840"/>
          </a:xfrm>
          <a:prstGeom prst="roundRect">
            <a:avLst>
              <a:gd name="adj" fmla="val 5000"/>
            </a:avLst>
          </a:prstGeom>
          <a:solidFill>
            <a:srgbClr val="F2F5FA"/>
          </a:solidFill>
          <a:ln>
            <a:solidFill>
              <a:srgbClr val="467F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6032" tIns="219456" rIns="256032" rtlCol="0" anchor="ctr"/>
          <a:lstStyle/>
          <a:p>
            <a:pPr algn="ctr">
              <a:spcAft>
                <a:spcPts val="1000"/>
              </a:spcAft>
            </a:pPr>
            <a:r>
              <a:rPr sz="1400" b="1" err="1">
                <a:solidFill>
                  <a:srgbClr val="070F26"/>
                </a:solidFill>
                <a:latin typeface="Century Gothic" panose="020B0502020202020204" pitchFamily="34" charset="0"/>
              </a:rPr>
              <a:t>Usuarios</a:t>
            </a:r>
            <a:r>
              <a:rPr sz="1400" b="1">
                <a:solidFill>
                  <a:srgbClr val="070F26"/>
                </a:solidFill>
                <a:latin typeface="Century Gothic" panose="020B0502020202020204" pitchFamily="34" charset="0"/>
              </a:rPr>
              <a:t> sin </a:t>
            </a:r>
            <a:r>
              <a:rPr sz="1400" b="1" err="1">
                <a:solidFill>
                  <a:srgbClr val="070F26"/>
                </a:solidFill>
                <a:latin typeface="Century Gothic" panose="020B0502020202020204" pitchFamily="34" charset="0"/>
              </a:rPr>
              <a:t>alta</a:t>
            </a:r>
            <a:r>
              <a:rPr sz="1400" b="1">
                <a:solidFill>
                  <a:srgbClr val="070F26"/>
                </a:solidFill>
                <a:latin typeface="Century Gothic" panose="020B0502020202020204" pitchFamily="34" charset="0"/>
              </a:rPr>
              <a:t> </a:t>
            </a:r>
            <a:r>
              <a:rPr sz="1400" b="1" err="1">
                <a:solidFill>
                  <a:srgbClr val="070F26"/>
                </a:solidFill>
                <a:latin typeface="Century Gothic" panose="020B0502020202020204" pitchFamily="34" charset="0"/>
              </a:rPr>
              <a:t>en</a:t>
            </a:r>
            <a:r>
              <a:rPr sz="1400" b="1">
                <a:solidFill>
                  <a:srgbClr val="070F26"/>
                </a:solidFill>
                <a:latin typeface="Century Gothic" panose="020B0502020202020204" pitchFamily="34" charset="0"/>
              </a:rPr>
              <a:t> Directorio </a:t>
            </a:r>
            <a:r>
              <a:rPr sz="1400" b="1" err="1">
                <a:solidFill>
                  <a:srgbClr val="070F26"/>
                </a:solidFill>
                <a:latin typeface="Century Gothic" panose="020B0502020202020204" pitchFamily="34" charset="0"/>
              </a:rPr>
              <a:t>Activo</a:t>
            </a:r>
            <a:endParaRPr sz="1400" b="1">
              <a:solidFill>
                <a:srgbClr val="070F26"/>
              </a:solidFill>
              <a:latin typeface="Century Gothic" panose="020B0502020202020204" pitchFamily="34" charset="0"/>
            </a:endParaRPr>
          </a:p>
          <a:p>
            <a:pPr>
              <a:spcAft>
                <a:spcPts val="1000"/>
              </a:spcAft>
            </a:pPr>
            <a:r>
              <a:rPr sz="1200" err="1">
                <a:solidFill>
                  <a:schemeClr val="tx1"/>
                </a:solidFill>
                <a:latin typeface="Century Gothic" panose="020B0502020202020204" pitchFamily="34" charset="0"/>
              </a:rPr>
              <a:t>Acceso</a:t>
            </a:r>
            <a:r>
              <a:rPr sz="1200">
                <a:solidFill>
                  <a:schemeClr val="tx1"/>
                </a:solidFill>
                <a:latin typeface="Century Gothic" panose="020B0502020202020204" pitchFamily="34" charset="0"/>
              </a:rPr>
              <a:t> alternativo </a:t>
            </a:r>
            <a:r>
              <a:rPr sz="1200" err="1">
                <a:solidFill>
                  <a:schemeClr val="tx1"/>
                </a:solidFill>
                <a:latin typeface="Century Gothic" panose="020B0502020202020204" pitchFamily="34" charset="0"/>
              </a:rPr>
              <a:t>mediante</a:t>
            </a:r>
            <a:r>
              <a:rPr sz="1200">
                <a:solidFill>
                  <a:schemeClr val="tx1"/>
                </a:solidFill>
                <a:latin typeface="Century Gothic" panose="020B0502020202020204" pitchFamily="34" charset="0"/>
              </a:rPr>
              <a:t> el </a:t>
            </a:r>
            <a:r>
              <a:rPr sz="1200" err="1">
                <a:solidFill>
                  <a:schemeClr val="tx1"/>
                </a:solidFill>
                <a:latin typeface="Century Gothic" panose="020B0502020202020204" pitchFamily="34" charset="0"/>
              </a:rPr>
              <a:t>formulario</a:t>
            </a:r>
            <a:r>
              <a:rPr sz="1200">
                <a:solidFill>
                  <a:schemeClr val="tx1"/>
                </a:solidFill>
                <a:latin typeface="Century Gothic" panose="020B0502020202020204" pitchFamily="34" charset="0"/>
              </a:rPr>
              <a:t> de login </a:t>
            </a:r>
            <a:r>
              <a:rPr sz="1200" err="1">
                <a:solidFill>
                  <a:schemeClr val="tx1"/>
                </a:solidFill>
                <a:latin typeface="Century Gothic" panose="020B0502020202020204" pitchFamily="34" charset="0"/>
              </a:rPr>
              <a:t>directo</a:t>
            </a:r>
            <a:r>
              <a:rPr sz="1200">
                <a:solidFill>
                  <a:schemeClr val="tx1"/>
                </a:solidFill>
                <a:latin typeface="Century Gothic" panose="020B0502020202020204" pitchFamily="34" charset="0"/>
              </a:rPr>
              <a:t> del </a:t>
            </a:r>
            <a:r>
              <a:rPr sz="1200" err="1">
                <a:solidFill>
                  <a:schemeClr val="tx1"/>
                </a:solidFill>
                <a:latin typeface="Century Gothic" panose="020B0502020202020204" pitchFamily="34" charset="0"/>
              </a:rPr>
              <a:t>entorno</a:t>
            </a:r>
            <a:r>
              <a:rPr sz="1200">
                <a:solidFill>
                  <a:schemeClr val="tx1"/>
                </a:solidFill>
                <a:latin typeface="Century Gothic" panose="020B0502020202020204" pitchFamily="34" charset="0"/>
              </a:rPr>
              <a:t>.</a:t>
            </a:r>
          </a:p>
          <a:p>
            <a:pPr>
              <a:spcAft>
                <a:spcPts val="0"/>
              </a:spcAft>
            </a:pPr>
            <a:r>
              <a:rPr sz="1200">
                <a:solidFill>
                  <a:srgbClr val="6B7080"/>
                </a:solidFill>
                <a:latin typeface="Century Gothic" panose="020B0502020202020204" pitchFamily="34" charset="0"/>
              </a:rPr>
              <a:t>Las </a:t>
            </a:r>
            <a:r>
              <a:rPr sz="1200" err="1">
                <a:solidFill>
                  <a:srgbClr val="6B7080"/>
                </a:solidFill>
                <a:latin typeface="Century Gothic" panose="020B0502020202020204" pitchFamily="34" charset="0"/>
              </a:rPr>
              <a:t>credenciales</a:t>
            </a:r>
            <a:r>
              <a:rPr sz="1200">
                <a:solidFill>
                  <a:srgbClr val="6B7080"/>
                </a:solidFill>
                <a:latin typeface="Century Gothic" panose="020B0502020202020204" pitchFamily="34" charset="0"/>
              </a:rPr>
              <a:t> de la </a:t>
            </a:r>
            <a:r>
              <a:rPr sz="1200" err="1">
                <a:solidFill>
                  <a:srgbClr val="6B7080"/>
                </a:solidFill>
                <a:latin typeface="Century Gothic" panose="020B0502020202020204" pitchFamily="34" charset="0"/>
              </a:rPr>
              <a:t>sesión</a:t>
            </a:r>
            <a:r>
              <a:rPr sz="1200">
                <a:solidFill>
                  <a:srgbClr val="6B7080"/>
                </a:solidFill>
                <a:latin typeface="Century Gothic" panose="020B0502020202020204" pitchFamily="34" charset="0"/>
              </a:rPr>
              <a:t> de </a:t>
            </a:r>
            <a:r>
              <a:rPr sz="1200" err="1">
                <a:solidFill>
                  <a:srgbClr val="6B7080"/>
                </a:solidFill>
                <a:latin typeface="Century Gothic" panose="020B0502020202020204" pitchFamily="34" charset="0"/>
              </a:rPr>
              <a:t>formación</a:t>
            </a:r>
            <a:r>
              <a:rPr sz="1200">
                <a:solidFill>
                  <a:srgbClr val="6B7080"/>
                </a:solidFill>
                <a:latin typeface="Century Gothic" panose="020B0502020202020204" pitchFamily="34" charset="0"/>
              </a:rPr>
              <a:t> se </a:t>
            </a:r>
            <a:r>
              <a:rPr sz="1200" err="1">
                <a:solidFill>
                  <a:srgbClr val="6B7080"/>
                </a:solidFill>
                <a:latin typeface="Century Gothic" panose="020B0502020202020204" pitchFamily="34" charset="0"/>
              </a:rPr>
              <a:t>facilitarán</a:t>
            </a:r>
            <a:r>
              <a:rPr sz="1200">
                <a:solidFill>
                  <a:srgbClr val="6B7080"/>
                </a:solidFill>
                <a:latin typeface="Century Gothic" panose="020B0502020202020204" pitchFamily="34" charset="0"/>
              </a:rPr>
              <a:t> al </a:t>
            </a:r>
            <a:r>
              <a:rPr sz="1200" err="1">
                <a:solidFill>
                  <a:srgbClr val="6B7080"/>
                </a:solidFill>
                <a:latin typeface="Century Gothic" panose="020B0502020202020204" pitchFamily="34" charset="0"/>
              </a:rPr>
              <a:t>inicio</a:t>
            </a:r>
            <a:r>
              <a:rPr sz="1200">
                <a:solidFill>
                  <a:srgbClr val="6B7080"/>
                </a:solidFill>
                <a:latin typeface="Century Gothic" panose="020B0502020202020204" pitchFamily="34" charset="0"/>
              </a:rPr>
              <a:t> de la </a:t>
            </a:r>
            <a:r>
              <a:rPr sz="1200" err="1">
                <a:solidFill>
                  <a:srgbClr val="6B7080"/>
                </a:solidFill>
                <a:latin typeface="Century Gothic" panose="020B0502020202020204" pitchFamily="34" charset="0"/>
              </a:rPr>
              <a:t>sesión</a:t>
            </a:r>
            <a:r>
              <a:rPr sz="1200">
                <a:solidFill>
                  <a:srgbClr val="6B7080"/>
                </a:solidFill>
                <a:latin typeface="Century Gothic" panose="020B0502020202020204" pitchFamily="34" charset="0"/>
              </a:rPr>
              <a:t>.</a:t>
            </a:r>
          </a:p>
        </p:txBody>
      </p:sp>
      <p:pic>
        <p:nvPicPr>
          <p:cNvPr id="11" name="Imagen 10">
            <a:extLst>
              <a:ext uri="{FF2B5EF4-FFF2-40B4-BE49-F238E27FC236}">
                <a16:creationId xmlns:a16="http://schemas.microsoft.com/office/drawing/2014/main" id="{17D0A7B5-1BCC-56FA-E249-EDE7D83117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36509" y="970387"/>
            <a:ext cx="2999070" cy="49172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055375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4DEA62-4FF5-7714-E4F6-C7B7CACCAB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E6E514-F116-6E31-68E4-D076C5EA07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err="1">
                <a:latin typeface="Century Gothic" panose="020B0502020202020204" pitchFamily="34" charset="0"/>
              </a:rPr>
              <a:t>Qué</a:t>
            </a:r>
            <a:r>
              <a:rPr>
                <a:latin typeface="Century Gothic" panose="020B0502020202020204" pitchFamily="34" charset="0"/>
              </a:rPr>
              <a:t> </a:t>
            </a:r>
            <a:r>
              <a:rPr err="1">
                <a:latin typeface="Century Gothic" panose="020B0502020202020204" pitchFamily="34" charset="0"/>
              </a:rPr>
              <a:t>veremos</a:t>
            </a:r>
            <a:r>
              <a:rPr>
                <a:latin typeface="Century Gothic" panose="020B0502020202020204" pitchFamily="34" charset="0"/>
              </a:rPr>
              <a:t> </a:t>
            </a:r>
            <a:r>
              <a:rPr err="1">
                <a:latin typeface="Century Gothic" panose="020B0502020202020204" pitchFamily="34" charset="0"/>
              </a:rPr>
              <a:t>en</a:t>
            </a:r>
            <a:r>
              <a:rPr>
                <a:latin typeface="Century Gothic" panose="020B0502020202020204" pitchFamily="34" charset="0"/>
              </a:rPr>
              <a:t> </a:t>
            </a:r>
            <a:r>
              <a:rPr err="1">
                <a:latin typeface="Century Gothic" panose="020B0502020202020204" pitchFamily="34" charset="0"/>
              </a:rPr>
              <a:t>este</a:t>
            </a:r>
            <a:r>
              <a:rPr>
                <a:latin typeface="Century Gothic" panose="020B0502020202020204" pitchFamily="34" charset="0"/>
              </a:rPr>
              <a:t> </a:t>
            </a:r>
            <a:r>
              <a:rPr err="1">
                <a:latin typeface="Century Gothic" panose="020B0502020202020204" pitchFamily="34" charset="0"/>
              </a:rPr>
              <a:t>bloque</a:t>
            </a:r>
            <a:endParaRPr>
              <a:latin typeface="Century Gothic" panose="020B0502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3B1076B-6EE6-65D6-C33C-9A0B77F78F01}"/>
              </a:ext>
            </a:extLst>
          </p:cNvPr>
          <p:cNvSpPr txBox="1"/>
          <p:nvPr/>
        </p:nvSpPr>
        <p:spPr>
          <a:xfrm>
            <a:off x="411480" y="6446520"/>
            <a:ext cx="1005403" cy="2154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B7080"/>
                </a:solidFill>
                <a:latin typeface="Century Gothic" panose="020B0502020202020204" pitchFamily="34" charset="0"/>
              </a:rPr>
              <a:t>© 2026 NTT DATA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596A4BF-A8E0-13DA-9E2D-2B5939BADDFB}"/>
              </a:ext>
            </a:extLst>
          </p:cNvPr>
          <p:cNvSpPr txBox="1"/>
          <p:nvPr/>
        </p:nvSpPr>
        <p:spPr>
          <a:xfrm>
            <a:off x="11554988" y="6446520"/>
            <a:ext cx="240772" cy="2154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>
                <a:solidFill>
                  <a:srgbClr val="6B7080"/>
                </a:solidFill>
                <a:latin typeface="Century Gothic" panose="020B0502020202020204" pitchFamily="34" charset="0"/>
              </a:rPr>
              <a:t>12</a:t>
            </a:r>
          </a:p>
        </p:txBody>
      </p:sp>
      <p:sp>
        <p:nvSpPr>
          <p:cNvPr id="122" name="Rounded Rectangle 3">
            <a:extLst>
              <a:ext uri="{FF2B5EF4-FFF2-40B4-BE49-F238E27FC236}">
                <a16:creationId xmlns:a16="http://schemas.microsoft.com/office/drawing/2014/main" id="{983923FB-50A6-5913-1CB7-F3F5BE3F0030}"/>
              </a:ext>
            </a:extLst>
          </p:cNvPr>
          <p:cNvSpPr/>
          <p:nvPr/>
        </p:nvSpPr>
        <p:spPr>
          <a:xfrm>
            <a:off x="411480" y="1965960"/>
            <a:ext cx="2697480" cy="2514600"/>
          </a:xfrm>
          <a:prstGeom prst="roundRect">
            <a:avLst>
              <a:gd name="adj" fmla="val 7000"/>
            </a:avLst>
          </a:prstGeom>
          <a:solidFill>
            <a:srgbClr val="F0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4" name="TextBox 5">
            <a:extLst>
              <a:ext uri="{FF2B5EF4-FFF2-40B4-BE49-F238E27FC236}">
                <a16:creationId xmlns:a16="http://schemas.microsoft.com/office/drawing/2014/main" id="{8C3C1A54-6356-C8E6-721D-16179DDA9654}"/>
              </a:ext>
            </a:extLst>
          </p:cNvPr>
          <p:cNvSpPr txBox="1"/>
          <p:nvPr/>
        </p:nvSpPr>
        <p:spPr>
          <a:xfrm>
            <a:off x="411480" y="3172968"/>
            <a:ext cx="2697480" cy="2308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lang="es-ES" sz="1500" b="1">
                <a:solidFill>
                  <a:srgbClr val="C8CDD6"/>
                </a:solidFill>
                <a:latin typeface="Century Gothic"/>
                <a:ea typeface="Century Gothic"/>
                <a:cs typeface="Century Gothic"/>
              </a:rPr>
              <a:t>1</a:t>
            </a:r>
            <a:endParaRPr sz="1500" b="1">
              <a:solidFill>
                <a:srgbClr val="0080B1"/>
              </a:solidFill>
              <a:latin typeface="Century Gothic"/>
              <a:ea typeface="Century Gothic"/>
              <a:cs typeface="Century Gothic"/>
            </a:endParaRPr>
          </a:p>
        </p:txBody>
      </p:sp>
      <p:sp>
        <p:nvSpPr>
          <p:cNvPr id="126" name="TextBox 6">
            <a:extLst>
              <a:ext uri="{FF2B5EF4-FFF2-40B4-BE49-F238E27FC236}">
                <a16:creationId xmlns:a16="http://schemas.microsoft.com/office/drawing/2014/main" id="{8AF0953E-3F1F-25EB-3D16-064639D779E3}"/>
              </a:ext>
            </a:extLst>
          </p:cNvPr>
          <p:cNvSpPr txBox="1"/>
          <p:nvPr/>
        </p:nvSpPr>
        <p:spPr>
          <a:xfrm>
            <a:off x="594360" y="3593591"/>
            <a:ext cx="2331720" cy="40011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err="1">
                <a:solidFill>
                  <a:srgbClr val="6B7080"/>
                </a:solidFill>
                <a:latin typeface="Century Gothic"/>
                <a:ea typeface="Century Gothic"/>
                <a:cs typeface="Century Gothic"/>
              </a:rPr>
              <a:t>Conceptos</a:t>
            </a:r>
            <a:r>
              <a:rPr sz="1300" b="1">
                <a:solidFill>
                  <a:srgbClr val="6B7080"/>
                </a:solidFill>
                <a:latin typeface="Century Gothic"/>
                <a:ea typeface="Century Gothic"/>
                <a:cs typeface="Century Gothic"/>
              </a:rPr>
              <a:t> </a:t>
            </a:r>
            <a:r>
              <a:rPr sz="1300" b="1" err="1">
                <a:solidFill>
                  <a:srgbClr val="6B7080"/>
                </a:solidFill>
                <a:latin typeface="Century Gothic"/>
                <a:ea typeface="Century Gothic"/>
                <a:cs typeface="Century Gothic"/>
              </a:rPr>
              <a:t>básicos</a:t>
            </a:r>
            <a:endParaRPr sz="1300" b="1">
              <a:solidFill>
                <a:srgbClr val="6B7080"/>
              </a:solidFill>
              <a:latin typeface="Century Gothic"/>
              <a:ea typeface="Century Gothic"/>
              <a:cs typeface="Century Gothic"/>
            </a:endParaRPr>
          </a:p>
          <a:p>
            <a:pPr algn="ctr">
              <a:spcAft>
                <a:spcPts val="0"/>
              </a:spcAft>
            </a:pPr>
            <a:r>
              <a:rPr sz="1300" b="1">
                <a:solidFill>
                  <a:srgbClr val="6B7080"/>
                </a:solidFill>
                <a:latin typeface="Century Gothic"/>
                <a:ea typeface="Century Gothic"/>
                <a:cs typeface="Century Gothic"/>
              </a:rPr>
              <a:t>de </a:t>
            </a:r>
            <a:r>
              <a:rPr sz="1300" b="1" err="1">
                <a:solidFill>
                  <a:srgbClr val="6B7080"/>
                </a:solidFill>
                <a:latin typeface="Century Gothic"/>
                <a:ea typeface="Century Gothic"/>
                <a:cs typeface="Century Gothic"/>
              </a:rPr>
              <a:t>minería</a:t>
            </a:r>
            <a:r>
              <a:rPr sz="1300" b="1">
                <a:solidFill>
                  <a:srgbClr val="6B7080"/>
                </a:solidFill>
                <a:latin typeface="Century Gothic"/>
                <a:ea typeface="Century Gothic"/>
                <a:cs typeface="Century Gothic"/>
              </a:rPr>
              <a:t> de </a:t>
            </a:r>
            <a:r>
              <a:rPr sz="1300" b="1" err="1">
                <a:solidFill>
                  <a:srgbClr val="6B7080"/>
                </a:solidFill>
                <a:latin typeface="Century Gothic"/>
                <a:ea typeface="Century Gothic"/>
                <a:cs typeface="Century Gothic"/>
              </a:rPr>
              <a:t>procesos</a:t>
            </a:r>
            <a:endParaRPr sz="1300" b="1">
              <a:solidFill>
                <a:srgbClr val="6B7080"/>
              </a:solidFill>
              <a:latin typeface="Century Gothic"/>
              <a:ea typeface="Century Gothic"/>
              <a:cs typeface="Century Gothic"/>
            </a:endParaRPr>
          </a:p>
        </p:txBody>
      </p:sp>
      <p:sp>
        <p:nvSpPr>
          <p:cNvPr id="128" name="Rounded Rectangle 7">
            <a:extLst>
              <a:ext uri="{FF2B5EF4-FFF2-40B4-BE49-F238E27FC236}">
                <a16:creationId xmlns:a16="http://schemas.microsoft.com/office/drawing/2014/main" id="{5EFAC773-DB26-3BC8-D7DD-1E85EDA4C9DC}"/>
              </a:ext>
            </a:extLst>
          </p:cNvPr>
          <p:cNvSpPr/>
          <p:nvPr/>
        </p:nvSpPr>
        <p:spPr>
          <a:xfrm>
            <a:off x="3355848" y="1965960"/>
            <a:ext cx="2697480" cy="2514600"/>
          </a:xfrm>
          <a:prstGeom prst="roundRect">
            <a:avLst>
              <a:gd name="adj" fmla="val 7000"/>
            </a:avLst>
          </a:prstGeom>
          <a:solidFill>
            <a:srgbClr val="F0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0" name="TextBox 9">
            <a:extLst>
              <a:ext uri="{FF2B5EF4-FFF2-40B4-BE49-F238E27FC236}">
                <a16:creationId xmlns:a16="http://schemas.microsoft.com/office/drawing/2014/main" id="{55690B79-4A4F-48FB-5627-8C893D42CFBB}"/>
              </a:ext>
            </a:extLst>
          </p:cNvPr>
          <p:cNvSpPr txBox="1"/>
          <p:nvPr/>
        </p:nvSpPr>
        <p:spPr>
          <a:xfrm>
            <a:off x="3355848" y="3172968"/>
            <a:ext cx="2697480" cy="2308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lang="es-ES" sz="1500" b="1">
                <a:solidFill>
                  <a:srgbClr val="C8CDD6"/>
                </a:solidFill>
                <a:latin typeface="Century Gothic"/>
                <a:ea typeface="Century Gothic"/>
                <a:cs typeface="Century Gothic"/>
              </a:rPr>
              <a:t>2</a:t>
            </a:r>
            <a:endParaRPr sz="1500" b="1">
              <a:solidFill>
                <a:srgbClr val="0080B1"/>
              </a:solidFill>
              <a:latin typeface="Century Gothic"/>
              <a:ea typeface="Century Gothic"/>
              <a:cs typeface="Century Gothic"/>
            </a:endParaRPr>
          </a:p>
        </p:txBody>
      </p:sp>
      <p:sp>
        <p:nvSpPr>
          <p:cNvPr id="132" name="TextBox 10">
            <a:extLst>
              <a:ext uri="{FF2B5EF4-FFF2-40B4-BE49-F238E27FC236}">
                <a16:creationId xmlns:a16="http://schemas.microsoft.com/office/drawing/2014/main" id="{7D42A4CF-8359-E46A-855A-3C6B467F5A94}"/>
              </a:ext>
            </a:extLst>
          </p:cNvPr>
          <p:cNvSpPr txBox="1"/>
          <p:nvPr/>
        </p:nvSpPr>
        <p:spPr>
          <a:xfrm>
            <a:off x="3538728" y="3593591"/>
            <a:ext cx="2331720" cy="40011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err="1">
                <a:solidFill>
                  <a:srgbClr val="6B7080"/>
                </a:solidFill>
                <a:latin typeface="Century Gothic"/>
                <a:ea typeface="Century Gothic"/>
                <a:cs typeface="Century Gothic"/>
              </a:rPr>
              <a:t>Conexión</a:t>
            </a:r>
            <a:endParaRPr sz="1300" b="1">
              <a:solidFill>
                <a:srgbClr val="6B7080"/>
              </a:solidFill>
              <a:latin typeface="Century Gothic"/>
              <a:ea typeface="Century Gothic"/>
              <a:cs typeface="Century Gothic"/>
            </a:endParaRPr>
          </a:p>
          <a:p>
            <a:pPr algn="ctr">
              <a:spcAft>
                <a:spcPts val="0"/>
              </a:spcAft>
            </a:pPr>
            <a:r>
              <a:rPr sz="1300" b="1">
                <a:solidFill>
                  <a:srgbClr val="6B7080"/>
                </a:solidFill>
                <a:latin typeface="Century Gothic"/>
                <a:ea typeface="Century Gothic"/>
                <a:cs typeface="Century Gothic"/>
              </a:rPr>
              <a:t>al </a:t>
            </a:r>
            <a:r>
              <a:rPr sz="1300" b="1" err="1">
                <a:solidFill>
                  <a:srgbClr val="6B7080"/>
                </a:solidFill>
                <a:latin typeface="Century Gothic"/>
                <a:ea typeface="Century Gothic"/>
                <a:cs typeface="Century Gothic"/>
              </a:rPr>
              <a:t>entorno</a:t>
            </a:r>
            <a:endParaRPr sz="1300" b="1">
              <a:solidFill>
                <a:srgbClr val="6B7080"/>
              </a:solidFill>
              <a:latin typeface="Century Gothic"/>
              <a:ea typeface="Century Gothic"/>
              <a:cs typeface="Century Gothic"/>
            </a:endParaRPr>
          </a:p>
        </p:txBody>
      </p:sp>
      <p:sp>
        <p:nvSpPr>
          <p:cNvPr id="134" name="Rounded Rectangle 11">
            <a:extLst>
              <a:ext uri="{FF2B5EF4-FFF2-40B4-BE49-F238E27FC236}">
                <a16:creationId xmlns:a16="http://schemas.microsoft.com/office/drawing/2014/main" id="{ED47B5C8-5D02-0905-219C-CBB9113B0066}"/>
              </a:ext>
            </a:extLst>
          </p:cNvPr>
          <p:cNvSpPr/>
          <p:nvPr/>
        </p:nvSpPr>
        <p:spPr>
          <a:xfrm>
            <a:off x="6300216" y="1965960"/>
            <a:ext cx="2697480" cy="2514600"/>
          </a:xfrm>
          <a:prstGeom prst="roundRect">
            <a:avLst>
              <a:gd name="adj" fmla="val 7000"/>
            </a:avLst>
          </a:prstGeom>
          <a:solidFill>
            <a:srgbClr val="0080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8" name="TextBox 13">
            <a:extLst>
              <a:ext uri="{FF2B5EF4-FFF2-40B4-BE49-F238E27FC236}">
                <a16:creationId xmlns:a16="http://schemas.microsoft.com/office/drawing/2014/main" id="{EFB74C25-0DC9-E6BE-41B4-6A51BB1B77D4}"/>
              </a:ext>
            </a:extLst>
          </p:cNvPr>
          <p:cNvSpPr txBox="1"/>
          <p:nvPr/>
        </p:nvSpPr>
        <p:spPr>
          <a:xfrm>
            <a:off x="6300216" y="3172968"/>
            <a:ext cx="2697480" cy="2308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chemeClr val="bg1"/>
                </a:solidFill>
                <a:latin typeface="Century Gothic"/>
                <a:ea typeface="Century Gothic"/>
                <a:cs typeface="Century Gothic"/>
              </a:rPr>
              <a:t>3</a:t>
            </a:r>
          </a:p>
        </p:txBody>
      </p:sp>
      <p:sp>
        <p:nvSpPr>
          <p:cNvPr id="140" name="TextBox 14">
            <a:extLst>
              <a:ext uri="{FF2B5EF4-FFF2-40B4-BE49-F238E27FC236}">
                <a16:creationId xmlns:a16="http://schemas.microsoft.com/office/drawing/2014/main" id="{4BE4F80E-C5BB-6206-857B-896847EC983F}"/>
              </a:ext>
            </a:extLst>
          </p:cNvPr>
          <p:cNvSpPr txBox="1"/>
          <p:nvPr/>
        </p:nvSpPr>
        <p:spPr>
          <a:xfrm>
            <a:off x="6483096" y="3593591"/>
            <a:ext cx="2331720" cy="40011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err="1">
                <a:solidFill>
                  <a:schemeClr val="bg1"/>
                </a:solidFill>
                <a:latin typeface="Century Gothic"/>
                <a:ea typeface="Century Gothic"/>
                <a:cs typeface="Century Gothic"/>
              </a:rPr>
              <a:t>Navegación</a:t>
            </a:r>
            <a:endParaRPr sz="1300" b="1">
              <a:solidFill>
                <a:schemeClr val="bg1"/>
              </a:solidFill>
              <a:latin typeface="Century Gothic"/>
              <a:ea typeface="Century Gothic"/>
              <a:cs typeface="Century Gothic"/>
            </a:endParaRPr>
          </a:p>
          <a:p>
            <a:pPr algn="ctr">
              <a:spcAft>
                <a:spcPts val="0"/>
              </a:spcAft>
            </a:pPr>
            <a:r>
              <a:rPr sz="1300" b="1" err="1">
                <a:solidFill>
                  <a:schemeClr val="bg1"/>
                </a:solidFill>
                <a:latin typeface="Century Gothic"/>
                <a:ea typeface="Century Gothic"/>
                <a:cs typeface="Century Gothic"/>
              </a:rPr>
              <a:t>cuadros</a:t>
            </a:r>
            <a:r>
              <a:rPr sz="1300" b="1">
                <a:solidFill>
                  <a:schemeClr val="bg1"/>
                </a:solidFill>
                <a:latin typeface="Century Gothic"/>
                <a:ea typeface="Century Gothic"/>
                <a:cs typeface="Century Gothic"/>
              </a:rPr>
              <a:t> de </a:t>
            </a:r>
            <a:r>
              <a:rPr sz="1300" b="1" err="1">
                <a:solidFill>
                  <a:schemeClr val="bg1"/>
                </a:solidFill>
                <a:latin typeface="Century Gothic"/>
                <a:ea typeface="Century Gothic"/>
                <a:cs typeface="Century Gothic"/>
              </a:rPr>
              <a:t>mando</a:t>
            </a:r>
            <a:endParaRPr sz="1300" b="1">
              <a:solidFill>
                <a:schemeClr val="bg1"/>
              </a:solidFill>
              <a:latin typeface="Century Gothic"/>
              <a:ea typeface="Century Gothic"/>
              <a:cs typeface="Century Gothic"/>
            </a:endParaRPr>
          </a:p>
        </p:txBody>
      </p:sp>
      <p:sp>
        <p:nvSpPr>
          <p:cNvPr id="142" name="Rounded Rectangle 15">
            <a:extLst>
              <a:ext uri="{FF2B5EF4-FFF2-40B4-BE49-F238E27FC236}">
                <a16:creationId xmlns:a16="http://schemas.microsoft.com/office/drawing/2014/main" id="{C5D2CBA7-F2BF-ED72-8106-0E3756F0DBD3}"/>
              </a:ext>
            </a:extLst>
          </p:cNvPr>
          <p:cNvSpPr/>
          <p:nvPr/>
        </p:nvSpPr>
        <p:spPr>
          <a:xfrm>
            <a:off x="9244584" y="1965960"/>
            <a:ext cx="2697480" cy="2514600"/>
          </a:xfrm>
          <a:prstGeom prst="roundRect">
            <a:avLst>
              <a:gd name="adj" fmla="val 7000"/>
            </a:avLst>
          </a:prstGeom>
          <a:solidFill>
            <a:srgbClr val="F0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44" name="Picture 16" descr="04_filtros_azul.png">
            <a:extLst>
              <a:ext uri="{FF2B5EF4-FFF2-40B4-BE49-F238E27FC236}">
                <a16:creationId xmlns:a16="http://schemas.microsoft.com/office/drawing/2014/main" id="{7B470C54-B4AF-B26B-36EE-2907D62AEB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9276" y="2313432"/>
            <a:ext cx="768096" cy="768096"/>
          </a:xfrm>
          <a:prstGeom prst="rect">
            <a:avLst/>
          </a:prstGeom>
        </p:spPr>
      </p:pic>
      <p:sp>
        <p:nvSpPr>
          <p:cNvPr id="146" name="TextBox 17">
            <a:extLst>
              <a:ext uri="{FF2B5EF4-FFF2-40B4-BE49-F238E27FC236}">
                <a16:creationId xmlns:a16="http://schemas.microsoft.com/office/drawing/2014/main" id="{812BBFEB-EE28-08A3-8FFA-37595458C2BE}"/>
              </a:ext>
            </a:extLst>
          </p:cNvPr>
          <p:cNvSpPr txBox="1"/>
          <p:nvPr/>
        </p:nvSpPr>
        <p:spPr>
          <a:xfrm>
            <a:off x="9244584" y="3172968"/>
            <a:ext cx="2697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C8CDD6"/>
                </a:solidFill>
                <a:latin typeface="Century Gothic"/>
                <a:ea typeface="Century Gothic"/>
                <a:cs typeface="Century Gothic"/>
              </a:rPr>
              <a:t>4</a:t>
            </a:r>
          </a:p>
        </p:txBody>
      </p:sp>
      <p:sp>
        <p:nvSpPr>
          <p:cNvPr id="148" name="TextBox 18">
            <a:extLst>
              <a:ext uri="{FF2B5EF4-FFF2-40B4-BE49-F238E27FC236}">
                <a16:creationId xmlns:a16="http://schemas.microsoft.com/office/drawing/2014/main" id="{349E6C6F-AC1D-ED5C-F23C-27920900F5ED}"/>
              </a:ext>
            </a:extLst>
          </p:cNvPr>
          <p:cNvSpPr txBox="1"/>
          <p:nvPr/>
        </p:nvSpPr>
        <p:spPr>
          <a:xfrm>
            <a:off x="9427463" y="3593591"/>
            <a:ext cx="2331720" cy="2000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err="1">
                <a:solidFill>
                  <a:srgbClr val="6B7080"/>
                </a:solidFill>
                <a:latin typeface="Century Gothic"/>
                <a:ea typeface="Century Gothic"/>
                <a:cs typeface="Century Gothic"/>
              </a:rPr>
              <a:t>Filtros</a:t>
            </a:r>
            <a:endParaRPr sz="1300" b="1">
              <a:solidFill>
                <a:srgbClr val="6B7080"/>
              </a:solidFill>
              <a:latin typeface="Century Gothic"/>
              <a:ea typeface="Century Gothic"/>
              <a:cs typeface="Century Gothic"/>
            </a:endParaRPr>
          </a:p>
        </p:txBody>
      </p:sp>
      <p:pic>
        <p:nvPicPr>
          <p:cNvPr id="152" name="Picture 7" descr="01_conceptos_azul.png">
            <a:extLst>
              <a:ext uri="{FF2B5EF4-FFF2-40B4-BE49-F238E27FC236}">
                <a16:creationId xmlns:a16="http://schemas.microsoft.com/office/drawing/2014/main" id="{556418BE-4651-DECA-D2E5-E02916A8F5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67028" y="2313432"/>
            <a:ext cx="786384" cy="786384"/>
          </a:xfrm>
          <a:prstGeom prst="rect">
            <a:avLst/>
          </a:prstGeom>
        </p:spPr>
      </p:pic>
      <p:pic>
        <p:nvPicPr>
          <p:cNvPr id="156" name="Picture 14" descr="03_navegacion_blanco.png">
            <a:extLst>
              <a:ext uri="{FF2B5EF4-FFF2-40B4-BE49-F238E27FC236}">
                <a16:creationId xmlns:a16="http://schemas.microsoft.com/office/drawing/2014/main" id="{FC57FD82-B9DE-44F0-59CB-9C118E7A440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61860" y="2313432"/>
            <a:ext cx="786384" cy="786384"/>
          </a:xfrm>
          <a:prstGeom prst="rect">
            <a:avLst/>
          </a:prstGeom>
        </p:spPr>
      </p:pic>
      <p:pic>
        <p:nvPicPr>
          <p:cNvPr id="158" name="Picture 12" descr="02_conexion_azul.png">
            <a:extLst>
              <a:ext uri="{FF2B5EF4-FFF2-40B4-BE49-F238E27FC236}">
                <a16:creationId xmlns:a16="http://schemas.microsoft.com/office/drawing/2014/main" id="{327E7826-097B-C0EA-775B-1B0425B09C7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14444" y="2313432"/>
            <a:ext cx="786384" cy="7863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740134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60C03BD8-8BAC-316C-3EA8-EC4BF04A5B1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 noProof="0">
                <a:latin typeface="Century Gothic" panose="020B0502020202020204" pitchFamily="34" charset="0"/>
              </a:rPr>
              <a:t>© 2026 NTT DATA</a:t>
            </a: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EF7033A5-D142-1557-A9C7-315D1FBCD4C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3CE6DAF-806F-404B-BC68-339BFCB57E5C}" type="slidenum">
              <a:rPr lang="en-US" smtClean="0">
                <a:latin typeface="Century Gothic" panose="020B0502020202020204" pitchFamily="34" charset="0"/>
              </a:rPr>
              <a:pPr/>
              <a:t>14</a:t>
            </a:fld>
            <a:endParaRPr lang="en-US">
              <a:latin typeface="Century Gothic" panose="020B0502020202020204" pitchFamily="34" charset="0"/>
            </a:endParaRPr>
          </a:p>
        </p:txBody>
      </p:sp>
      <p:grpSp>
        <p:nvGrpSpPr>
          <p:cNvPr id="39" name="Grupo 38">
            <a:extLst>
              <a:ext uri="{FF2B5EF4-FFF2-40B4-BE49-F238E27FC236}">
                <a16:creationId xmlns:a16="http://schemas.microsoft.com/office/drawing/2014/main" id="{7B391556-AE0E-9594-A761-B3597D576117}"/>
              </a:ext>
            </a:extLst>
          </p:cNvPr>
          <p:cNvGrpSpPr/>
          <p:nvPr/>
        </p:nvGrpSpPr>
        <p:grpSpPr>
          <a:xfrm>
            <a:off x="0" y="971550"/>
            <a:ext cx="8160380" cy="5387879"/>
            <a:chOff x="0" y="1157286"/>
            <a:chExt cx="7803214" cy="5202143"/>
          </a:xfrm>
        </p:grpSpPr>
        <p:pic>
          <p:nvPicPr>
            <p:cNvPr id="19" name="Imagen 18">
              <a:extLst>
                <a:ext uri="{FF2B5EF4-FFF2-40B4-BE49-F238E27FC236}">
                  <a16:creationId xmlns:a16="http://schemas.microsoft.com/office/drawing/2014/main" id="{EAA86780-FEC9-3399-0227-FFF55E087C4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1157286"/>
              <a:ext cx="7803214" cy="5202143"/>
            </a:xfrm>
            <a:prstGeom prst="rect">
              <a:avLst/>
            </a:prstGeom>
          </p:spPr>
        </p:pic>
      </p:grpSp>
      <p:sp>
        <p:nvSpPr>
          <p:cNvPr id="9" name="Title 1">
            <a:extLst>
              <a:ext uri="{FF2B5EF4-FFF2-40B4-BE49-F238E27FC236}">
                <a16:creationId xmlns:a16="http://schemas.microsoft.com/office/drawing/2014/main" id="{D646F984-D675-5DE0-F6A8-584A87386A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7987" y="404814"/>
            <a:ext cx="11376025" cy="376236"/>
          </a:xfrm>
        </p:spPr>
        <p:txBody>
          <a:bodyPr/>
          <a:lstStyle/>
          <a:p>
            <a:r>
              <a:rPr err="1">
                <a:latin typeface="Century Gothic" panose="020B0502020202020204" pitchFamily="34" charset="0"/>
              </a:rPr>
              <a:t>Navegación</a:t>
            </a:r>
            <a:r>
              <a:rPr>
                <a:latin typeface="Century Gothic" panose="020B0502020202020204" pitchFamily="34" charset="0"/>
              </a:rPr>
              <a:t> </a:t>
            </a:r>
            <a:r>
              <a:rPr err="1">
                <a:latin typeface="Century Gothic" panose="020B0502020202020204" pitchFamily="34" charset="0"/>
              </a:rPr>
              <a:t>por</a:t>
            </a:r>
            <a:r>
              <a:rPr>
                <a:latin typeface="Century Gothic" panose="020B0502020202020204" pitchFamily="34" charset="0"/>
              </a:rPr>
              <a:t> </a:t>
            </a:r>
            <a:r>
              <a:rPr err="1">
                <a:latin typeface="Century Gothic" panose="020B0502020202020204" pitchFamily="34" charset="0"/>
              </a:rPr>
              <a:t>los</a:t>
            </a:r>
            <a:r>
              <a:rPr>
                <a:latin typeface="Century Gothic" panose="020B0502020202020204" pitchFamily="34" charset="0"/>
              </a:rPr>
              <a:t> </a:t>
            </a:r>
            <a:r>
              <a:rPr err="1">
                <a:latin typeface="Century Gothic" panose="020B0502020202020204" pitchFamily="34" charset="0"/>
              </a:rPr>
              <a:t>cuadros</a:t>
            </a:r>
            <a:r>
              <a:rPr>
                <a:latin typeface="Century Gothic" panose="020B0502020202020204" pitchFamily="34" charset="0"/>
              </a:rPr>
              <a:t> de </a:t>
            </a:r>
            <a:r>
              <a:rPr err="1">
                <a:latin typeface="Century Gothic" panose="020B0502020202020204" pitchFamily="34" charset="0"/>
              </a:rPr>
              <a:t>mando</a:t>
            </a:r>
            <a:endParaRPr>
              <a:latin typeface="Century Gothic" panose="020B0502020202020204" pitchFamily="34" charset="0"/>
            </a:endParaRPr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E411A089-A730-FB9C-AC0E-FA19213AE741}"/>
              </a:ext>
            </a:extLst>
          </p:cNvPr>
          <p:cNvSpPr txBox="1"/>
          <p:nvPr/>
        </p:nvSpPr>
        <p:spPr>
          <a:xfrm>
            <a:off x="396240" y="781050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1600" b="1">
                <a:latin typeface="Century Gothic" panose="020B0502020202020204" pitchFamily="34" charset="0"/>
                <a:ea typeface="Poppins"/>
                <a:cs typeface="Poppins"/>
                <a:sym typeface="Poppins"/>
              </a:rPr>
              <a:t>Página de inicio</a:t>
            </a:r>
            <a:endParaRPr lang="es-ES">
              <a:latin typeface="Century Gothic" panose="020B0502020202020204" pitchFamily="34" charset="0"/>
            </a:endParaRPr>
          </a:p>
        </p:txBody>
      </p:sp>
      <p:pic>
        <p:nvPicPr>
          <p:cNvPr id="15" name="Imagen 14">
            <a:extLst>
              <a:ext uri="{FF2B5EF4-FFF2-40B4-BE49-F238E27FC236}">
                <a16:creationId xmlns:a16="http://schemas.microsoft.com/office/drawing/2014/main" id="{096D11AB-3119-ABDD-3207-645045BCCBD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23423" y="2711750"/>
            <a:ext cx="3153605" cy="152594"/>
          </a:xfrm>
          <a:prstGeom prst="rect">
            <a:avLst/>
          </a:prstGeom>
        </p:spPr>
      </p:pic>
      <p:sp>
        <p:nvSpPr>
          <p:cNvPr id="22" name="CuadroTexto 21">
            <a:extLst>
              <a:ext uri="{FF2B5EF4-FFF2-40B4-BE49-F238E27FC236}">
                <a16:creationId xmlns:a16="http://schemas.microsoft.com/office/drawing/2014/main" id="{2061A03C-566E-E8BD-A1FC-967DD94AEEB0}"/>
              </a:ext>
            </a:extLst>
          </p:cNvPr>
          <p:cNvSpPr txBox="1"/>
          <p:nvPr/>
        </p:nvSpPr>
        <p:spPr>
          <a:xfrm>
            <a:off x="7886832" y="2692094"/>
            <a:ext cx="207005" cy="263928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l">
              <a:lnSpc>
                <a:spcPct val="110000"/>
              </a:lnSpc>
              <a:spcBef>
                <a:spcPts val="600"/>
              </a:spcBef>
            </a:pPr>
            <a:r>
              <a:rPr lang="es-ES">
                <a:latin typeface="Century Gothic" panose="020B0502020202020204" pitchFamily="34" charset="0"/>
              </a:rPr>
              <a:t>1. </a:t>
            </a:r>
          </a:p>
        </p:txBody>
      </p:sp>
      <p:sp>
        <p:nvSpPr>
          <p:cNvPr id="24" name="CuadroTexto 23">
            <a:extLst>
              <a:ext uri="{FF2B5EF4-FFF2-40B4-BE49-F238E27FC236}">
                <a16:creationId xmlns:a16="http://schemas.microsoft.com/office/drawing/2014/main" id="{CB8C7EA7-A4D2-7B6B-3576-5D4E9233385B}"/>
              </a:ext>
            </a:extLst>
          </p:cNvPr>
          <p:cNvSpPr txBox="1"/>
          <p:nvPr/>
        </p:nvSpPr>
        <p:spPr>
          <a:xfrm>
            <a:off x="8123423" y="3043088"/>
            <a:ext cx="3493698" cy="688767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lnSpc>
                <a:spcPct val="110000"/>
              </a:lnSpc>
              <a:spcBef>
                <a:spcPts val="600"/>
              </a:spcBef>
            </a:pPr>
            <a:r>
              <a:rPr lang="es-ES" sz="1400">
                <a:latin typeface="Century Gothic" panose="020B0502020202020204" pitchFamily="34" charset="0"/>
              </a:rPr>
              <a:t>Visión de alto nivel, el servicio en conjunto.</a:t>
            </a:r>
          </a:p>
        </p:txBody>
      </p:sp>
      <p:sp>
        <p:nvSpPr>
          <p:cNvPr id="43" name="CuadroTexto 42">
            <a:extLst>
              <a:ext uri="{FF2B5EF4-FFF2-40B4-BE49-F238E27FC236}">
                <a16:creationId xmlns:a16="http://schemas.microsoft.com/office/drawing/2014/main" id="{88EFC0D9-F68E-5796-F561-493E0A6165D9}"/>
              </a:ext>
            </a:extLst>
          </p:cNvPr>
          <p:cNvSpPr txBox="1"/>
          <p:nvPr/>
        </p:nvSpPr>
        <p:spPr>
          <a:xfrm>
            <a:off x="7886832" y="3659031"/>
            <a:ext cx="207005" cy="263928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l">
              <a:lnSpc>
                <a:spcPct val="110000"/>
              </a:lnSpc>
              <a:spcBef>
                <a:spcPts val="600"/>
              </a:spcBef>
            </a:pPr>
            <a:r>
              <a:rPr lang="es-ES">
                <a:latin typeface="Century Gothic" panose="020B0502020202020204" pitchFamily="34" charset="0"/>
              </a:rPr>
              <a:t>2. </a:t>
            </a:r>
          </a:p>
        </p:txBody>
      </p:sp>
      <p:sp>
        <p:nvSpPr>
          <p:cNvPr id="45" name="CuadroTexto 44">
            <a:extLst>
              <a:ext uri="{FF2B5EF4-FFF2-40B4-BE49-F238E27FC236}">
                <a16:creationId xmlns:a16="http://schemas.microsoft.com/office/drawing/2014/main" id="{B6C116FB-55E4-734A-9382-C471C543743D}"/>
              </a:ext>
            </a:extLst>
          </p:cNvPr>
          <p:cNvSpPr txBox="1"/>
          <p:nvPr/>
        </p:nvSpPr>
        <p:spPr>
          <a:xfrm>
            <a:off x="8123423" y="4010025"/>
            <a:ext cx="3493698" cy="688767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lnSpc>
                <a:spcPct val="110000"/>
              </a:lnSpc>
              <a:spcBef>
                <a:spcPts val="600"/>
              </a:spcBef>
            </a:pPr>
            <a:r>
              <a:rPr lang="es-ES" sz="1400">
                <a:latin typeface="Century Gothic" panose="020B0502020202020204" pitchFamily="34" charset="0"/>
              </a:rPr>
              <a:t>Visión al detalle, expediente a expediente.</a:t>
            </a:r>
          </a:p>
        </p:txBody>
      </p:sp>
      <p:pic>
        <p:nvPicPr>
          <p:cNvPr id="51" name="Imagen 50">
            <a:extLst>
              <a:ext uri="{FF2B5EF4-FFF2-40B4-BE49-F238E27FC236}">
                <a16:creationId xmlns:a16="http://schemas.microsoft.com/office/drawing/2014/main" id="{72558E40-E079-1BB8-AF64-110813254D10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123423" y="3714840"/>
            <a:ext cx="3153605" cy="152594"/>
          </a:xfrm>
          <a:prstGeom prst="rect">
            <a:avLst/>
          </a:prstGeom>
        </p:spPr>
      </p:pic>
      <p:sp>
        <p:nvSpPr>
          <p:cNvPr id="53" name="CuadroTexto 52">
            <a:extLst>
              <a:ext uri="{FF2B5EF4-FFF2-40B4-BE49-F238E27FC236}">
                <a16:creationId xmlns:a16="http://schemas.microsoft.com/office/drawing/2014/main" id="{0D73C9D6-9241-EA0D-910F-15911B55EDE5}"/>
              </a:ext>
            </a:extLst>
          </p:cNvPr>
          <p:cNvSpPr txBox="1"/>
          <p:nvPr/>
        </p:nvSpPr>
        <p:spPr>
          <a:xfrm>
            <a:off x="7886832" y="4595551"/>
            <a:ext cx="207005" cy="263928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l">
              <a:lnSpc>
                <a:spcPct val="110000"/>
              </a:lnSpc>
              <a:spcBef>
                <a:spcPts val="600"/>
              </a:spcBef>
            </a:pPr>
            <a:r>
              <a:rPr lang="es-ES">
                <a:latin typeface="Century Gothic" panose="020B0502020202020204" pitchFamily="34" charset="0"/>
              </a:rPr>
              <a:t>3. </a:t>
            </a:r>
          </a:p>
        </p:txBody>
      </p:sp>
      <p:sp>
        <p:nvSpPr>
          <p:cNvPr id="55" name="CuadroTexto 54">
            <a:extLst>
              <a:ext uri="{FF2B5EF4-FFF2-40B4-BE49-F238E27FC236}">
                <a16:creationId xmlns:a16="http://schemas.microsoft.com/office/drawing/2014/main" id="{F5D0FB4A-50FC-EA68-F0CE-F76BDEBEECF6}"/>
              </a:ext>
            </a:extLst>
          </p:cNvPr>
          <p:cNvSpPr txBox="1"/>
          <p:nvPr/>
        </p:nvSpPr>
        <p:spPr>
          <a:xfrm>
            <a:off x="8123423" y="4946545"/>
            <a:ext cx="3493698" cy="688767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lnSpc>
                <a:spcPct val="110000"/>
              </a:lnSpc>
              <a:spcBef>
                <a:spcPts val="600"/>
              </a:spcBef>
            </a:pPr>
            <a:r>
              <a:rPr lang="es-ES" sz="1400">
                <a:latin typeface="Century Gothic" panose="020B0502020202020204" pitchFamily="34" charset="0"/>
              </a:rPr>
              <a:t>Visión del recorrido, cómo fluye el trabajo.</a:t>
            </a:r>
          </a:p>
        </p:txBody>
      </p:sp>
      <p:pic>
        <p:nvPicPr>
          <p:cNvPr id="59" name="Imagen 58">
            <a:extLst>
              <a:ext uri="{FF2B5EF4-FFF2-40B4-BE49-F238E27FC236}">
                <a16:creationId xmlns:a16="http://schemas.microsoft.com/office/drawing/2014/main" id="{06A14D7F-67CF-CE9A-9C97-488E67028EA0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160381" y="4652309"/>
            <a:ext cx="2082050" cy="130128"/>
          </a:xfrm>
          <a:prstGeom prst="rect">
            <a:avLst/>
          </a:prstGeom>
        </p:spPr>
      </p:pic>
      <p:sp>
        <p:nvSpPr>
          <p:cNvPr id="60" name="Rectángulo: esquinas redondeadas 59">
            <a:extLst>
              <a:ext uri="{FF2B5EF4-FFF2-40B4-BE49-F238E27FC236}">
                <a16:creationId xmlns:a16="http://schemas.microsoft.com/office/drawing/2014/main" id="{D3A95E31-CC1E-3F4D-128A-40B7C7CA039B}"/>
              </a:ext>
            </a:extLst>
          </p:cNvPr>
          <p:cNvSpPr/>
          <p:nvPr/>
        </p:nvSpPr>
        <p:spPr>
          <a:xfrm>
            <a:off x="7948987" y="1763930"/>
            <a:ext cx="3657468" cy="767477"/>
          </a:xfrm>
          <a:prstGeom prst="roundRect">
            <a:avLst/>
          </a:prstGeom>
          <a:solidFill>
            <a:srgbClr val="F1F0F5"/>
          </a:solidFill>
          <a:ln w="12700">
            <a:solidFill>
              <a:srgbClr val="0072B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>
              <a:lnSpc>
                <a:spcPct val="110000"/>
              </a:lnSpc>
              <a:spcBef>
                <a:spcPts val="600"/>
              </a:spcBef>
            </a:pPr>
            <a:endParaRPr lang="es-ES" err="1">
              <a:latin typeface="Century Gothic" panose="020B0502020202020204" pitchFamily="34" charset="0"/>
            </a:endParaRPr>
          </a:p>
        </p:txBody>
      </p:sp>
      <p:sp>
        <p:nvSpPr>
          <p:cNvPr id="20" name="CuadroTexto 19">
            <a:extLst>
              <a:ext uri="{FF2B5EF4-FFF2-40B4-BE49-F238E27FC236}">
                <a16:creationId xmlns:a16="http://schemas.microsoft.com/office/drawing/2014/main" id="{26D8D892-5FDA-AEA6-BDD5-8C3EFB451C76}"/>
              </a:ext>
            </a:extLst>
          </p:cNvPr>
          <p:cNvSpPr txBox="1"/>
          <p:nvPr/>
        </p:nvSpPr>
        <p:spPr>
          <a:xfrm>
            <a:off x="8093837" y="1849761"/>
            <a:ext cx="3493698" cy="688767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lnSpc>
                <a:spcPct val="110000"/>
              </a:lnSpc>
              <a:spcBef>
                <a:spcPts val="600"/>
              </a:spcBef>
            </a:pPr>
            <a:r>
              <a:rPr lang="es-ES" sz="1600" b="1">
                <a:latin typeface="Century Gothic" panose="020B0502020202020204" pitchFamily="34" charset="0"/>
              </a:rPr>
              <a:t>Pantalla de inicio con 3 opciones de navegación:</a:t>
            </a:r>
          </a:p>
        </p:txBody>
      </p:sp>
    </p:spTree>
    <p:extLst>
      <p:ext uri="{BB962C8B-B14F-4D97-AF65-F5344CB8AC3E}">
        <p14:creationId xmlns:p14="http://schemas.microsoft.com/office/powerpoint/2010/main" val="389267828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0A02A4-69DD-5E6B-5936-AA8EF0C505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18FBD9-C553-7433-7121-45AB954F97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err="1">
                <a:latin typeface="Century Gothic" panose="020B0502020202020204" pitchFamily="34" charset="0"/>
              </a:rPr>
              <a:t>Qué</a:t>
            </a:r>
            <a:r>
              <a:rPr>
                <a:latin typeface="Century Gothic" panose="020B0502020202020204" pitchFamily="34" charset="0"/>
              </a:rPr>
              <a:t> </a:t>
            </a:r>
            <a:r>
              <a:rPr err="1">
                <a:latin typeface="Century Gothic" panose="020B0502020202020204" pitchFamily="34" charset="0"/>
              </a:rPr>
              <a:t>veremos</a:t>
            </a:r>
            <a:r>
              <a:rPr>
                <a:latin typeface="Century Gothic" panose="020B0502020202020204" pitchFamily="34" charset="0"/>
              </a:rPr>
              <a:t> </a:t>
            </a:r>
            <a:r>
              <a:rPr err="1">
                <a:latin typeface="Century Gothic" panose="020B0502020202020204" pitchFamily="34" charset="0"/>
              </a:rPr>
              <a:t>en</a:t>
            </a:r>
            <a:r>
              <a:rPr>
                <a:latin typeface="Century Gothic" panose="020B0502020202020204" pitchFamily="34" charset="0"/>
              </a:rPr>
              <a:t> </a:t>
            </a:r>
            <a:r>
              <a:rPr err="1">
                <a:latin typeface="Century Gothic" panose="020B0502020202020204" pitchFamily="34" charset="0"/>
              </a:rPr>
              <a:t>este</a:t>
            </a:r>
            <a:r>
              <a:rPr>
                <a:latin typeface="Century Gothic" panose="020B0502020202020204" pitchFamily="34" charset="0"/>
              </a:rPr>
              <a:t> </a:t>
            </a:r>
            <a:r>
              <a:rPr err="1">
                <a:latin typeface="Century Gothic" panose="020B0502020202020204" pitchFamily="34" charset="0"/>
              </a:rPr>
              <a:t>bloque</a:t>
            </a:r>
            <a:endParaRPr>
              <a:latin typeface="Century Gothic" panose="020B0502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706D142-E173-79DE-F608-F327D4282935}"/>
              </a:ext>
            </a:extLst>
          </p:cNvPr>
          <p:cNvSpPr txBox="1"/>
          <p:nvPr/>
        </p:nvSpPr>
        <p:spPr>
          <a:xfrm>
            <a:off x="411480" y="6446520"/>
            <a:ext cx="1005403" cy="2154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B7080"/>
                </a:solidFill>
                <a:latin typeface="Century Gothic" panose="020B0502020202020204" pitchFamily="34" charset="0"/>
              </a:rPr>
              <a:t>© 2026 NTT DATA</a:t>
            </a:r>
          </a:p>
        </p:txBody>
      </p:sp>
      <p:sp>
        <p:nvSpPr>
          <p:cNvPr id="7" name="Rounded Rectangle 3">
            <a:extLst>
              <a:ext uri="{FF2B5EF4-FFF2-40B4-BE49-F238E27FC236}">
                <a16:creationId xmlns:a16="http://schemas.microsoft.com/office/drawing/2014/main" id="{D3D1701A-C14B-6FE8-ECCA-C7202EFD71D0}"/>
              </a:ext>
            </a:extLst>
          </p:cNvPr>
          <p:cNvSpPr/>
          <p:nvPr/>
        </p:nvSpPr>
        <p:spPr>
          <a:xfrm>
            <a:off x="411480" y="1965960"/>
            <a:ext cx="2697480" cy="2514600"/>
          </a:xfrm>
          <a:prstGeom prst="roundRect">
            <a:avLst>
              <a:gd name="adj" fmla="val 7000"/>
            </a:avLst>
          </a:prstGeom>
          <a:solidFill>
            <a:srgbClr val="F0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5">
            <a:extLst>
              <a:ext uri="{FF2B5EF4-FFF2-40B4-BE49-F238E27FC236}">
                <a16:creationId xmlns:a16="http://schemas.microsoft.com/office/drawing/2014/main" id="{79DAB299-5F5A-4179-9EEA-4F2A94C1F352}"/>
              </a:ext>
            </a:extLst>
          </p:cNvPr>
          <p:cNvSpPr txBox="1"/>
          <p:nvPr/>
        </p:nvSpPr>
        <p:spPr>
          <a:xfrm>
            <a:off x="411480" y="3172968"/>
            <a:ext cx="2697480" cy="2308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lang="es-ES" sz="1500" b="1">
                <a:solidFill>
                  <a:srgbClr val="C8CDD6"/>
                </a:solidFill>
                <a:latin typeface="Century Gothic"/>
                <a:ea typeface="Century Gothic"/>
                <a:cs typeface="Century Gothic"/>
              </a:rPr>
              <a:t>1</a:t>
            </a:r>
            <a:endParaRPr sz="1500" b="1">
              <a:solidFill>
                <a:srgbClr val="0080B1"/>
              </a:solidFill>
              <a:latin typeface="Century Gothic"/>
              <a:ea typeface="Century Gothic"/>
              <a:cs typeface="Century Gothic"/>
            </a:endParaRPr>
          </a:p>
        </p:txBody>
      </p:sp>
      <p:sp>
        <p:nvSpPr>
          <p:cNvPr id="13" name="TextBox 6">
            <a:extLst>
              <a:ext uri="{FF2B5EF4-FFF2-40B4-BE49-F238E27FC236}">
                <a16:creationId xmlns:a16="http://schemas.microsoft.com/office/drawing/2014/main" id="{DC0AD080-17E4-D26B-A301-DC96608CB5E5}"/>
              </a:ext>
            </a:extLst>
          </p:cNvPr>
          <p:cNvSpPr txBox="1"/>
          <p:nvPr/>
        </p:nvSpPr>
        <p:spPr>
          <a:xfrm>
            <a:off x="594360" y="3593591"/>
            <a:ext cx="2331720" cy="40011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err="1">
                <a:solidFill>
                  <a:srgbClr val="6B7080"/>
                </a:solidFill>
                <a:latin typeface="Century Gothic"/>
                <a:ea typeface="Century Gothic"/>
                <a:cs typeface="Century Gothic"/>
              </a:rPr>
              <a:t>Conceptos</a:t>
            </a:r>
            <a:r>
              <a:rPr sz="1300" b="1">
                <a:solidFill>
                  <a:srgbClr val="6B7080"/>
                </a:solidFill>
                <a:latin typeface="Century Gothic"/>
                <a:ea typeface="Century Gothic"/>
                <a:cs typeface="Century Gothic"/>
              </a:rPr>
              <a:t> </a:t>
            </a:r>
            <a:r>
              <a:rPr sz="1300" b="1" err="1">
                <a:solidFill>
                  <a:srgbClr val="6B7080"/>
                </a:solidFill>
                <a:latin typeface="Century Gothic"/>
                <a:ea typeface="Century Gothic"/>
                <a:cs typeface="Century Gothic"/>
              </a:rPr>
              <a:t>básicos</a:t>
            </a:r>
            <a:endParaRPr sz="1300" b="1">
              <a:solidFill>
                <a:srgbClr val="6B7080"/>
              </a:solidFill>
              <a:latin typeface="Century Gothic"/>
              <a:ea typeface="Century Gothic"/>
              <a:cs typeface="Century Gothic"/>
            </a:endParaRPr>
          </a:p>
          <a:p>
            <a:pPr algn="ctr">
              <a:spcAft>
                <a:spcPts val="0"/>
              </a:spcAft>
            </a:pPr>
            <a:r>
              <a:rPr sz="1300" b="1">
                <a:solidFill>
                  <a:srgbClr val="6B7080"/>
                </a:solidFill>
                <a:latin typeface="Century Gothic"/>
                <a:ea typeface="Century Gothic"/>
                <a:cs typeface="Century Gothic"/>
              </a:rPr>
              <a:t>de </a:t>
            </a:r>
            <a:r>
              <a:rPr sz="1300" b="1" err="1">
                <a:solidFill>
                  <a:srgbClr val="6B7080"/>
                </a:solidFill>
                <a:latin typeface="Century Gothic"/>
                <a:ea typeface="Century Gothic"/>
                <a:cs typeface="Century Gothic"/>
              </a:rPr>
              <a:t>minería</a:t>
            </a:r>
            <a:r>
              <a:rPr sz="1300" b="1">
                <a:solidFill>
                  <a:srgbClr val="6B7080"/>
                </a:solidFill>
                <a:latin typeface="Century Gothic"/>
                <a:ea typeface="Century Gothic"/>
                <a:cs typeface="Century Gothic"/>
              </a:rPr>
              <a:t> de </a:t>
            </a:r>
            <a:r>
              <a:rPr sz="1300" b="1" err="1">
                <a:solidFill>
                  <a:srgbClr val="6B7080"/>
                </a:solidFill>
                <a:latin typeface="Century Gothic"/>
                <a:ea typeface="Century Gothic"/>
                <a:cs typeface="Century Gothic"/>
              </a:rPr>
              <a:t>procesos</a:t>
            </a:r>
            <a:endParaRPr sz="1300" b="1">
              <a:solidFill>
                <a:srgbClr val="6B7080"/>
              </a:solidFill>
              <a:latin typeface="Century Gothic"/>
              <a:ea typeface="Century Gothic"/>
              <a:cs typeface="Century Gothic"/>
            </a:endParaRPr>
          </a:p>
        </p:txBody>
      </p:sp>
      <p:sp>
        <p:nvSpPr>
          <p:cNvPr id="16" name="Rounded Rectangle 7">
            <a:extLst>
              <a:ext uri="{FF2B5EF4-FFF2-40B4-BE49-F238E27FC236}">
                <a16:creationId xmlns:a16="http://schemas.microsoft.com/office/drawing/2014/main" id="{01D38EB7-CC25-4424-2873-F2876EDEB7E0}"/>
              </a:ext>
            </a:extLst>
          </p:cNvPr>
          <p:cNvSpPr/>
          <p:nvPr/>
        </p:nvSpPr>
        <p:spPr>
          <a:xfrm>
            <a:off x="3355848" y="1965960"/>
            <a:ext cx="2697480" cy="2514600"/>
          </a:xfrm>
          <a:prstGeom prst="roundRect">
            <a:avLst>
              <a:gd name="adj" fmla="val 7000"/>
            </a:avLst>
          </a:prstGeom>
          <a:solidFill>
            <a:srgbClr val="F0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9">
            <a:extLst>
              <a:ext uri="{FF2B5EF4-FFF2-40B4-BE49-F238E27FC236}">
                <a16:creationId xmlns:a16="http://schemas.microsoft.com/office/drawing/2014/main" id="{345F5A12-90ED-65C2-BF76-19D4C52C2EDA}"/>
              </a:ext>
            </a:extLst>
          </p:cNvPr>
          <p:cNvSpPr txBox="1"/>
          <p:nvPr/>
        </p:nvSpPr>
        <p:spPr>
          <a:xfrm>
            <a:off x="3355848" y="3172968"/>
            <a:ext cx="2697480" cy="2308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lang="es-ES" sz="1500" b="1">
                <a:solidFill>
                  <a:srgbClr val="C8CDD6"/>
                </a:solidFill>
                <a:latin typeface="Century Gothic"/>
                <a:ea typeface="Century Gothic"/>
                <a:cs typeface="Century Gothic"/>
              </a:rPr>
              <a:t>2</a:t>
            </a:r>
            <a:endParaRPr sz="1500" b="1">
              <a:solidFill>
                <a:srgbClr val="0080B1"/>
              </a:solidFill>
              <a:latin typeface="Century Gothic"/>
              <a:ea typeface="Century Gothic"/>
              <a:cs typeface="Century Gothic"/>
            </a:endParaRPr>
          </a:p>
        </p:txBody>
      </p:sp>
      <p:sp>
        <p:nvSpPr>
          <p:cNvPr id="23" name="TextBox 10">
            <a:extLst>
              <a:ext uri="{FF2B5EF4-FFF2-40B4-BE49-F238E27FC236}">
                <a16:creationId xmlns:a16="http://schemas.microsoft.com/office/drawing/2014/main" id="{DFD8F494-0146-8EC2-A22B-5066E94A6AEE}"/>
              </a:ext>
            </a:extLst>
          </p:cNvPr>
          <p:cNvSpPr txBox="1"/>
          <p:nvPr/>
        </p:nvSpPr>
        <p:spPr>
          <a:xfrm>
            <a:off x="3538728" y="3593591"/>
            <a:ext cx="2331720" cy="40011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err="1">
                <a:solidFill>
                  <a:srgbClr val="6B7080"/>
                </a:solidFill>
                <a:latin typeface="Century Gothic"/>
                <a:ea typeface="Century Gothic"/>
                <a:cs typeface="Century Gothic"/>
              </a:rPr>
              <a:t>Conexión</a:t>
            </a:r>
            <a:endParaRPr sz="1300" b="1">
              <a:solidFill>
                <a:srgbClr val="6B7080"/>
              </a:solidFill>
              <a:latin typeface="Century Gothic"/>
              <a:ea typeface="Century Gothic"/>
              <a:cs typeface="Century Gothic"/>
            </a:endParaRPr>
          </a:p>
          <a:p>
            <a:pPr algn="ctr">
              <a:spcAft>
                <a:spcPts val="0"/>
              </a:spcAft>
            </a:pPr>
            <a:r>
              <a:rPr sz="1300" b="1">
                <a:solidFill>
                  <a:srgbClr val="6B7080"/>
                </a:solidFill>
                <a:latin typeface="Century Gothic"/>
                <a:ea typeface="Century Gothic"/>
                <a:cs typeface="Century Gothic"/>
              </a:rPr>
              <a:t>al </a:t>
            </a:r>
            <a:r>
              <a:rPr sz="1300" b="1" err="1">
                <a:solidFill>
                  <a:srgbClr val="6B7080"/>
                </a:solidFill>
                <a:latin typeface="Century Gothic"/>
                <a:ea typeface="Century Gothic"/>
                <a:cs typeface="Century Gothic"/>
              </a:rPr>
              <a:t>entorno</a:t>
            </a:r>
            <a:endParaRPr sz="1300" b="1">
              <a:solidFill>
                <a:srgbClr val="6B7080"/>
              </a:solidFill>
              <a:latin typeface="Century Gothic"/>
              <a:ea typeface="Century Gothic"/>
              <a:cs typeface="Century Gothic"/>
            </a:endParaRPr>
          </a:p>
        </p:txBody>
      </p:sp>
      <p:sp>
        <p:nvSpPr>
          <p:cNvPr id="26" name="Rounded Rectangle 11">
            <a:extLst>
              <a:ext uri="{FF2B5EF4-FFF2-40B4-BE49-F238E27FC236}">
                <a16:creationId xmlns:a16="http://schemas.microsoft.com/office/drawing/2014/main" id="{C04AD5EA-9074-1A78-31E8-F740BA5B5379}"/>
              </a:ext>
            </a:extLst>
          </p:cNvPr>
          <p:cNvSpPr/>
          <p:nvPr/>
        </p:nvSpPr>
        <p:spPr>
          <a:xfrm>
            <a:off x="6300216" y="1965960"/>
            <a:ext cx="2697480" cy="2514600"/>
          </a:xfrm>
          <a:prstGeom prst="roundRect">
            <a:avLst>
              <a:gd name="adj" fmla="val 7000"/>
            </a:avLst>
          </a:prstGeom>
          <a:solidFill>
            <a:srgbClr val="F0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13">
            <a:extLst>
              <a:ext uri="{FF2B5EF4-FFF2-40B4-BE49-F238E27FC236}">
                <a16:creationId xmlns:a16="http://schemas.microsoft.com/office/drawing/2014/main" id="{779EDB29-287E-278C-AF9E-44B4FBE4B6DC}"/>
              </a:ext>
            </a:extLst>
          </p:cNvPr>
          <p:cNvSpPr txBox="1"/>
          <p:nvPr/>
        </p:nvSpPr>
        <p:spPr>
          <a:xfrm>
            <a:off x="6300216" y="3172968"/>
            <a:ext cx="2697480" cy="46166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s-ES" sz="1500" b="1">
                <a:solidFill>
                  <a:srgbClr val="C8CDD6"/>
                </a:solidFill>
                <a:latin typeface="Century Gothic"/>
                <a:ea typeface="Century Gothic"/>
                <a:cs typeface="Century Gothic"/>
              </a:rPr>
              <a:t>3</a:t>
            </a:r>
            <a:endParaRPr lang="es-ES" sz="1500" b="1">
              <a:solidFill>
                <a:srgbClr val="0080B1"/>
              </a:solidFill>
              <a:latin typeface="Century Gothic"/>
              <a:ea typeface="Century Gothic"/>
              <a:cs typeface="Century Gothic"/>
            </a:endParaRPr>
          </a:p>
          <a:p>
            <a:pPr algn="ctr">
              <a:spcAft>
                <a:spcPts val="0"/>
              </a:spcAft>
            </a:pPr>
            <a:endParaRPr sz="1500" b="1">
              <a:solidFill>
                <a:schemeClr val="bg1"/>
              </a:solidFill>
              <a:latin typeface="Century Gothic"/>
              <a:ea typeface="Century Gothic"/>
              <a:cs typeface="Century Gothic"/>
            </a:endParaRPr>
          </a:p>
        </p:txBody>
      </p:sp>
      <p:sp>
        <p:nvSpPr>
          <p:cNvPr id="32" name="TextBox 14">
            <a:extLst>
              <a:ext uri="{FF2B5EF4-FFF2-40B4-BE49-F238E27FC236}">
                <a16:creationId xmlns:a16="http://schemas.microsoft.com/office/drawing/2014/main" id="{414F8887-1711-2744-8D15-E8831EA28348}"/>
              </a:ext>
            </a:extLst>
          </p:cNvPr>
          <p:cNvSpPr txBox="1"/>
          <p:nvPr/>
        </p:nvSpPr>
        <p:spPr>
          <a:xfrm>
            <a:off x="6483096" y="3593591"/>
            <a:ext cx="2331720" cy="40011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err="1">
                <a:solidFill>
                  <a:srgbClr val="6B7080"/>
                </a:solidFill>
                <a:latin typeface="Century Gothic"/>
                <a:ea typeface="Century Gothic"/>
                <a:cs typeface="Century Gothic"/>
              </a:rPr>
              <a:t>Navegación</a:t>
            </a:r>
            <a:endParaRPr sz="1300" b="1">
              <a:solidFill>
                <a:srgbClr val="6B7080"/>
              </a:solidFill>
              <a:latin typeface="Century Gothic"/>
              <a:ea typeface="Century Gothic"/>
              <a:cs typeface="Century Gothic"/>
            </a:endParaRPr>
          </a:p>
          <a:p>
            <a:pPr algn="ctr">
              <a:spcAft>
                <a:spcPts val="0"/>
              </a:spcAft>
            </a:pPr>
            <a:r>
              <a:rPr sz="1300" b="1" err="1">
                <a:solidFill>
                  <a:srgbClr val="6B7080"/>
                </a:solidFill>
                <a:latin typeface="Century Gothic"/>
                <a:ea typeface="Century Gothic"/>
                <a:cs typeface="Century Gothic"/>
              </a:rPr>
              <a:t>cuadros</a:t>
            </a:r>
            <a:r>
              <a:rPr sz="1300" b="1">
                <a:solidFill>
                  <a:srgbClr val="6B7080"/>
                </a:solidFill>
                <a:latin typeface="Century Gothic"/>
                <a:ea typeface="Century Gothic"/>
                <a:cs typeface="Century Gothic"/>
              </a:rPr>
              <a:t> de </a:t>
            </a:r>
            <a:r>
              <a:rPr sz="1300" b="1" err="1">
                <a:solidFill>
                  <a:srgbClr val="6B7080"/>
                </a:solidFill>
                <a:latin typeface="Century Gothic"/>
                <a:ea typeface="Century Gothic"/>
                <a:cs typeface="Century Gothic"/>
              </a:rPr>
              <a:t>mando</a:t>
            </a:r>
            <a:endParaRPr sz="1300" b="1">
              <a:solidFill>
                <a:srgbClr val="6B7080"/>
              </a:solidFill>
              <a:latin typeface="Century Gothic"/>
              <a:ea typeface="Century Gothic"/>
              <a:cs typeface="Century Gothic"/>
            </a:endParaRPr>
          </a:p>
        </p:txBody>
      </p:sp>
      <p:sp>
        <p:nvSpPr>
          <p:cNvPr id="35" name="Rounded Rectangle 15">
            <a:extLst>
              <a:ext uri="{FF2B5EF4-FFF2-40B4-BE49-F238E27FC236}">
                <a16:creationId xmlns:a16="http://schemas.microsoft.com/office/drawing/2014/main" id="{B895A98A-628D-B97B-A707-F08CE2C48E65}"/>
              </a:ext>
            </a:extLst>
          </p:cNvPr>
          <p:cNvSpPr/>
          <p:nvPr/>
        </p:nvSpPr>
        <p:spPr>
          <a:xfrm>
            <a:off x="9244584" y="1965960"/>
            <a:ext cx="2697480" cy="2514600"/>
          </a:xfrm>
          <a:prstGeom prst="roundRect">
            <a:avLst>
              <a:gd name="adj" fmla="val 7000"/>
            </a:avLst>
          </a:prstGeom>
          <a:solidFill>
            <a:srgbClr val="0080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17">
            <a:extLst>
              <a:ext uri="{FF2B5EF4-FFF2-40B4-BE49-F238E27FC236}">
                <a16:creationId xmlns:a16="http://schemas.microsoft.com/office/drawing/2014/main" id="{19D7856A-2396-D28D-DA4D-E23BCF8B99D5}"/>
              </a:ext>
            </a:extLst>
          </p:cNvPr>
          <p:cNvSpPr txBox="1"/>
          <p:nvPr/>
        </p:nvSpPr>
        <p:spPr>
          <a:xfrm>
            <a:off x="9244584" y="3172968"/>
            <a:ext cx="2697480" cy="2308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chemeClr val="bg1"/>
                </a:solidFill>
                <a:latin typeface="Century Gothic"/>
                <a:ea typeface="Century Gothic"/>
                <a:cs typeface="Century Gothic"/>
              </a:rPr>
              <a:t>4</a:t>
            </a:r>
          </a:p>
        </p:txBody>
      </p:sp>
      <p:sp>
        <p:nvSpPr>
          <p:cNvPr id="45" name="TextBox 18">
            <a:extLst>
              <a:ext uri="{FF2B5EF4-FFF2-40B4-BE49-F238E27FC236}">
                <a16:creationId xmlns:a16="http://schemas.microsoft.com/office/drawing/2014/main" id="{95478951-75B9-818E-F966-C4744EF9903E}"/>
              </a:ext>
            </a:extLst>
          </p:cNvPr>
          <p:cNvSpPr txBox="1"/>
          <p:nvPr/>
        </p:nvSpPr>
        <p:spPr>
          <a:xfrm>
            <a:off x="9427463" y="3593591"/>
            <a:ext cx="2331720" cy="2000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err="1">
                <a:solidFill>
                  <a:schemeClr val="bg1"/>
                </a:solidFill>
                <a:latin typeface="Century Gothic"/>
                <a:ea typeface="Century Gothic"/>
                <a:cs typeface="Century Gothic"/>
              </a:rPr>
              <a:t>Filtros</a:t>
            </a:r>
            <a:endParaRPr sz="1300" b="1">
              <a:solidFill>
                <a:schemeClr val="bg1"/>
              </a:solidFill>
              <a:latin typeface="Century Gothic"/>
              <a:ea typeface="Century Gothic"/>
              <a:cs typeface="Century Gothic"/>
            </a:endParaRPr>
          </a:p>
        </p:txBody>
      </p:sp>
      <p:pic>
        <p:nvPicPr>
          <p:cNvPr id="48" name="Picture 7" descr="01_conceptos_azul.png">
            <a:extLst>
              <a:ext uri="{FF2B5EF4-FFF2-40B4-BE49-F238E27FC236}">
                <a16:creationId xmlns:a16="http://schemas.microsoft.com/office/drawing/2014/main" id="{F543F9C2-D8EB-F3AE-84B0-8F435D6BA2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7028" y="2350008"/>
            <a:ext cx="786384" cy="786384"/>
          </a:xfrm>
          <a:prstGeom prst="rect">
            <a:avLst/>
          </a:prstGeom>
        </p:spPr>
      </p:pic>
      <p:pic>
        <p:nvPicPr>
          <p:cNvPr id="53" name="Picture 12" descr="02_conexion_azul.png">
            <a:extLst>
              <a:ext uri="{FF2B5EF4-FFF2-40B4-BE49-F238E27FC236}">
                <a16:creationId xmlns:a16="http://schemas.microsoft.com/office/drawing/2014/main" id="{9305234B-91D5-D80C-361A-E840EF6EB2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32613" y="2350008"/>
            <a:ext cx="786384" cy="786384"/>
          </a:xfrm>
          <a:prstGeom prst="rect">
            <a:avLst/>
          </a:prstGeom>
        </p:spPr>
      </p:pic>
      <p:pic>
        <p:nvPicPr>
          <p:cNvPr id="56" name="Picture 17" descr="03_navegacion_azul.png">
            <a:extLst>
              <a:ext uri="{FF2B5EF4-FFF2-40B4-BE49-F238E27FC236}">
                <a16:creationId xmlns:a16="http://schemas.microsoft.com/office/drawing/2014/main" id="{7F9FB89C-8397-0B71-BFC7-5E2FCC2D60C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55764" y="2350008"/>
            <a:ext cx="786384" cy="786384"/>
          </a:xfrm>
          <a:prstGeom prst="rect">
            <a:avLst/>
          </a:prstGeom>
        </p:spPr>
      </p:pic>
      <p:pic>
        <p:nvPicPr>
          <p:cNvPr id="58" name="Picture 19" descr="04_filtros_blanco.png">
            <a:extLst>
              <a:ext uri="{FF2B5EF4-FFF2-40B4-BE49-F238E27FC236}">
                <a16:creationId xmlns:a16="http://schemas.microsoft.com/office/drawing/2014/main" id="{110CF342-9508-C398-3E20-EE028173633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00131" y="2386584"/>
            <a:ext cx="786384" cy="7863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971199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err="1">
                <a:latin typeface="Century Gothic" panose="020B0502020202020204" pitchFamily="34" charset="0"/>
              </a:rPr>
              <a:t>Filtros</a:t>
            </a:r>
            <a:r>
              <a:rPr>
                <a:latin typeface="Century Gothic" panose="020B0502020202020204" pitchFamily="34" charset="0"/>
              </a:rPr>
              <a:t>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446520"/>
            <a:ext cx="1005403" cy="2154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B7080"/>
                </a:solidFill>
                <a:latin typeface="Century Gothic" panose="020B0502020202020204" pitchFamily="34" charset="0"/>
              </a:rPr>
              <a:t>© 2026 NTT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98884" y="6446520"/>
            <a:ext cx="296876" cy="2154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>
                <a:solidFill>
                  <a:srgbClr val="6B7080"/>
                </a:solidFill>
                <a:latin typeface="Century Gothic" panose="020B0502020202020204" pitchFamily="34" charset="0"/>
              </a:rPr>
              <a:t>18</a:t>
            </a: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1883D492-36C8-E760-E361-3437B4ADEC75}"/>
              </a:ext>
            </a:extLst>
          </p:cNvPr>
          <p:cNvSpPr txBox="1"/>
          <p:nvPr/>
        </p:nvSpPr>
        <p:spPr>
          <a:xfrm>
            <a:off x="407987" y="781050"/>
            <a:ext cx="904529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1600" b="1">
                <a:latin typeface="Century Gothic"/>
                <a:ea typeface="Century Gothic"/>
                <a:cs typeface="Century Gothic"/>
              </a:rPr>
              <a:t>Los dos niveles de filtro</a:t>
            </a:r>
            <a:endParaRPr lang="es-ES" sz="1600" b="1">
              <a:latin typeface="Century Gothic" panose="020B0502020202020204" pitchFamily="34" charset="0"/>
              <a:ea typeface="Poppins"/>
              <a:cs typeface="Poppins"/>
              <a:sym typeface="Poppins"/>
            </a:endParaRPr>
          </a:p>
        </p:txBody>
      </p:sp>
      <p:sp>
        <p:nvSpPr>
          <p:cNvPr id="6" name="TextBox 2">
            <a:extLst>
              <a:ext uri="{FF2B5EF4-FFF2-40B4-BE49-F238E27FC236}">
                <a16:creationId xmlns:a16="http://schemas.microsoft.com/office/drawing/2014/main" id="{66F71291-4752-CFF4-1646-FE08B946CF72}"/>
              </a:ext>
            </a:extLst>
          </p:cNvPr>
          <p:cNvSpPr txBox="1"/>
          <p:nvPr/>
        </p:nvSpPr>
        <p:spPr>
          <a:xfrm>
            <a:off x="532455" y="1364719"/>
            <a:ext cx="11375136" cy="276999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1200">
                <a:solidFill>
                  <a:srgbClr val="6B7080"/>
                </a:solidFill>
                <a:latin typeface="Century Gothic"/>
                <a:ea typeface="Century Gothic"/>
                <a:cs typeface="Century Gothic"/>
              </a:rPr>
              <a:t>Antes de </a:t>
            </a:r>
            <a:r>
              <a:rPr sz="1200" err="1">
                <a:solidFill>
                  <a:srgbClr val="6B7080"/>
                </a:solidFill>
                <a:latin typeface="Century Gothic"/>
                <a:ea typeface="Century Gothic"/>
                <a:cs typeface="Century Gothic"/>
              </a:rPr>
              <a:t>tocar</a:t>
            </a:r>
            <a:r>
              <a:rPr sz="1200">
                <a:solidFill>
                  <a:srgbClr val="6B7080"/>
                </a:solidFill>
                <a:latin typeface="Century Gothic"/>
                <a:ea typeface="Century Gothic"/>
                <a:cs typeface="Century Gothic"/>
              </a:rPr>
              <a:t> nada, saber </a:t>
            </a:r>
            <a:r>
              <a:rPr sz="1200" err="1">
                <a:solidFill>
                  <a:srgbClr val="6B7080"/>
                </a:solidFill>
                <a:latin typeface="Century Gothic"/>
                <a:ea typeface="Century Gothic"/>
                <a:cs typeface="Century Gothic"/>
              </a:rPr>
              <a:t>dónde</a:t>
            </a:r>
            <a:r>
              <a:rPr sz="1200">
                <a:solidFill>
                  <a:srgbClr val="6B7080"/>
                </a:solidFill>
                <a:latin typeface="Century Gothic"/>
                <a:ea typeface="Century Gothic"/>
                <a:cs typeface="Century Gothic"/>
              </a:rPr>
              <a:t> </a:t>
            </a:r>
            <a:r>
              <a:rPr sz="1200" err="1">
                <a:solidFill>
                  <a:srgbClr val="6B7080"/>
                </a:solidFill>
                <a:latin typeface="Century Gothic"/>
                <a:ea typeface="Century Gothic"/>
                <a:cs typeface="Century Gothic"/>
              </a:rPr>
              <a:t>estás</a:t>
            </a:r>
            <a:r>
              <a:rPr sz="1200">
                <a:solidFill>
                  <a:srgbClr val="6B7080"/>
                </a:solidFill>
                <a:latin typeface="Century Gothic"/>
                <a:ea typeface="Century Gothic"/>
                <a:cs typeface="Century Gothic"/>
              </a:rPr>
              <a:t> </a:t>
            </a:r>
            <a:r>
              <a:rPr sz="1200" err="1">
                <a:solidFill>
                  <a:srgbClr val="6B7080"/>
                </a:solidFill>
                <a:latin typeface="Century Gothic"/>
                <a:ea typeface="Century Gothic"/>
                <a:cs typeface="Century Gothic"/>
              </a:rPr>
              <a:t>filtrando</a:t>
            </a:r>
            <a:endParaRPr sz="1200">
              <a:solidFill>
                <a:srgbClr val="6B7080"/>
              </a:solidFill>
              <a:latin typeface="Century Gothic"/>
              <a:ea typeface="Century Gothic"/>
              <a:cs typeface="Century Gothic"/>
            </a:endParaRPr>
          </a:p>
        </p:txBody>
      </p:sp>
      <p:sp>
        <p:nvSpPr>
          <p:cNvPr id="15" name="Rounded Rectangle 5">
            <a:extLst>
              <a:ext uri="{FF2B5EF4-FFF2-40B4-BE49-F238E27FC236}">
                <a16:creationId xmlns:a16="http://schemas.microsoft.com/office/drawing/2014/main" id="{5CE61D75-3FFA-E64D-C610-C5215D863967}"/>
              </a:ext>
            </a:extLst>
          </p:cNvPr>
          <p:cNvSpPr/>
          <p:nvPr/>
        </p:nvSpPr>
        <p:spPr>
          <a:xfrm>
            <a:off x="399732" y="1969277"/>
            <a:ext cx="5468112" cy="2029968"/>
          </a:xfrm>
          <a:prstGeom prst="round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19456" tIns="164592" rIns="219456" bIns="164592" rtlCol="0" anchor="ctr"/>
          <a:lstStyle/>
          <a:p>
            <a:pPr algn="ctr">
              <a:spcAft>
                <a:spcPts val="600"/>
              </a:spcAft>
            </a:pPr>
            <a:r>
              <a:rPr sz="2000" b="1" err="1">
                <a:solidFill>
                  <a:srgbClr val="070F26"/>
                </a:solidFill>
                <a:latin typeface="Century Gothic"/>
                <a:ea typeface="Century Gothic"/>
                <a:cs typeface="Century Gothic"/>
              </a:rPr>
              <a:t>Filtro</a:t>
            </a:r>
            <a:r>
              <a:rPr sz="2000" b="1">
                <a:solidFill>
                  <a:srgbClr val="070F26"/>
                </a:solidFill>
                <a:latin typeface="Century Gothic"/>
                <a:ea typeface="Century Gothic"/>
                <a:cs typeface="Century Gothic"/>
              </a:rPr>
              <a:t> de </a:t>
            </a:r>
            <a:r>
              <a:rPr sz="2000" b="1" err="1">
                <a:solidFill>
                  <a:srgbClr val="070F26"/>
                </a:solidFill>
                <a:latin typeface="Century Gothic"/>
                <a:ea typeface="Century Gothic"/>
                <a:cs typeface="Century Gothic"/>
              </a:rPr>
              <a:t>componente</a:t>
            </a:r>
            <a:endParaRPr sz="2000" b="1">
              <a:solidFill>
                <a:srgbClr val="070F26"/>
              </a:solidFill>
              <a:latin typeface="Century Gothic"/>
              <a:ea typeface="Century Gothic"/>
              <a:cs typeface="Century Gothic"/>
            </a:endParaRPr>
          </a:p>
          <a:p>
            <a:pPr>
              <a:spcAft>
                <a:spcPts val="1200"/>
              </a:spcAft>
            </a:pPr>
            <a:r>
              <a:rPr sz="1300" b="1" err="1">
                <a:solidFill>
                  <a:srgbClr val="0080B1"/>
                </a:solidFill>
                <a:latin typeface="Century Gothic"/>
                <a:ea typeface="Century Gothic"/>
                <a:cs typeface="Century Gothic"/>
              </a:rPr>
              <a:t>Afecta</a:t>
            </a:r>
            <a:r>
              <a:rPr sz="1300" b="1">
                <a:solidFill>
                  <a:srgbClr val="0080B1"/>
                </a:solidFill>
                <a:latin typeface="Century Gothic"/>
                <a:ea typeface="Century Gothic"/>
                <a:cs typeface="Century Gothic"/>
              </a:rPr>
              <a:t> a un solo </a:t>
            </a:r>
            <a:r>
              <a:rPr sz="1300" b="1" err="1">
                <a:solidFill>
                  <a:srgbClr val="0080B1"/>
                </a:solidFill>
                <a:latin typeface="Century Gothic"/>
                <a:ea typeface="Century Gothic"/>
                <a:cs typeface="Century Gothic"/>
              </a:rPr>
              <a:t>gráfico</a:t>
            </a:r>
            <a:r>
              <a:rPr sz="1300" b="1">
                <a:solidFill>
                  <a:srgbClr val="0080B1"/>
                </a:solidFill>
                <a:latin typeface="Century Gothic"/>
                <a:ea typeface="Century Gothic"/>
                <a:cs typeface="Century Gothic"/>
              </a:rPr>
              <a:t> o </a:t>
            </a:r>
            <a:r>
              <a:rPr sz="1300" b="1" err="1">
                <a:solidFill>
                  <a:srgbClr val="0080B1"/>
                </a:solidFill>
                <a:latin typeface="Century Gothic"/>
                <a:ea typeface="Century Gothic"/>
                <a:cs typeface="Century Gothic"/>
              </a:rPr>
              <a:t>tabla</a:t>
            </a:r>
            <a:r>
              <a:rPr sz="1300" b="1">
                <a:solidFill>
                  <a:srgbClr val="0080B1"/>
                </a:solidFill>
                <a:latin typeface="Century Gothic"/>
                <a:ea typeface="Century Gothic"/>
                <a:cs typeface="Century Gothic"/>
              </a:rPr>
              <a:t>.</a:t>
            </a:r>
          </a:p>
          <a:p>
            <a:pPr marL="285750" indent="-285750">
              <a:spcAft>
                <a:spcPts val="700"/>
              </a:spcAft>
              <a:buFont typeface="Arial" panose="020B0604020202020204" pitchFamily="34" charset="0"/>
              <a:buChar char="•"/>
            </a:pPr>
            <a:r>
              <a:rPr sz="1250" b="0">
                <a:solidFill>
                  <a:srgbClr val="070F26"/>
                </a:solidFill>
                <a:latin typeface="Century Gothic"/>
                <a:ea typeface="Century Gothic"/>
                <a:cs typeface="Century Gothic"/>
              </a:rPr>
              <a:t>Se </a:t>
            </a:r>
            <a:r>
              <a:rPr sz="1250" b="0" err="1">
                <a:solidFill>
                  <a:srgbClr val="070F26"/>
                </a:solidFill>
                <a:latin typeface="Century Gothic"/>
                <a:ea typeface="Century Gothic"/>
                <a:cs typeface="Century Gothic"/>
              </a:rPr>
              <a:t>aplica</a:t>
            </a:r>
            <a:r>
              <a:rPr sz="1250" b="0">
                <a:solidFill>
                  <a:srgbClr val="070F26"/>
                </a:solidFill>
                <a:latin typeface="Century Gothic"/>
                <a:ea typeface="Century Gothic"/>
                <a:cs typeface="Century Gothic"/>
              </a:rPr>
              <a:t> </a:t>
            </a:r>
            <a:r>
              <a:rPr sz="1250" b="0" err="1">
                <a:solidFill>
                  <a:srgbClr val="070F26"/>
                </a:solidFill>
                <a:latin typeface="Century Gothic"/>
                <a:ea typeface="Century Gothic"/>
                <a:cs typeface="Century Gothic"/>
              </a:rPr>
              <a:t>pinchando</a:t>
            </a:r>
            <a:r>
              <a:rPr sz="1250" b="0">
                <a:solidFill>
                  <a:srgbClr val="070F26"/>
                </a:solidFill>
                <a:latin typeface="Century Gothic"/>
                <a:ea typeface="Century Gothic"/>
                <a:cs typeface="Century Gothic"/>
              </a:rPr>
              <a:t> </a:t>
            </a:r>
            <a:r>
              <a:rPr sz="1250" b="0" err="1">
                <a:solidFill>
                  <a:srgbClr val="070F26"/>
                </a:solidFill>
                <a:latin typeface="Century Gothic"/>
                <a:ea typeface="Century Gothic"/>
                <a:cs typeface="Century Gothic"/>
              </a:rPr>
              <a:t>en</a:t>
            </a:r>
            <a:r>
              <a:rPr sz="1250" b="0">
                <a:solidFill>
                  <a:srgbClr val="070F26"/>
                </a:solidFill>
                <a:latin typeface="Century Gothic"/>
                <a:ea typeface="Century Gothic"/>
                <a:cs typeface="Century Gothic"/>
              </a:rPr>
              <a:t> el </a:t>
            </a:r>
            <a:r>
              <a:rPr sz="1250" b="0" err="1">
                <a:solidFill>
                  <a:srgbClr val="070F26"/>
                </a:solidFill>
                <a:latin typeface="Century Gothic"/>
                <a:ea typeface="Century Gothic"/>
                <a:cs typeface="Century Gothic"/>
              </a:rPr>
              <a:t>propio</a:t>
            </a:r>
            <a:r>
              <a:rPr sz="1250" b="0">
                <a:solidFill>
                  <a:srgbClr val="070F26"/>
                </a:solidFill>
                <a:latin typeface="Century Gothic"/>
                <a:ea typeface="Century Gothic"/>
                <a:cs typeface="Century Gothic"/>
              </a:rPr>
              <a:t> </a:t>
            </a:r>
            <a:r>
              <a:rPr sz="1250" b="0" err="1">
                <a:solidFill>
                  <a:srgbClr val="070F26"/>
                </a:solidFill>
                <a:latin typeface="Century Gothic"/>
                <a:ea typeface="Century Gothic"/>
                <a:cs typeface="Century Gothic"/>
              </a:rPr>
              <a:t>elemento</a:t>
            </a:r>
            <a:r>
              <a:rPr lang="es-ES" sz="1250" b="0">
                <a:solidFill>
                  <a:srgbClr val="070F26"/>
                </a:solidFill>
                <a:latin typeface="Century Gothic"/>
                <a:ea typeface="Century Gothic"/>
                <a:cs typeface="Century Gothic"/>
              </a:rPr>
              <a:t>.</a:t>
            </a:r>
            <a:endParaRPr sz="1250" b="0">
              <a:solidFill>
                <a:srgbClr val="070F26"/>
              </a:solidFill>
              <a:latin typeface="Century Gothic"/>
              <a:ea typeface="Century Gothic"/>
              <a:cs typeface="Century Gothic"/>
            </a:endParaRPr>
          </a:p>
          <a:p>
            <a:pPr marL="285750" indent="-285750">
              <a:spcAft>
                <a:spcPts val="700"/>
              </a:spcAft>
              <a:buFont typeface="Arial" panose="020B0604020202020204" pitchFamily="34" charset="0"/>
              <a:buChar char="•"/>
            </a:pPr>
            <a:r>
              <a:rPr sz="1250" b="0" err="1">
                <a:solidFill>
                  <a:srgbClr val="070F26"/>
                </a:solidFill>
                <a:latin typeface="Century Gothic"/>
                <a:ea typeface="Century Gothic"/>
                <a:cs typeface="Century Gothic"/>
              </a:rPr>
              <a:t>Rápido</a:t>
            </a:r>
            <a:r>
              <a:rPr sz="1250" b="0">
                <a:solidFill>
                  <a:srgbClr val="070F26"/>
                </a:solidFill>
                <a:latin typeface="Century Gothic"/>
                <a:ea typeface="Century Gothic"/>
                <a:cs typeface="Century Gothic"/>
              </a:rPr>
              <a:t> y local: </a:t>
            </a:r>
            <a:r>
              <a:rPr sz="1250" b="0" err="1">
                <a:solidFill>
                  <a:srgbClr val="070F26"/>
                </a:solidFill>
                <a:latin typeface="Century Gothic"/>
                <a:ea typeface="Century Gothic"/>
                <a:cs typeface="Century Gothic"/>
              </a:rPr>
              <a:t>sirve</a:t>
            </a:r>
            <a:r>
              <a:rPr sz="1250" b="0">
                <a:solidFill>
                  <a:srgbClr val="070F26"/>
                </a:solidFill>
                <a:latin typeface="Century Gothic"/>
                <a:ea typeface="Century Gothic"/>
                <a:cs typeface="Century Gothic"/>
              </a:rPr>
              <a:t> para </a:t>
            </a:r>
            <a:r>
              <a:rPr sz="1250" b="0" err="1">
                <a:solidFill>
                  <a:srgbClr val="070F26"/>
                </a:solidFill>
                <a:latin typeface="Century Gothic"/>
                <a:ea typeface="Century Gothic"/>
                <a:cs typeface="Century Gothic"/>
              </a:rPr>
              <a:t>explorar</a:t>
            </a:r>
            <a:r>
              <a:rPr lang="es-ES" sz="1250" b="0">
                <a:solidFill>
                  <a:srgbClr val="070F26"/>
                </a:solidFill>
                <a:latin typeface="Century Gothic"/>
                <a:ea typeface="Century Gothic"/>
                <a:cs typeface="Century Gothic"/>
              </a:rPr>
              <a:t>.</a:t>
            </a:r>
            <a:endParaRPr sz="1250" b="0">
              <a:solidFill>
                <a:srgbClr val="070F26"/>
              </a:solidFill>
              <a:latin typeface="Century Gothic"/>
              <a:ea typeface="Century Gothic"/>
              <a:cs typeface="Century Gothic"/>
            </a:endParaRPr>
          </a:p>
          <a:p>
            <a:pPr marL="285750" indent="-285750">
              <a:spcAft>
                <a:spcPts val="700"/>
              </a:spcAft>
              <a:buFont typeface="Arial" panose="020B0604020202020204" pitchFamily="34" charset="0"/>
              <a:buChar char="•"/>
            </a:pPr>
            <a:r>
              <a:rPr sz="1250" b="0">
                <a:solidFill>
                  <a:srgbClr val="070F26"/>
                </a:solidFill>
                <a:latin typeface="Century Gothic"/>
                <a:ea typeface="Century Gothic"/>
                <a:cs typeface="Century Gothic"/>
              </a:rPr>
              <a:t>Se </a:t>
            </a:r>
            <a:r>
              <a:rPr sz="1250" b="0" err="1">
                <a:solidFill>
                  <a:srgbClr val="070F26"/>
                </a:solidFill>
                <a:latin typeface="Century Gothic"/>
                <a:ea typeface="Century Gothic"/>
                <a:cs typeface="Century Gothic"/>
              </a:rPr>
              <a:t>ve</a:t>
            </a:r>
            <a:r>
              <a:rPr sz="1250" b="0">
                <a:solidFill>
                  <a:srgbClr val="070F26"/>
                </a:solidFill>
                <a:latin typeface="Century Gothic"/>
                <a:ea typeface="Century Gothic"/>
                <a:cs typeface="Century Gothic"/>
              </a:rPr>
              <a:t> al </a:t>
            </a:r>
            <a:r>
              <a:rPr sz="1250" b="0" err="1">
                <a:solidFill>
                  <a:srgbClr val="070F26"/>
                </a:solidFill>
                <a:latin typeface="Century Gothic"/>
                <a:ea typeface="Century Gothic"/>
                <a:cs typeface="Century Gothic"/>
              </a:rPr>
              <a:t>momento</a:t>
            </a:r>
            <a:r>
              <a:rPr sz="1250" b="0">
                <a:solidFill>
                  <a:srgbClr val="070F26"/>
                </a:solidFill>
                <a:latin typeface="Century Gothic"/>
                <a:ea typeface="Century Gothic"/>
                <a:cs typeface="Century Gothic"/>
              </a:rPr>
              <a:t> </a:t>
            </a:r>
            <a:r>
              <a:rPr sz="1250" b="0" err="1">
                <a:solidFill>
                  <a:srgbClr val="070F26"/>
                </a:solidFill>
                <a:latin typeface="Century Gothic"/>
                <a:ea typeface="Century Gothic"/>
                <a:cs typeface="Century Gothic"/>
              </a:rPr>
              <a:t>en</a:t>
            </a:r>
            <a:r>
              <a:rPr sz="1250" b="0">
                <a:solidFill>
                  <a:srgbClr val="070F26"/>
                </a:solidFill>
                <a:latin typeface="Century Gothic"/>
                <a:ea typeface="Century Gothic"/>
                <a:cs typeface="Century Gothic"/>
              </a:rPr>
              <a:t> ese </a:t>
            </a:r>
            <a:r>
              <a:rPr sz="1250" b="0" err="1">
                <a:solidFill>
                  <a:srgbClr val="070F26"/>
                </a:solidFill>
                <a:latin typeface="Century Gothic"/>
                <a:ea typeface="Century Gothic"/>
                <a:cs typeface="Century Gothic"/>
              </a:rPr>
              <a:t>componente</a:t>
            </a:r>
            <a:r>
              <a:rPr lang="es-ES" sz="1250" b="0">
                <a:solidFill>
                  <a:srgbClr val="070F26"/>
                </a:solidFill>
                <a:latin typeface="Century Gothic"/>
                <a:ea typeface="Century Gothic"/>
                <a:cs typeface="Century Gothic"/>
              </a:rPr>
              <a:t>.</a:t>
            </a:r>
            <a:endParaRPr sz="1250" b="0">
              <a:solidFill>
                <a:srgbClr val="070F26"/>
              </a:solidFill>
              <a:latin typeface="Century Gothic"/>
              <a:ea typeface="Century Gothic"/>
              <a:cs typeface="Century Gothic"/>
            </a:endParaRPr>
          </a:p>
        </p:txBody>
      </p:sp>
      <p:sp>
        <p:nvSpPr>
          <p:cNvPr id="17" name="Oval 6">
            <a:extLst>
              <a:ext uri="{FF2B5EF4-FFF2-40B4-BE49-F238E27FC236}">
                <a16:creationId xmlns:a16="http://schemas.microsoft.com/office/drawing/2014/main" id="{7F5E3DF4-C838-B1DD-D365-542118D9C1A4}"/>
              </a:ext>
            </a:extLst>
          </p:cNvPr>
          <p:cNvSpPr/>
          <p:nvPr/>
        </p:nvSpPr>
        <p:spPr>
          <a:xfrm>
            <a:off x="5291772" y="2133869"/>
            <a:ext cx="310896" cy="310896"/>
          </a:xfrm>
          <a:prstGeom prst="ellipse">
            <a:avLst/>
          </a:prstGeom>
          <a:solidFill>
            <a:srgbClr val="070F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entury Gothic"/>
                <a:ea typeface="Century Gothic"/>
                <a:cs typeface="Century Gothic"/>
              </a:rPr>
              <a:t>1</a:t>
            </a:r>
          </a:p>
        </p:txBody>
      </p:sp>
      <p:sp>
        <p:nvSpPr>
          <p:cNvPr id="19" name="Rounded Rectangle 7">
            <a:extLst>
              <a:ext uri="{FF2B5EF4-FFF2-40B4-BE49-F238E27FC236}">
                <a16:creationId xmlns:a16="http://schemas.microsoft.com/office/drawing/2014/main" id="{D479680B-0B5F-8489-69DB-0D39D8B84878}"/>
              </a:ext>
            </a:extLst>
          </p:cNvPr>
          <p:cNvSpPr/>
          <p:nvPr/>
        </p:nvSpPr>
        <p:spPr>
          <a:xfrm>
            <a:off x="6315900" y="1969277"/>
            <a:ext cx="5468112" cy="2029968"/>
          </a:xfrm>
          <a:prstGeom prst="round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19456" tIns="164592" rIns="219456" bIns="164592" rtlCol="0" anchor="ctr"/>
          <a:lstStyle/>
          <a:p>
            <a:pPr algn="ctr">
              <a:spcAft>
                <a:spcPts val="600"/>
              </a:spcAft>
            </a:pPr>
            <a:r>
              <a:rPr sz="2000" b="1" err="1">
                <a:solidFill>
                  <a:srgbClr val="070F26"/>
                </a:solidFill>
                <a:latin typeface="Century Gothic"/>
                <a:ea typeface="Century Gothic"/>
                <a:cs typeface="Century Gothic"/>
              </a:rPr>
              <a:t>Filtro</a:t>
            </a:r>
            <a:r>
              <a:rPr sz="2000" b="1">
                <a:solidFill>
                  <a:srgbClr val="070F26"/>
                </a:solidFill>
                <a:latin typeface="Century Gothic"/>
                <a:ea typeface="Century Gothic"/>
                <a:cs typeface="Century Gothic"/>
              </a:rPr>
              <a:t> de </a:t>
            </a:r>
            <a:r>
              <a:rPr sz="2000" b="1" err="1">
                <a:solidFill>
                  <a:srgbClr val="070F26"/>
                </a:solidFill>
                <a:latin typeface="Century Gothic"/>
                <a:ea typeface="Century Gothic"/>
                <a:cs typeface="Century Gothic"/>
              </a:rPr>
              <a:t>proceso</a:t>
            </a:r>
            <a:endParaRPr sz="2000" b="1">
              <a:solidFill>
                <a:srgbClr val="070F26"/>
              </a:solidFill>
              <a:latin typeface="Century Gothic"/>
              <a:ea typeface="Century Gothic"/>
              <a:cs typeface="Century Gothic"/>
            </a:endParaRPr>
          </a:p>
          <a:p>
            <a:pPr>
              <a:spcAft>
                <a:spcPts val="1200"/>
              </a:spcAft>
            </a:pPr>
            <a:r>
              <a:rPr sz="1300" b="1" err="1">
                <a:solidFill>
                  <a:srgbClr val="0080B1"/>
                </a:solidFill>
                <a:latin typeface="Century Gothic"/>
                <a:ea typeface="Century Gothic"/>
                <a:cs typeface="Century Gothic"/>
              </a:rPr>
              <a:t>Afecta</a:t>
            </a:r>
            <a:r>
              <a:rPr sz="1300" b="1">
                <a:solidFill>
                  <a:srgbClr val="0080B1"/>
                </a:solidFill>
                <a:latin typeface="Century Gothic"/>
                <a:ea typeface="Century Gothic"/>
                <a:cs typeface="Century Gothic"/>
              </a:rPr>
              <a:t> a </a:t>
            </a:r>
            <a:r>
              <a:rPr sz="1300" b="1" err="1">
                <a:solidFill>
                  <a:srgbClr val="0080B1"/>
                </a:solidFill>
                <a:latin typeface="Century Gothic"/>
                <a:ea typeface="Century Gothic"/>
                <a:cs typeface="Century Gothic"/>
              </a:rPr>
              <a:t>todo</a:t>
            </a:r>
            <a:r>
              <a:rPr sz="1300" b="1">
                <a:solidFill>
                  <a:srgbClr val="0080B1"/>
                </a:solidFill>
                <a:latin typeface="Century Gothic"/>
                <a:ea typeface="Century Gothic"/>
                <a:cs typeface="Century Gothic"/>
              </a:rPr>
              <a:t> el </a:t>
            </a:r>
            <a:r>
              <a:rPr sz="1300" b="1" err="1">
                <a:solidFill>
                  <a:srgbClr val="0080B1"/>
                </a:solidFill>
                <a:latin typeface="Century Gothic"/>
                <a:ea typeface="Century Gothic"/>
                <a:cs typeface="Century Gothic"/>
              </a:rPr>
              <a:t>análisis</a:t>
            </a:r>
            <a:r>
              <a:rPr sz="1300" b="1">
                <a:solidFill>
                  <a:srgbClr val="0080B1"/>
                </a:solidFill>
                <a:latin typeface="Century Gothic"/>
                <a:ea typeface="Century Gothic"/>
                <a:cs typeface="Century Gothic"/>
              </a:rPr>
              <a:t>.</a:t>
            </a:r>
          </a:p>
          <a:p>
            <a:pPr marL="285750" indent="-285750">
              <a:spcAft>
                <a:spcPts val="700"/>
              </a:spcAft>
              <a:buFont typeface="Arial" panose="020B0604020202020204" pitchFamily="34" charset="0"/>
              <a:buChar char="•"/>
            </a:pPr>
            <a:r>
              <a:rPr sz="1250" b="0">
                <a:solidFill>
                  <a:srgbClr val="070F26"/>
                </a:solidFill>
                <a:latin typeface="Century Gothic"/>
                <a:ea typeface="Century Gothic"/>
                <a:cs typeface="Century Gothic"/>
              </a:rPr>
              <a:t>Se </a:t>
            </a:r>
            <a:r>
              <a:rPr sz="1250" b="0" err="1">
                <a:solidFill>
                  <a:srgbClr val="070F26"/>
                </a:solidFill>
                <a:latin typeface="Century Gothic"/>
                <a:ea typeface="Century Gothic"/>
                <a:cs typeface="Century Gothic"/>
              </a:rPr>
              <a:t>aplica</a:t>
            </a:r>
            <a:r>
              <a:rPr sz="1250" b="0">
                <a:solidFill>
                  <a:srgbClr val="070F26"/>
                </a:solidFill>
                <a:latin typeface="Century Gothic"/>
                <a:ea typeface="Century Gothic"/>
                <a:cs typeface="Century Gothic"/>
              </a:rPr>
              <a:t> </a:t>
            </a:r>
            <a:r>
              <a:rPr sz="1250" b="0" err="1">
                <a:solidFill>
                  <a:srgbClr val="070F26"/>
                </a:solidFill>
                <a:latin typeface="Century Gothic"/>
                <a:ea typeface="Century Gothic"/>
                <a:cs typeface="Century Gothic"/>
              </a:rPr>
              <a:t>desde</a:t>
            </a:r>
            <a:r>
              <a:rPr sz="1250" b="0">
                <a:solidFill>
                  <a:srgbClr val="070F26"/>
                </a:solidFill>
                <a:latin typeface="Century Gothic"/>
                <a:ea typeface="Century Gothic"/>
                <a:cs typeface="Century Gothic"/>
              </a:rPr>
              <a:t> el </a:t>
            </a:r>
            <a:r>
              <a:rPr sz="1250" b="0" err="1">
                <a:solidFill>
                  <a:srgbClr val="070F26"/>
                </a:solidFill>
                <a:latin typeface="Century Gothic"/>
                <a:ea typeface="Century Gothic"/>
                <a:cs typeface="Century Gothic"/>
              </a:rPr>
              <a:t>menú</a:t>
            </a:r>
            <a:r>
              <a:rPr sz="1250" b="0">
                <a:solidFill>
                  <a:srgbClr val="070F26"/>
                </a:solidFill>
                <a:latin typeface="Century Gothic"/>
                <a:ea typeface="Century Gothic"/>
                <a:cs typeface="Century Gothic"/>
              </a:rPr>
              <a:t> del </a:t>
            </a:r>
            <a:r>
              <a:rPr sz="1250" b="0" err="1">
                <a:solidFill>
                  <a:srgbClr val="070F26"/>
                </a:solidFill>
                <a:latin typeface="Century Gothic"/>
                <a:ea typeface="Century Gothic"/>
                <a:cs typeface="Century Gothic"/>
              </a:rPr>
              <a:t>embudo</a:t>
            </a:r>
            <a:r>
              <a:rPr lang="es-ES" sz="1250">
                <a:solidFill>
                  <a:srgbClr val="070F26"/>
                </a:solidFill>
                <a:latin typeface="Century Gothic"/>
                <a:ea typeface="Century Gothic"/>
                <a:cs typeface="Century Gothic"/>
              </a:rPr>
              <a:t>.</a:t>
            </a:r>
            <a:endParaRPr sz="1250" b="0">
              <a:solidFill>
                <a:srgbClr val="070F26"/>
              </a:solidFill>
              <a:latin typeface="Century Gothic"/>
              <a:ea typeface="Century Gothic"/>
              <a:cs typeface="Century Gothic"/>
            </a:endParaRPr>
          </a:p>
          <a:p>
            <a:pPr marL="285750" indent="-285750">
              <a:spcAft>
                <a:spcPts val="700"/>
              </a:spcAft>
              <a:buFont typeface="Arial" panose="020B0604020202020204" pitchFamily="34" charset="0"/>
              <a:buChar char="•"/>
            </a:pPr>
            <a:r>
              <a:rPr sz="1250" b="0">
                <a:solidFill>
                  <a:srgbClr val="070F26"/>
                </a:solidFill>
                <a:latin typeface="Century Gothic"/>
                <a:ea typeface="Century Gothic"/>
                <a:cs typeface="Century Gothic"/>
              </a:rPr>
              <a:t>Global y </a:t>
            </a:r>
            <a:r>
              <a:rPr sz="1250" b="0" err="1">
                <a:solidFill>
                  <a:srgbClr val="070F26"/>
                </a:solidFill>
                <a:latin typeface="Century Gothic"/>
                <a:ea typeface="Century Gothic"/>
                <a:cs typeface="Century Gothic"/>
              </a:rPr>
              <a:t>persistente</a:t>
            </a:r>
            <a:r>
              <a:rPr sz="1250" b="0">
                <a:solidFill>
                  <a:srgbClr val="070F26"/>
                </a:solidFill>
                <a:latin typeface="Century Gothic"/>
                <a:ea typeface="Century Gothic"/>
                <a:cs typeface="Century Gothic"/>
              </a:rPr>
              <a:t>: </a:t>
            </a:r>
            <a:r>
              <a:rPr sz="1250" b="0" err="1">
                <a:solidFill>
                  <a:srgbClr val="070F26"/>
                </a:solidFill>
                <a:latin typeface="Century Gothic"/>
                <a:ea typeface="Century Gothic"/>
                <a:cs typeface="Century Gothic"/>
              </a:rPr>
              <a:t>acota</a:t>
            </a:r>
            <a:r>
              <a:rPr sz="1250" b="0">
                <a:solidFill>
                  <a:srgbClr val="070F26"/>
                </a:solidFill>
                <a:latin typeface="Century Gothic"/>
                <a:ea typeface="Century Gothic"/>
                <a:cs typeface="Century Gothic"/>
              </a:rPr>
              <a:t> el </a:t>
            </a:r>
            <a:r>
              <a:rPr sz="1250" b="0" err="1">
                <a:solidFill>
                  <a:srgbClr val="070F26"/>
                </a:solidFill>
                <a:latin typeface="Century Gothic"/>
                <a:ea typeface="Century Gothic"/>
                <a:cs typeface="Century Gothic"/>
              </a:rPr>
              <a:t>estudio</a:t>
            </a:r>
            <a:r>
              <a:rPr sz="1250" b="0">
                <a:solidFill>
                  <a:srgbClr val="070F26"/>
                </a:solidFill>
                <a:latin typeface="Century Gothic"/>
                <a:ea typeface="Century Gothic"/>
                <a:cs typeface="Century Gothic"/>
              </a:rPr>
              <a:t> </a:t>
            </a:r>
            <a:r>
              <a:rPr sz="1250" b="0" err="1">
                <a:solidFill>
                  <a:srgbClr val="070F26"/>
                </a:solidFill>
                <a:latin typeface="Century Gothic"/>
                <a:ea typeface="Century Gothic"/>
                <a:cs typeface="Century Gothic"/>
              </a:rPr>
              <a:t>entero</a:t>
            </a:r>
            <a:r>
              <a:rPr lang="es-ES" sz="1250" b="0">
                <a:solidFill>
                  <a:srgbClr val="070F26"/>
                </a:solidFill>
                <a:latin typeface="Century Gothic"/>
                <a:ea typeface="Century Gothic"/>
                <a:cs typeface="Century Gothic"/>
              </a:rPr>
              <a:t>.</a:t>
            </a:r>
            <a:endParaRPr sz="1250" b="0">
              <a:solidFill>
                <a:srgbClr val="070F26"/>
              </a:solidFill>
              <a:latin typeface="Century Gothic"/>
              <a:ea typeface="Century Gothic"/>
              <a:cs typeface="Century Gothic"/>
            </a:endParaRPr>
          </a:p>
          <a:p>
            <a:pPr marL="285750" indent="-285750">
              <a:spcAft>
                <a:spcPts val="700"/>
              </a:spcAft>
              <a:buFont typeface="Arial" panose="020B0604020202020204" pitchFamily="34" charset="0"/>
              <a:buChar char="•"/>
            </a:pPr>
            <a:r>
              <a:rPr sz="1250" b="0">
                <a:solidFill>
                  <a:srgbClr val="070F26"/>
                </a:solidFill>
                <a:latin typeface="Century Gothic"/>
                <a:ea typeface="Century Gothic"/>
                <a:cs typeface="Century Gothic"/>
              </a:rPr>
              <a:t>Se </a:t>
            </a:r>
            <a:r>
              <a:rPr sz="1250" b="0" err="1">
                <a:solidFill>
                  <a:srgbClr val="070F26"/>
                </a:solidFill>
                <a:latin typeface="Century Gothic"/>
                <a:ea typeface="Century Gothic"/>
                <a:cs typeface="Century Gothic"/>
              </a:rPr>
              <a:t>queda</a:t>
            </a:r>
            <a:r>
              <a:rPr sz="1250" b="0">
                <a:solidFill>
                  <a:srgbClr val="070F26"/>
                </a:solidFill>
                <a:latin typeface="Century Gothic"/>
                <a:ea typeface="Century Gothic"/>
                <a:cs typeface="Century Gothic"/>
              </a:rPr>
              <a:t> </a:t>
            </a:r>
            <a:r>
              <a:rPr sz="1250" b="0" err="1">
                <a:solidFill>
                  <a:srgbClr val="070F26"/>
                </a:solidFill>
                <a:latin typeface="Century Gothic"/>
                <a:ea typeface="Century Gothic"/>
                <a:cs typeface="Century Gothic"/>
              </a:rPr>
              <a:t>puesto</a:t>
            </a:r>
            <a:r>
              <a:rPr sz="1250" b="0">
                <a:solidFill>
                  <a:srgbClr val="070F26"/>
                </a:solidFill>
                <a:latin typeface="Century Gothic"/>
                <a:ea typeface="Century Gothic"/>
                <a:cs typeface="Century Gothic"/>
              </a:rPr>
              <a:t> hasta </a:t>
            </a:r>
            <a:r>
              <a:rPr sz="1250" b="0" err="1">
                <a:solidFill>
                  <a:srgbClr val="070F26"/>
                </a:solidFill>
                <a:latin typeface="Century Gothic"/>
                <a:ea typeface="Century Gothic"/>
                <a:cs typeface="Century Gothic"/>
              </a:rPr>
              <a:t>que</a:t>
            </a:r>
            <a:r>
              <a:rPr sz="1250" b="0">
                <a:solidFill>
                  <a:srgbClr val="070F26"/>
                </a:solidFill>
                <a:latin typeface="Century Gothic"/>
                <a:ea typeface="Century Gothic"/>
                <a:cs typeface="Century Gothic"/>
              </a:rPr>
              <a:t> lo </a:t>
            </a:r>
            <a:r>
              <a:rPr sz="1250" b="0" err="1">
                <a:solidFill>
                  <a:srgbClr val="070F26"/>
                </a:solidFill>
                <a:latin typeface="Century Gothic"/>
                <a:ea typeface="Century Gothic"/>
                <a:cs typeface="Century Gothic"/>
              </a:rPr>
              <a:t>quitas</a:t>
            </a:r>
            <a:r>
              <a:rPr lang="es-ES" sz="1250" b="0">
                <a:solidFill>
                  <a:srgbClr val="070F26"/>
                </a:solidFill>
                <a:latin typeface="Century Gothic"/>
                <a:ea typeface="Century Gothic"/>
                <a:cs typeface="Century Gothic"/>
              </a:rPr>
              <a:t>.</a:t>
            </a:r>
            <a:endParaRPr sz="1250" b="0">
              <a:solidFill>
                <a:srgbClr val="070F26"/>
              </a:solidFill>
              <a:latin typeface="Century Gothic"/>
              <a:ea typeface="Century Gothic"/>
              <a:cs typeface="Century Gothic"/>
            </a:endParaRPr>
          </a:p>
        </p:txBody>
      </p:sp>
      <p:sp>
        <p:nvSpPr>
          <p:cNvPr id="21" name="Oval 8">
            <a:extLst>
              <a:ext uri="{FF2B5EF4-FFF2-40B4-BE49-F238E27FC236}">
                <a16:creationId xmlns:a16="http://schemas.microsoft.com/office/drawing/2014/main" id="{898CD254-F0DC-AF3C-A013-1A5331BA176B}"/>
              </a:ext>
            </a:extLst>
          </p:cNvPr>
          <p:cNvSpPr/>
          <p:nvPr/>
        </p:nvSpPr>
        <p:spPr>
          <a:xfrm>
            <a:off x="11189652" y="2133869"/>
            <a:ext cx="310896" cy="310896"/>
          </a:xfrm>
          <a:prstGeom prst="ellipse">
            <a:avLst/>
          </a:prstGeom>
          <a:solidFill>
            <a:srgbClr val="070F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entury Gothic"/>
                <a:ea typeface="Century Gothic"/>
                <a:cs typeface="Century Gothic"/>
              </a:rPr>
              <a:t>2</a:t>
            </a:r>
          </a:p>
        </p:txBody>
      </p:sp>
      <p:sp>
        <p:nvSpPr>
          <p:cNvPr id="23" name="Rounded Rectangle 9">
            <a:extLst>
              <a:ext uri="{FF2B5EF4-FFF2-40B4-BE49-F238E27FC236}">
                <a16:creationId xmlns:a16="http://schemas.microsoft.com/office/drawing/2014/main" id="{24C7E511-422B-289F-FED3-95DE4C3A6E8A}"/>
              </a:ext>
            </a:extLst>
          </p:cNvPr>
          <p:cNvSpPr/>
          <p:nvPr/>
        </p:nvSpPr>
        <p:spPr>
          <a:xfrm>
            <a:off x="399732" y="4310140"/>
            <a:ext cx="11375136" cy="1250715"/>
          </a:xfrm>
          <a:prstGeom prst="roundRect">
            <a:avLst/>
          </a:prstGeom>
          <a:solidFill>
            <a:srgbClr val="FDF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19456" tIns="164592" rIns="219456" bIns="164592" rtlCol="0" anchor="ctr"/>
          <a:lstStyle/>
          <a:p>
            <a:pPr algn="ctr">
              <a:spcAft>
                <a:spcPts val="600"/>
              </a:spcAft>
            </a:pPr>
            <a:r>
              <a:rPr sz="1200" b="1">
                <a:solidFill>
                  <a:srgbClr val="B45309"/>
                </a:solidFill>
                <a:latin typeface="Century Gothic"/>
                <a:ea typeface="Century Gothic"/>
                <a:cs typeface="Century Gothic"/>
              </a:rPr>
              <a:t>La </a:t>
            </a:r>
            <a:r>
              <a:rPr sz="1200" b="1" err="1">
                <a:solidFill>
                  <a:srgbClr val="B45309"/>
                </a:solidFill>
                <a:latin typeface="Century Gothic"/>
                <a:ea typeface="Century Gothic"/>
                <a:cs typeface="Century Gothic"/>
              </a:rPr>
              <a:t>confusión</a:t>
            </a:r>
            <a:r>
              <a:rPr sz="1200" b="1">
                <a:solidFill>
                  <a:srgbClr val="B45309"/>
                </a:solidFill>
                <a:latin typeface="Century Gothic"/>
                <a:ea typeface="Century Gothic"/>
                <a:cs typeface="Century Gothic"/>
              </a:rPr>
              <a:t> </a:t>
            </a:r>
            <a:r>
              <a:rPr sz="1200" b="1" err="1">
                <a:solidFill>
                  <a:srgbClr val="B45309"/>
                </a:solidFill>
                <a:latin typeface="Century Gothic"/>
                <a:ea typeface="Century Gothic"/>
                <a:cs typeface="Century Gothic"/>
              </a:rPr>
              <a:t>más</a:t>
            </a:r>
            <a:r>
              <a:rPr sz="1200" b="1">
                <a:solidFill>
                  <a:srgbClr val="B45309"/>
                </a:solidFill>
                <a:latin typeface="Century Gothic"/>
                <a:ea typeface="Century Gothic"/>
                <a:cs typeface="Century Gothic"/>
              </a:rPr>
              <a:t> </a:t>
            </a:r>
            <a:r>
              <a:rPr sz="1200" b="1" err="1">
                <a:solidFill>
                  <a:srgbClr val="B45309"/>
                </a:solidFill>
                <a:latin typeface="Century Gothic"/>
                <a:ea typeface="Century Gothic"/>
                <a:cs typeface="Century Gothic"/>
              </a:rPr>
              <a:t>común</a:t>
            </a:r>
            <a:endParaRPr sz="1200" b="1">
              <a:solidFill>
                <a:srgbClr val="B45309"/>
              </a:solidFill>
              <a:latin typeface="Century Gothic"/>
              <a:ea typeface="Century Gothic"/>
              <a:cs typeface="Century Gothic"/>
            </a:endParaRP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070F26"/>
                </a:solidFill>
                <a:latin typeface="Century Gothic"/>
                <a:ea typeface="Century Gothic"/>
                <a:cs typeface="Century Gothic"/>
              </a:rPr>
              <a:t>Creer </a:t>
            </a:r>
            <a:r>
              <a:rPr sz="1300" b="0" err="1">
                <a:solidFill>
                  <a:srgbClr val="070F26"/>
                </a:solidFill>
                <a:latin typeface="Century Gothic"/>
                <a:ea typeface="Century Gothic"/>
                <a:cs typeface="Century Gothic"/>
              </a:rPr>
              <a:t>que</a:t>
            </a:r>
            <a:r>
              <a:rPr sz="1300" b="0">
                <a:solidFill>
                  <a:srgbClr val="070F26"/>
                </a:solidFill>
                <a:latin typeface="Century Gothic"/>
                <a:ea typeface="Century Gothic"/>
                <a:cs typeface="Century Gothic"/>
              </a:rPr>
              <a:t> un </a:t>
            </a:r>
            <a:r>
              <a:rPr sz="1300" b="0" err="1">
                <a:solidFill>
                  <a:srgbClr val="070F26"/>
                </a:solidFill>
                <a:latin typeface="Century Gothic"/>
                <a:ea typeface="Century Gothic"/>
                <a:cs typeface="Century Gothic"/>
              </a:rPr>
              <a:t>filtro</a:t>
            </a:r>
            <a:r>
              <a:rPr sz="1300" b="0">
                <a:solidFill>
                  <a:srgbClr val="070F26"/>
                </a:solidFill>
                <a:latin typeface="Century Gothic"/>
                <a:ea typeface="Century Gothic"/>
                <a:cs typeface="Century Gothic"/>
              </a:rPr>
              <a:t> es local </a:t>
            </a:r>
            <a:r>
              <a:rPr sz="1300" b="0" err="1">
                <a:solidFill>
                  <a:srgbClr val="070F26"/>
                </a:solidFill>
                <a:latin typeface="Century Gothic"/>
                <a:ea typeface="Century Gothic"/>
                <a:cs typeface="Century Gothic"/>
              </a:rPr>
              <a:t>cuando</a:t>
            </a:r>
            <a:r>
              <a:rPr sz="1300" b="0">
                <a:solidFill>
                  <a:srgbClr val="070F26"/>
                </a:solidFill>
                <a:latin typeface="Century Gothic"/>
                <a:ea typeface="Century Gothic"/>
                <a:cs typeface="Century Gothic"/>
              </a:rPr>
              <a:t> es global. Si </a:t>
            </a:r>
            <a:r>
              <a:rPr sz="1300" b="0" err="1">
                <a:solidFill>
                  <a:srgbClr val="070F26"/>
                </a:solidFill>
                <a:latin typeface="Century Gothic"/>
                <a:ea typeface="Century Gothic"/>
                <a:cs typeface="Century Gothic"/>
              </a:rPr>
              <a:t>los</a:t>
            </a:r>
            <a:r>
              <a:rPr sz="1300" b="0">
                <a:solidFill>
                  <a:srgbClr val="070F26"/>
                </a:solidFill>
                <a:latin typeface="Century Gothic"/>
                <a:ea typeface="Century Gothic"/>
                <a:cs typeface="Century Gothic"/>
              </a:rPr>
              <a:t> </a:t>
            </a:r>
            <a:r>
              <a:rPr sz="1300" b="0" err="1">
                <a:solidFill>
                  <a:srgbClr val="070F26"/>
                </a:solidFill>
                <a:latin typeface="Century Gothic"/>
                <a:ea typeface="Century Gothic"/>
                <a:cs typeface="Century Gothic"/>
              </a:rPr>
              <a:t>números</a:t>
            </a:r>
            <a:r>
              <a:rPr sz="1300" b="0">
                <a:solidFill>
                  <a:srgbClr val="070F26"/>
                </a:solidFill>
                <a:latin typeface="Century Gothic"/>
                <a:ea typeface="Century Gothic"/>
                <a:cs typeface="Century Gothic"/>
              </a:rPr>
              <a:t> no </a:t>
            </a:r>
            <a:r>
              <a:rPr sz="1300" b="0" err="1">
                <a:solidFill>
                  <a:srgbClr val="070F26"/>
                </a:solidFill>
                <a:latin typeface="Century Gothic"/>
                <a:ea typeface="Century Gothic"/>
                <a:cs typeface="Century Gothic"/>
              </a:rPr>
              <a:t>cuadran</a:t>
            </a:r>
            <a:r>
              <a:rPr sz="1300" b="0">
                <a:solidFill>
                  <a:srgbClr val="070F26"/>
                </a:solidFill>
                <a:latin typeface="Century Gothic"/>
                <a:ea typeface="Century Gothic"/>
                <a:cs typeface="Century Gothic"/>
              </a:rPr>
              <a:t> o </a:t>
            </a:r>
            <a:r>
              <a:rPr sz="1300" b="0" err="1">
                <a:solidFill>
                  <a:srgbClr val="070F26"/>
                </a:solidFill>
                <a:latin typeface="Century Gothic"/>
                <a:ea typeface="Century Gothic"/>
                <a:cs typeface="Century Gothic"/>
              </a:rPr>
              <a:t>aparecen</a:t>
            </a:r>
            <a:r>
              <a:rPr sz="1300" b="0">
                <a:solidFill>
                  <a:srgbClr val="070F26"/>
                </a:solidFill>
                <a:latin typeface="Century Gothic"/>
                <a:ea typeface="Century Gothic"/>
                <a:cs typeface="Century Gothic"/>
              </a:rPr>
              <a:t> </a:t>
            </a:r>
            <a:r>
              <a:rPr sz="1300" b="0" err="1">
                <a:solidFill>
                  <a:srgbClr val="070F26"/>
                </a:solidFill>
                <a:latin typeface="Century Gothic"/>
                <a:ea typeface="Century Gothic"/>
                <a:cs typeface="Century Gothic"/>
              </a:rPr>
              <a:t>en</a:t>
            </a:r>
            <a:r>
              <a:rPr sz="1300" b="0">
                <a:solidFill>
                  <a:srgbClr val="070F26"/>
                </a:solidFill>
                <a:latin typeface="Century Gothic"/>
                <a:ea typeface="Century Gothic"/>
                <a:cs typeface="Century Gothic"/>
              </a:rPr>
              <a:t> </a:t>
            </a:r>
            <a:r>
              <a:rPr sz="1300" b="0" err="1">
                <a:solidFill>
                  <a:srgbClr val="070F26"/>
                </a:solidFill>
                <a:latin typeface="Century Gothic"/>
                <a:ea typeface="Century Gothic"/>
                <a:cs typeface="Century Gothic"/>
              </a:rPr>
              <a:t>blanco</a:t>
            </a:r>
            <a:r>
              <a:rPr sz="1300" b="0">
                <a:solidFill>
                  <a:srgbClr val="070F26"/>
                </a:solidFill>
                <a:latin typeface="Century Gothic"/>
                <a:ea typeface="Century Gothic"/>
                <a:cs typeface="Century Gothic"/>
              </a:rPr>
              <a:t>, lo primero es </a:t>
            </a:r>
            <a:r>
              <a:rPr sz="1300" b="0" err="1">
                <a:solidFill>
                  <a:srgbClr val="070F26"/>
                </a:solidFill>
                <a:latin typeface="Century Gothic"/>
                <a:ea typeface="Century Gothic"/>
                <a:cs typeface="Century Gothic"/>
              </a:rPr>
              <a:t>mirar</a:t>
            </a:r>
            <a:r>
              <a:rPr sz="1300" b="0">
                <a:solidFill>
                  <a:srgbClr val="070F26"/>
                </a:solidFill>
                <a:latin typeface="Century Gothic"/>
                <a:ea typeface="Century Gothic"/>
                <a:cs typeface="Century Gothic"/>
              </a:rPr>
              <a:t> el </a:t>
            </a:r>
            <a:r>
              <a:rPr sz="1300" b="0" err="1">
                <a:solidFill>
                  <a:srgbClr val="070F26"/>
                </a:solidFill>
                <a:latin typeface="Century Gothic"/>
                <a:ea typeface="Century Gothic"/>
                <a:cs typeface="Century Gothic"/>
              </a:rPr>
              <a:t>embudo</a:t>
            </a:r>
            <a:r>
              <a:rPr sz="1300" b="0">
                <a:solidFill>
                  <a:srgbClr val="070F26"/>
                </a:solidFill>
                <a:latin typeface="Century Gothic"/>
                <a:ea typeface="Century Gothic"/>
                <a:cs typeface="Century Gothic"/>
              </a:rPr>
              <a:t>: </a:t>
            </a:r>
            <a:r>
              <a:rPr sz="1300" b="0" err="1">
                <a:solidFill>
                  <a:srgbClr val="070F26"/>
                </a:solidFill>
                <a:latin typeface="Century Gothic"/>
                <a:ea typeface="Century Gothic"/>
                <a:cs typeface="Century Gothic"/>
              </a:rPr>
              <a:t>casi</a:t>
            </a:r>
            <a:r>
              <a:rPr sz="1300" b="0">
                <a:solidFill>
                  <a:srgbClr val="070F26"/>
                </a:solidFill>
                <a:latin typeface="Century Gothic"/>
                <a:ea typeface="Century Gothic"/>
                <a:cs typeface="Century Gothic"/>
              </a:rPr>
              <a:t> </a:t>
            </a:r>
            <a:r>
              <a:rPr sz="1300" b="0" err="1">
                <a:solidFill>
                  <a:srgbClr val="070F26"/>
                </a:solidFill>
                <a:latin typeface="Century Gothic"/>
                <a:ea typeface="Century Gothic"/>
                <a:cs typeface="Century Gothic"/>
              </a:rPr>
              <a:t>siempre</a:t>
            </a:r>
            <a:r>
              <a:rPr sz="1300" b="0">
                <a:solidFill>
                  <a:srgbClr val="070F26"/>
                </a:solidFill>
                <a:latin typeface="Century Gothic"/>
                <a:ea typeface="Century Gothic"/>
                <a:cs typeface="Century Gothic"/>
              </a:rPr>
              <a:t> hay un </a:t>
            </a:r>
            <a:r>
              <a:rPr sz="1300" b="0" err="1">
                <a:solidFill>
                  <a:srgbClr val="070F26"/>
                </a:solidFill>
                <a:latin typeface="Century Gothic"/>
                <a:ea typeface="Century Gothic"/>
                <a:cs typeface="Century Gothic"/>
              </a:rPr>
              <a:t>filtro</a:t>
            </a:r>
            <a:r>
              <a:rPr sz="1300" b="0">
                <a:solidFill>
                  <a:srgbClr val="070F26"/>
                </a:solidFill>
                <a:latin typeface="Century Gothic"/>
                <a:ea typeface="Century Gothic"/>
                <a:cs typeface="Century Gothic"/>
              </a:rPr>
              <a:t> de </a:t>
            </a:r>
            <a:r>
              <a:rPr sz="1300" b="0" err="1">
                <a:solidFill>
                  <a:srgbClr val="070F26"/>
                </a:solidFill>
                <a:latin typeface="Century Gothic"/>
                <a:ea typeface="Century Gothic"/>
                <a:cs typeface="Century Gothic"/>
              </a:rPr>
              <a:t>proceso</a:t>
            </a:r>
            <a:r>
              <a:rPr sz="1300" b="0">
                <a:solidFill>
                  <a:srgbClr val="070F26"/>
                </a:solidFill>
                <a:latin typeface="Century Gothic"/>
                <a:ea typeface="Century Gothic"/>
                <a:cs typeface="Century Gothic"/>
              </a:rPr>
              <a:t> </a:t>
            </a:r>
            <a:r>
              <a:rPr sz="1300" b="0" err="1">
                <a:solidFill>
                  <a:srgbClr val="070F26"/>
                </a:solidFill>
                <a:latin typeface="Century Gothic"/>
                <a:ea typeface="Century Gothic"/>
                <a:cs typeface="Century Gothic"/>
              </a:rPr>
              <a:t>puesto</a:t>
            </a:r>
            <a:r>
              <a:rPr sz="1300" b="0">
                <a:solidFill>
                  <a:srgbClr val="070F26"/>
                </a:solidFill>
                <a:latin typeface="Century Gothic"/>
                <a:ea typeface="Century Gothic"/>
                <a:cs typeface="Century Gothic"/>
              </a:rPr>
              <a:t> de antes.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B5E5D7-E9AC-91B0-6A7D-0C22EB663C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146DFE-1614-07C1-F8C4-57A06422B2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err="1">
                <a:latin typeface="Century Gothic" panose="020B0502020202020204" pitchFamily="34" charset="0"/>
              </a:rPr>
              <a:t>Filtros</a:t>
            </a:r>
            <a:r>
              <a:rPr>
                <a:latin typeface="Century Gothic" panose="020B0502020202020204" pitchFamily="34" charset="0"/>
              </a:rPr>
              <a:t> </a:t>
            </a:r>
            <a:r>
              <a:rPr err="1">
                <a:latin typeface="Century Gothic" panose="020B0502020202020204" pitchFamily="34" charset="0"/>
              </a:rPr>
              <a:t>en</a:t>
            </a:r>
            <a:r>
              <a:rPr>
                <a:latin typeface="Century Gothic" panose="020B0502020202020204" pitchFamily="34" charset="0"/>
              </a:rPr>
              <a:t> </a:t>
            </a:r>
            <a:r>
              <a:rPr err="1">
                <a:latin typeface="Century Gothic" panose="020B0502020202020204" pitchFamily="34" charset="0"/>
              </a:rPr>
              <a:t>componentes</a:t>
            </a:r>
            <a:endParaRPr>
              <a:latin typeface="Century Gothic" panose="020B0502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27DA531-D620-91BC-0B39-B1A30EF2F27D}"/>
              </a:ext>
            </a:extLst>
          </p:cNvPr>
          <p:cNvSpPr txBox="1"/>
          <p:nvPr/>
        </p:nvSpPr>
        <p:spPr>
          <a:xfrm>
            <a:off x="411480" y="6446520"/>
            <a:ext cx="1005403" cy="2154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B7080"/>
                </a:solidFill>
                <a:latin typeface="Century Gothic" panose="020B0502020202020204" pitchFamily="34" charset="0"/>
              </a:rPr>
              <a:t>© 2026 NTT DATA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24A730B-1DBF-A532-7197-C752E23FA3DD}"/>
              </a:ext>
            </a:extLst>
          </p:cNvPr>
          <p:cNvSpPr txBox="1"/>
          <p:nvPr/>
        </p:nvSpPr>
        <p:spPr>
          <a:xfrm>
            <a:off x="11498884" y="6446520"/>
            <a:ext cx="296876" cy="2154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>
                <a:solidFill>
                  <a:srgbClr val="6B7080"/>
                </a:solidFill>
                <a:latin typeface="Century Gothic" panose="020B0502020202020204" pitchFamily="34" charset="0"/>
              </a:rPr>
              <a:t>19</a:t>
            </a: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4609CBF2-33B7-BF87-BD30-9378926582D2}"/>
              </a:ext>
            </a:extLst>
          </p:cNvPr>
          <p:cNvSpPr txBox="1"/>
          <p:nvPr/>
        </p:nvSpPr>
        <p:spPr>
          <a:xfrm>
            <a:off x="407987" y="781050"/>
            <a:ext cx="904529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1600" b="1">
                <a:latin typeface="Century Gothic"/>
                <a:ea typeface="Century Gothic"/>
                <a:cs typeface="Century Gothic"/>
              </a:rPr>
              <a:t>Tres gestos</a:t>
            </a:r>
            <a:endParaRPr lang="es-ES" sz="1600" b="1">
              <a:latin typeface="Century Gothic" panose="020B0502020202020204" pitchFamily="34" charset="0"/>
              <a:ea typeface="Poppins"/>
              <a:cs typeface="Poppins"/>
              <a:sym typeface="Poppins"/>
            </a:endParaRPr>
          </a:p>
        </p:txBody>
      </p:sp>
      <p:sp>
        <p:nvSpPr>
          <p:cNvPr id="6" name="TextBox 2">
            <a:extLst>
              <a:ext uri="{FF2B5EF4-FFF2-40B4-BE49-F238E27FC236}">
                <a16:creationId xmlns:a16="http://schemas.microsoft.com/office/drawing/2014/main" id="{88217BFC-7238-8EAA-C462-255305F02834}"/>
              </a:ext>
            </a:extLst>
          </p:cNvPr>
          <p:cNvSpPr txBox="1"/>
          <p:nvPr/>
        </p:nvSpPr>
        <p:spPr>
          <a:xfrm>
            <a:off x="1770536" y="853199"/>
            <a:ext cx="11375136" cy="276999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lang="es-ES" sz="1200">
                <a:solidFill>
                  <a:srgbClr val="6B7080"/>
                </a:solidFill>
                <a:latin typeface="Century Gothic"/>
                <a:ea typeface="Century Gothic"/>
                <a:cs typeface="Century Gothic"/>
              </a:rPr>
              <a:t>Seis tipos de filtro, pero solo tres formas de aplicarlos:</a:t>
            </a:r>
          </a:p>
        </p:txBody>
      </p:sp>
      <p:sp>
        <p:nvSpPr>
          <p:cNvPr id="7" name="Oval 5">
            <a:extLst>
              <a:ext uri="{FF2B5EF4-FFF2-40B4-BE49-F238E27FC236}">
                <a16:creationId xmlns:a16="http://schemas.microsoft.com/office/drawing/2014/main" id="{1E5DE8C0-3D3E-C43C-362F-51D9FB4DEB66}"/>
              </a:ext>
            </a:extLst>
          </p:cNvPr>
          <p:cNvSpPr/>
          <p:nvPr/>
        </p:nvSpPr>
        <p:spPr>
          <a:xfrm>
            <a:off x="382511" y="1280214"/>
            <a:ext cx="310896" cy="310896"/>
          </a:xfrm>
          <a:prstGeom prst="ellipse">
            <a:avLst/>
          </a:prstGeom>
          <a:solidFill>
            <a:srgbClr val="070F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entury Gothic"/>
                <a:ea typeface="Century Gothic"/>
                <a:cs typeface="Century Gothic"/>
              </a:rPr>
              <a:t>1</a:t>
            </a:r>
          </a:p>
        </p:txBody>
      </p:sp>
      <p:sp>
        <p:nvSpPr>
          <p:cNvPr id="9" name="TextBox 6">
            <a:extLst>
              <a:ext uri="{FF2B5EF4-FFF2-40B4-BE49-F238E27FC236}">
                <a16:creationId xmlns:a16="http://schemas.microsoft.com/office/drawing/2014/main" id="{539D8336-DBCF-3FEF-4F26-AC1AE2A83641}"/>
              </a:ext>
            </a:extLst>
          </p:cNvPr>
          <p:cNvSpPr txBox="1"/>
          <p:nvPr/>
        </p:nvSpPr>
        <p:spPr>
          <a:xfrm>
            <a:off x="821423" y="1234494"/>
            <a:ext cx="3163824" cy="556563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200"/>
              </a:spcAft>
            </a:pPr>
            <a:r>
              <a:rPr sz="1700" b="1">
                <a:solidFill>
                  <a:srgbClr val="070F26"/>
                </a:solidFill>
                <a:latin typeface="Century Gothic"/>
                <a:ea typeface="Century Gothic"/>
                <a:cs typeface="Century Gothic"/>
              </a:rPr>
              <a:t>Seleccionar</a:t>
            </a:r>
          </a:p>
          <a:p>
            <a:pPr>
              <a:spcAft>
                <a:spcPts val="0"/>
              </a:spcAft>
            </a:pPr>
            <a:r>
              <a:rPr sz="1150" b="1">
                <a:solidFill>
                  <a:srgbClr val="0080B1"/>
                </a:solidFill>
                <a:latin typeface="Century Gothic"/>
                <a:ea typeface="Century Gothic"/>
                <a:cs typeface="Century Gothic"/>
              </a:rPr>
              <a:t>Listas desplegables</a:t>
            </a:r>
          </a:p>
        </p:txBody>
      </p:sp>
      <p:sp>
        <p:nvSpPr>
          <p:cNvPr id="14" name="TextBox 8">
            <a:extLst>
              <a:ext uri="{FF2B5EF4-FFF2-40B4-BE49-F238E27FC236}">
                <a16:creationId xmlns:a16="http://schemas.microsoft.com/office/drawing/2014/main" id="{EA51B856-48F6-81C5-09D0-116CC94BAF3F}"/>
              </a:ext>
            </a:extLst>
          </p:cNvPr>
          <p:cNvSpPr txBox="1"/>
          <p:nvPr/>
        </p:nvSpPr>
        <p:spPr>
          <a:xfrm>
            <a:off x="2383118" y="1194934"/>
            <a:ext cx="3602736" cy="276999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1200">
                <a:solidFill>
                  <a:srgbClr val="6B7080"/>
                </a:solidFill>
                <a:latin typeface="Century Gothic"/>
                <a:ea typeface="Century Gothic"/>
                <a:cs typeface="Century Gothic"/>
              </a:rPr>
              <a:t>Marca uno o </a:t>
            </a:r>
            <a:r>
              <a:rPr sz="1200" err="1">
                <a:solidFill>
                  <a:srgbClr val="6B7080"/>
                </a:solidFill>
                <a:latin typeface="Century Gothic"/>
                <a:ea typeface="Century Gothic"/>
                <a:cs typeface="Century Gothic"/>
              </a:rPr>
              <a:t>varios</a:t>
            </a:r>
            <a:r>
              <a:rPr sz="1200">
                <a:solidFill>
                  <a:srgbClr val="6B7080"/>
                </a:solidFill>
                <a:latin typeface="Century Gothic"/>
                <a:ea typeface="Century Gothic"/>
                <a:cs typeface="Century Gothic"/>
              </a:rPr>
              <a:t> </a:t>
            </a:r>
            <a:r>
              <a:rPr sz="1200" err="1">
                <a:solidFill>
                  <a:srgbClr val="6B7080"/>
                </a:solidFill>
                <a:latin typeface="Century Gothic"/>
                <a:ea typeface="Century Gothic"/>
                <a:cs typeface="Century Gothic"/>
              </a:rPr>
              <a:t>valores</a:t>
            </a:r>
            <a:r>
              <a:rPr sz="1200">
                <a:solidFill>
                  <a:srgbClr val="6B7080"/>
                </a:solidFill>
                <a:latin typeface="Century Gothic"/>
                <a:ea typeface="Century Gothic"/>
                <a:cs typeface="Century Gothic"/>
              </a:rPr>
              <a:t> y </a:t>
            </a:r>
            <a:r>
              <a:rPr sz="1200" err="1">
                <a:solidFill>
                  <a:srgbClr val="6B7080"/>
                </a:solidFill>
                <a:latin typeface="Century Gothic"/>
                <a:ea typeface="Century Gothic"/>
                <a:cs typeface="Century Gothic"/>
              </a:rPr>
              <a:t>pulsa</a:t>
            </a:r>
            <a:r>
              <a:rPr sz="1200">
                <a:solidFill>
                  <a:srgbClr val="6B7080"/>
                </a:solidFill>
                <a:latin typeface="Century Gothic"/>
                <a:ea typeface="Century Gothic"/>
                <a:cs typeface="Century Gothic"/>
              </a:rPr>
              <a:t> Apply.</a:t>
            </a:r>
          </a:p>
        </p:txBody>
      </p:sp>
      <p:sp>
        <p:nvSpPr>
          <p:cNvPr id="18" name="Oval 9">
            <a:extLst>
              <a:ext uri="{FF2B5EF4-FFF2-40B4-BE49-F238E27FC236}">
                <a16:creationId xmlns:a16="http://schemas.microsoft.com/office/drawing/2014/main" id="{B8B06800-6AFD-97C7-B8BF-49987AD59DB6}"/>
              </a:ext>
            </a:extLst>
          </p:cNvPr>
          <p:cNvSpPr/>
          <p:nvPr/>
        </p:nvSpPr>
        <p:spPr>
          <a:xfrm>
            <a:off x="407987" y="2011876"/>
            <a:ext cx="310896" cy="310896"/>
          </a:xfrm>
          <a:prstGeom prst="ellipse">
            <a:avLst/>
          </a:prstGeom>
          <a:solidFill>
            <a:srgbClr val="070F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entury Gothic"/>
                <a:ea typeface="Century Gothic"/>
                <a:cs typeface="Century Gothic"/>
              </a:rPr>
              <a:t>2</a:t>
            </a:r>
          </a:p>
        </p:txBody>
      </p:sp>
      <p:sp>
        <p:nvSpPr>
          <p:cNvPr id="22" name="TextBox 10">
            <a:extLst>
              <a:ext uri="{FF2B5EF4-FFF2-40B4-BE49-F238E27FC236}">
                <a16:creationId xmlns:a16="http://schemas.microsoft.com/office/drawing/2014/main" id="{1AB66373-ACF5-B184-AD85-AB3B1F453924}"/>
              </a:ext>
            </a:extLst>
          </p:cNvPr>
          <p:cNvSpPr txBox="1"/>
          <p:nvPr/>
        </p:nvSpPr>
        <p:spPr>
          <a:xfrm>
            <a:off x="846899" y="2011876"/>
            <a:ext cx="3163824" cy="556563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200"/>
              </a:spcAft>
            </a:pPr>
            <a:r>
              <a:rPr sz="1700" b="1" err="1">
                <a:solidFill>
                  <a:srgbClr val="070F26"/>
                </a:solidFill>
                <a:latin typeface="Century Gothic"/>
                <a:ea typeface="Century Gothic"/>
                <a:cs typeface="Century Gothic"/>
              </a:rPr>
              <a:t>Pinchar</a:t>
            </a:r>
            <a:endParaRPr sz="1700" b="1">
              <a:solidFill>
                <a:srgbClr val="070F26"/>
              </a:solidFill>
              <a:latin typeface="Century Gothic"/>
              <a:ea typeface="Century Gothic"/>
              <a:cs typeface="Century Gothic"/>
            </a:endParaRPr>
          </a:p>
          <a:p>
            <a:pPr>
              <a:spcAft>
                <a:spcPts val="0"/>
              </a:spcAft>
            </a:pPr>
            <a:r>
              <a:rPr sz="1150" b="1" err="1">
                <a:solidFill>
                  <a:srgbClr val="0080B1"/>
                </a:solidFill>
                <a:latin typeface="Century Gothic"/>
                <a:ea typeface="Century Gothic"/>
                <a:cs typeface="Century Gothic"/>
              </a:rPr>
              <a:t>Gráficas</a:t>
            </a:r>
            <a:r>
              <a:rPr sz="1150" b="1">
                <a:solidFill>
                  <a:srgbClr val="0080B1"/>
                </a:solidFill>
                <a:latin typeface="Century Gothic"/>
                <a:ea typeface="Century Gothic"/>
                <a:cs typeface="Century Gothic"/>
              </a:rPr>
              <a:t> y </a:t>
            </a:r>
            <a:r>
              <a:rPr sz="1150" b="1" err="1">
                <a:solidFill>
                  <a:srgbClr val="0080B1"/>
                </a:solidFill>
                <a:latin typeface="Century Gothic"/>
                <a:ea typeface="Century Gothic"/>
                <a:cs typeface="Century Gothic"/>
              </a:rPr>
              <a:t>tablas</a:t>
            </a:r>
            <a:endParaRPr sz="1150" b="1">
              <a:solidFill>
                <a:srgbClr val="0080B1"/>
              </a:solidFill>
              <a:latin typeface="Century Gothic"/>
              <a:ea typeface="Century Gothic"/>
              <a:cs typeface="Century Gothic"/>
            </a:endParaRPr>
          </a:p>
        </p:txBody>
      </p:sp>
      <p:sp>
        <p:nvSpPr>
          <p:cNvPr id="27" name="TextBox 12">
            <a:extLst>
              <a:ext uri="{FF2B5EF4-FFF2-40B4-BE49-F238E27FC236}">
                <a16:creationId xmlns:a16="http://schemas.microsoft.com/office/drawing/2014/main" id="{813533D3-77E2-8308-3524-DE3A2591AB93}"/>
              </a:ext>
            </a:extLst>
          </p:cNvPr>
          <p:cNvSpPr txBox="1"/>
          <p:nvPr/>
        </p:nvSpPr>
        <p:spPr>
          <a:xfrm>
            <a:off x="1252467" y="2518721"/>
            <a:ext cx="3884935" cy="276999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1200" err="1">
                <a:solidFill>
                  <a:srgbClr val="6B7080"/>
                </a:solidFill>
                <a:latin typeface="Century Gothic"/>
                <a:ea typeface="Century Gothic"/>
                <a:cs typeface="Century Gothic"/>
              </a:rPr>
              <a:t>Clic</a:t>
            </a:r>
            <a:r>
              <a:rPr sz="1200">
                <a:solidFill>
                  <a:srgbClr val="6B7080"/>
                </a:solidFill>
                <a:latin typeface="Century Gothic"/>
                <a:ea typeface="Century Gothic"/>
                <a:cs typeface="Century Gothic"/>
              </a:rPr>
              <a:t> </a:t>
            </a:r>
            <a:r>
              <a:rPr sz="1200" err="1">
                <a:solidFill>
                  <a:srgbClr val="6B7080"/>
                </a:solidFill>
                <a:latin typeface="Century Gothic"/>
                <a:ea typeface="Century Gothic"/>
                <a:cs typeface="Century Gothic"/>
              </a:rPr>
              <a:t>sobre</a:t>
            </a:r>
            <a:r>
              <a:rPr sz="1200">
                <a:solidFill>
                  <a:srgbClr val="6B7080"/>
                </a:solidFill>
                <a:latin typeface="Century Gothic"/>
                <a:ea typeface="Century Gothic"/>
                <a:cs typeface="Century Gothic"/>
              </a:rPr>
              <a:t> la barra, el </a:t>
            </a:r>
            <a:r>
              <a:rPr sz="1200" err="1">
                <a:solidFill>
                  <a:srgbClr val="6B7080"/>
                </a:solidFill>
                <a:latin typeface="Century Gothic"/>
                <a:ea typeface="Century Gothic"/>
                <a:cs typeface="Century Gothic"/>
              </a:rPr>
              <a:t>segmento</a:t>
            </a:r>
            <a:r>
              <a:rPr sz="1200">
                <a:solidFill>
                  <a:srgbClr val="6B7080"/>
                </a:solidFill>
                <a:latin typeface="Century Gothic"/>
                <a:ea typeface="Century Gothic"/>
                <a:cs typeface="Century Gothic"/>
              </a:rPr>
              <a:t> o la fila.</a:t>
            </a:r>
          </a:p>
        </p:txBody>
      </p:sp>
      <p:sp>
        <p:nvSpPr>
          <p:cNvPr id="29" name="Oval 13">
            <a:extLst>
              <a:ext uri="{FF2B5EF4-FFF2-40B4-BE49-F238E27FC236}">
                <a16:creationId xmlns:a16="http://schemas.microsoft.com/office/drawing/2014/main" id="{B8369232-7C00-2AAA-5051-AD2E005B838E}"/>
              </a:ext>
            </a:extLst>
          </p:cNvPr>
          <p:cNvSpPr/>
          <p:nvPr/>
        </p:nvSpPr>
        <p:spPr>
          <a:xfrm>
            <a:off x="5657087" y="2011876"/>
            <a:ext cx="310896" cy="310896"/>
          </a:xfrm>
          <a:prstGeom prst="ellipse">
            <a:avLst/>
          </a:prstGeom>
          <a:solidFill>
            <a:srgbClr val="070F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entury Gothic"/>
                <a:ea typeface="Century Gothic"/>
                <a:cs typeface="Century Gothic"/>
              </a:rPr>
              <a:t>3</a:t>
            </a:r>
          </a:p>
        </p:txBody>
      </p:sp>
      <p:sp>
        <p:nvSpPr>
          <p:cNvPr id="31" name="TextBox 14">
            <a:extLst>
              <a:ext uri="{FF2B5EF4-FFF2-40B4-BE49-F238E27FC236}">
                <a16:creationId xmlns:a16="http://schemas.microsoft.com/office/drawing/2014/main" id="{D9F5E1B8-55A9-F99D-D6E8-BC925B8E29DC}"/>
              </a:ext>
            </a:extLst>
          </p:cNvPr>
          <p:cNvSpPr txBox="1"/>
          <p:nvPr/>
        </p:nvSpPr>
        <p:spPr>
          <a:xfrm>
            <a:off x="6096000" y="2011876"/>
            <a:ext cx="3163824" cy="685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200"/>
              </a:spcAft>
            </a:pPr>
            <a:r>
              <a:rPr sz="1700" b="1" err="1">
                <a:solidFill>
                  <a:srgbClr val="070F26"/>
                </a:solidFill>
                <a:latin typeface="Century Gothic"/>
                <a:ea typeface="Century Gothic"/>
                <a:cs typeface="Century Gothic"/>
              </a:rPr>
              <a:t>Acotar</a:t>
            </a:r>
            <a:endParaRPr sz="1700" b="1">
              <a:solidFill>
                <a:srgbClr val="070F26"/>
              </a:solidFill>
              <a:latin typeface="Century Gothic"/>
              <a:ea typeface="Century Gothic"/>
              <a:cs typeface="Century Gothic"/>
            </a:endParaRPr>
          </a:p>
          <a:p>
            <a:pPr>
              <a:spcAft>
                <a:spcPts val="0"/>
              </a:spcAft>
            </a:pPr>
            <a:r>
              <a:rPr sz="1150" b="1" err="1">
                <a:solidFill>
                  <a:srgbClr val="0080B1"/>
                </a:solidFill>
                <a:latin typeface="Century Gothic"/>
                <a:ea typeface="Century Gothic"/>
                <a:cs typeface="Century Gothic"/>
              </a:rPr>
              <a:t>Componente</a:t>
            </a:r>
            <a:r>
              <a:rPr sz="1150" b="1">
                <a:solidFill>
                  <a:srgbClr val="0080B1"/>
                </a:solidFill>
                <a:latin typeface="Century Gothic"/>
                <a:ea typeface="Century Gothic"/>
                <a:cs typeface="Century Gothic"/>
              </a:rPr>
              <a:t> de </a:t>
            </a:r>
            <a:r>
              <a:rPr sz="1150" b="1" err="1">
                <a:solidFill>
                  <a:srgbClr val="0080B1"/>
                </a:solidFill>
                <a:latin typeface="Century Gothic"/>
                <a:ea typeface="Century Gothic"/>
                <a:cs typeface="Century Gothic"/>
              </a:rPr>
              <a:t>tiempo</a:t>
            </a:r>
            <a:endParaRPr sz="1150" b="1">
              <a:solidFill>
                <a:srgbClr val="0080B1"/>
              </a:solidFill>
              <a:latin typeface="Century Gothic"/>
              <a:ea typeface="Century Gothic"/>
              <a:cs typeface="Century Gothic"/>
            </a:endParaRPr>
          </a:p>
        </p:txBody>
      </p:sp>
      <p:sp>
        <p:nvSpPr>
          <p:cNvPr id="35" name="TextBox 16">
            <a:extLst>
              <a:ext uri="{FF2B5EF4-FFF2-40B4-BE49-F238E27FC236}">
                <a16:creationId xmlns:a16="http://schemas.microsoft.com/office/drawing/2014/main" id="{8AEB8750-B15E-B222-B8C3-9E56953BA342}"/>
              </a:ext>
            </a:extLst>
          </p:cNvPr>
          <p:cNvSpPr txBox="1"/>
          <p:nvPr/>
        </p:nvSpPr>
        <p:spPr>
          <a:xfrm>
            <a:off x="6975946" y="2518721"/>
            <a:ext cx="4954672" cy="276999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1200">
                <a:solidFill>
                  <a:srgbClr val="6B7080"/>
                </a:solidFill>
                <a:latin typeface="Century Gothic"/>
                <a:ea typeface="Century Gothic"/>
                <a:cs typeface="Century Gothic"/>
              </a:rPr>
              <a:t>Elige un </a:t>
            </a:r>
            <a:r>
              <a:rPr sz="1200" err="1">
                <a:solidFill>
                  <a:srgbClr val="6B7080"/>
                </a:solidFill>
                <a:latin typeface="Century Gothic"/>
                <a:ea typeface="Century Gothic"/>
                <a:cs typeface="Century Gothic"/>
              </a:rPr>
              <a:t>rango</a:t>
            </a:r>
            <a:r>
              <a:rPr sz="1200">
                <a:solidFill>
                  <a:srgbClr val="6B7080"/>
                </a:solidFill>
                <a:latin typeface="Century Gothic"/>
                <a:ea typeface="Century Gothic"/>
                <a:cs typeface="Century Gothic"/>
              </a:rPr>
              <a:t> de </a:t>
            </a:r>
            <a:r>
              <a:rPr sz="1200" err="1">
                <a:solidFill>
                  <a:srgbClr val="6B7080"/>
                </a:solidFill>
                <a:latin typeface="Century Gothic"/>
                <a:ea typeface="Century Gothic"/>
                <a:cs typeface="Century Gothic"/>
              </a:rPr>
              <a:t>fechas</a:t>
            </a:r>
            <a:r>
              <a:rPr sz="1200">
                <a:solidFill>
                  <a:srgbClr val="6B7080"/>
                </a:solidFill>
                <a:latin typeface="Century Gothic"/>
                <a:ea typeface="Century Gothic"/>
                <a:cs typeface="Century Gothic"/>
              </a:rPr>
              <a:t> o la </a:t>
            </a:r>
            <a:r>
              <a:rPr sz="1200" err="1">
                <a:solidFill>
                  <a:srgbClr val="6B7080"/>
                </a:solidFill>
                <a:latin typeface="Century Gothic"/>
                <a:ea typeface="Century Gothic"/>
                <a:cs typeface="Century Gothic"/>
              </a:rPr>
              <a:t>granularidad</a:t>
            </a:r>
            <a:r>
              <a:rPr sz="1200">
                <a:solidFill>
                  <a:srgbClr val="6B7080"/>
                </a:solidFill>
                <a:latin typeface="Century Gothic"/>
                <a:ea typeface="Century Gothic"/>
                <a:cs typeface="Century Gothic"/>
              </a:rPr>
              <a:t>.</a:t>
            </a:r>
          </a:p>
        </p:txBody>
      </p:sp>
      <p:sp>
        <p:nvSpPr>
          <p:cNvPr id="37" name="Rounded Rectangle 17">
            <a:extLst>
              <a:ext uri="{FF2B5EF4-FFF2-40B4-BE49-F238E27FC236}">
                <a16:creationId xmlns:a16="http://schemas.microsoft.com/office/drawing/2014/main" id="{A8CC4F48-0561-AABB-996C-09C21E0D7955}"/>
              </a:ext>
            </a:extLst>
          </p:cNvPr>
          <p:cNvSpPr/>
          <p:nvPr/>
        </p:nvSpPr>
        <p:spPr>
          <a:xfrm>
            <a:off x="420624" y="6108658"/>
            <a:ext cx="11375136" cy="289058"/>
          </a:xfrm>
          <a:prstGeom prst="roundRect">
            <a:avLst>
              <a:gd name="adj" fmla="val 1125"/>
            </a:avLst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19456" tIns="164592" rIns="219456" bIns="164592" rtlCol="0" anchor="ctr"/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070F26"/>
                </a:solidFill>
                <a:latin typeface="Century Gothic"/>
                <a:ea typeface="Century Gothic"/>
                <a:cs typeface="Century Gothic"/>
              </a:rPr>
              <a:t>Los </a:t>
            </a:r>
            <a:r>
              <a:rPr sz="1300" b="1" err="1">
                <a:solidFill>
                  <a:srgbClr val="070F26"/>
                </a:solidFill>
                <a:latin typeface="Century Gothic"/>
                <a:ea typeface="Century Gothic"/>
                <a:cs typeface="Century Gothic"/>
              </a:rPr>
              <a:t>tres</a:t>
            </a:r>
            <a:r>
              <a:rPr sz="1300" b="1">
                <a:solidFill>
                  <a:srgbClr val="070F26"/>
                </a:solidFill>
                <a:latin typeface="Century Gothic"/>
                <a:ea typeface="Century Gothic"/>
                <a:cs typeface="Century Gothic"/>
              </a:rPr>
              <a:t> </a:t>
            </a:r>
            <a:r>
              <a:rPr sz="1300" b="1" err="1">
                <a:solidFill>
                  <a:srgbClr val="070F26"/>
                </a:solidFill>
                <a:latin typeface="Century Gothic"/>
                <a:ea typeface="Century Gothic"/>
                <a:cs typeface="Century Gothic"/>
              </a:rPr>
              <a:t>gestos</a:t>
            </a:r>
            <a:r>
              <a:rPr sz="1300" b="1">
                <a:solidFill>
                  <a:srgbClr val="070F26"/>
                </a:solidFill>
                <a:latin typeface="Century Gothic"/>
                <a:ea typeface="Century Gothic"/>
                <a:cs typeface="Century Gothic"/>
              </a:rPr>
              <a:t> se </a:t>
            </a:r>
            <a:r>
              <a:rPr sz="1300" b="1" err="1">
                <a:solidFill>
                  <a:srgbClr val="070F26"/>
                </a:solidFill>
                <a:latin typeface="Century Gothic"/>
                <a:ea typeface="Century Gothic"/>
                <a:cs typeface="Century Gothic"/>
              </a:rPr>
              <a:t>combinan</a:t>
            </a:r>
            <a:r>
              <a:rPr sz="1300" b="1">
                <a:solidFill>
                  <a:srgbClr val="070F26"/>
                </a:solidFill>
                <a:latin typeface="Century Gothic"/>
                <a:ea typeface="Century Gothic"/>
                <a:cs typeface="Century Gothic"/>
              </a:rPr>
              <a:t>. Cada uno se </a:t>
            </a:r>
            <a:r>
              <a:rPr sz="1300" b="1" err="1">
                <a:solidFill>
                  <a:srgbClr val="070F26"/>
                </a:solidFill>
                <a:latin typeface="Century Gothic"/>
                <a:ea typeface="Century Gothic"/>
                <a:cs typeface="Century Gothic"/>
              </a:rPr>
              <a:t>suma</a:t>
            </a:r>
            <a:r>
              <a:rPr sz="1300" b="1">
                <a:solidFill>
                  <a:srgbClr val="070F26"/>
                </a:solidFill>
                <a:latin typeface="Century Gothic"/>
                <a:ea typeface="Century Gothic"/>
                <a:cs typeface="Century Gothic"/>
              </a:rPr>
              <a:t> al anterior, no lo </a:t>
            </a:r>
            <a:r>
              <a:rPr sz="1300" b="1" err="1">
                <a:solidFill>
                  <a:srgbClr val="070F26"/>
                </a:solidFill>
                <a:latin typeface="Century Gothic"/>
                <a:ea typeface="Century Gothic"/>
                <a:cs typeface="Century Gothic"/>
              </a:rPr>
              <a:t>sustituye</a:t>
            </a:r>
            <a:r>
              <a:rPr sz="1300" b="1">
                <a:solidFill>
                  <a:srgbClr val="070F26"/>
                </a:solidFill>
                <a:latin typeface="Century Gothic"/>
                <a:ea typeface="Century Gothic"/>
                <a:cs typeface="Century Gothic"/>
              </a:rPr>
              <a:t>.</a:t>
            </a:r>
          </a:p>
        </p:txBody>
      </p:sp>
      <p:pic>
        <p:nvPicPr>
          <p:cNvPr id="39" name="Imagen 38">
            <a:extLst>
              <a:ext uri="{FF2B5EF4-FFF2-40B4-BE49-F238E27FC236}">
                <a16:creationId xmlns:a16="http://schemas.microsoft.com/office/drawing/2014/main" id="{BFF8153E-DAD0-BE41-EF4E-AFD0A07641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83118" y="1471933"/>
            <a:ext cx="8980457" cy="289057"/>
          </a:xfrm>
          <a:prstGeom prst="rect">
            <a:avLst/>
          </a:prstGeom>
        </p:spPr>
      </p:pic>
      <p:pic>
        <p:nvPicPr>
          <p:cNvPr id="41" name="Imagen 40">
            <a:extLst>
              <a:ext uri="{FF2B5EF4-FFF2-40B4-BE49-F238E27FC236}">
                <a16:creationId xmlns:a16="http://schemas.microsoft.com/office/drawing/2014/main" id="{99FB1ED5-0535-EE25-2A97-95B7940419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32558" y="2852828"/>
            <a:ext cx="2948129" cy="3123230"/>
          </a:xfrm>
          <a:prstGeom prst="rect">
            <a:avLst/>
          </a:prstGeom>
        </p:spPr>
      </p:pic>
      <p:pic>
        <p:nvPicPr>
          <p:cNvPr id="43" name="Imagen 42">
            <a:extLst>
              <a:ext uri="{FF2B5EF4-FFF2-40B4-BE49-F238E27FC236}">
                <a16:creationId xmlns:a16="http://schemas.microsoft.com/office/drawing/2014/main" id="{B8AFE380-AB64-70DD-72EB-F9DA20EE96A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02858" y="2830152"/>
            <a:ext cx="2948129" cy="30537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558138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8A722B-919F-B82D-D6C9-9B5B8BAF14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1D4236-3801-39A3-80C2-B0E352F8A5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err="1">
                <a:latin typeface="Century Gothic" panose="020B0502020202020204" pitchFamily="34" charset="0"/>
              </a:rPr>
              <a:t>Filtros</a:t>
            </a:r>
            <a:r>
              <a:rPr>
                <a:latin typeface="Century Gothic" panose="020B0502020202020204" pitchFamily="34" charset="0"/>
              </a:rPr>
              <a:t> </a:t>
            </a:r>
            <a:r>
              <a:rPr err="1">
                <a:latin typeface="Century Gothic" panose="020B0502020202020204" pitchFamily="34" charset="0"/>
              </a:rPr>
              <a:t>en</a:t>
            </a:r>
            <a:r>
              <a:rPr>
                <a:latin typeface="Century Gothic" panose="020B0502020202020204" pitchFamily="34" charset="0"/>
              </a:rPr>
              <a:t> </a:t>
            </a:r>
            <a:r>
              <a:rPr err="1">
                <a:latin typeface="Century Gothic" panose="020B0502020202020204" pitchFamily="34" charset="0"/>
              </a:rPr>
              <a:t>componentes</a:t>
            </a:r>
            <a:endParaRPr>
              <a:latin typeface="Century Gothic" panose="020B0502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58FE608-3862-02C4-F716-7B972059F4B5}"/>
              </a:ext>
            </a:extLst>
          </p:cNvPr>
          <p:cNvSpPr txBox="1"/>
          <p:nvPr/>
        </p:nvSpPr>
        <p:spPr>
          <a:xfrm>
            <a:off x="411480" y="6446520"/>
            <a:ext cx="1005403" cy="2154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B7080"/>
                </a:solidFill>
                <a:latin typeface="Century Gothic" panose="020B0502020202020204" pitchFamily="34" charset="0"/>
              </a:rPr>
              <a:t>© 2026 NTT DATA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1520824-B266-7666-4D15-F64E50FC4E04}"/>
              </a:ext>
            </a:extLst>
          </p:cNvPr>
          <p:cNvSpPr txBox="1"/>
          <p:nvPr/>
        </p:nvSpPr>
        <p:spPr>
          <a:xfrm>
            <a:off x="11498884" y="6446520"/>
            <a:ext cx="296876" cy="2154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>
                <a:solidFill>
                  <a:srgbClr val="6B7080"/>
                </a:solidFill>
                <a:latin typeface="Century Gothic" panose="020B0502020202020204" pitchFamily="34" charset="0"/>
              </a:rPr>
              <a:t>20</a:t>
            </a: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C7ABFA35-27B1-7191-5DA0-DA35EDFEF717}"/>
              </a:ext>
            </a:extLst>
          </p:cNvPr>
          <p:cNvSpPr txBox="1"/>
          <p:nvPr/>
        </p:nvSpPr>
        <p:spPr>
          <a:xfrm>
            <a:off x="407987" y="781050"/>
            <a:ext cx="904529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1600" b="1">
                <a:latin typeface="Century Gothic"/>
                <a:ea typeface="Century Gothic"/>
                <a:cs typeface="Century Gothic"/>
              </a:rPr>
              <a:t>Qué ocurre cuando filtras</a:t>
            </a:r>
            <a:endParaRPr lang="es-ES" sz="1600" b="1">
              <a:latin typeface="Century Gothic" panose="020B0502020202020204" pitchFamily="34" charset="0"/>
              <a:ea typeface="Poppins"/>
              <a:cs typeface="Poppins"/>
              <a:sym typeface="Poppins"/>
            </a:endParaRPr>
          </a:p>
        </p:txBody>
      </p:sp>
      <p:sp>
        <p:nvSpPr>
          <p:cNvPr id="6" name="TextBox 2">
            <a:extLst>
              <a:ext uri="{FF2B5EF4-FFF2-40B4-BE49-F238E27FC236}">
                <a16:creationId xmlns:a16="http://schemas.microsoft.com/office/drawing/2014/main" id="{88E34F45-7828-9934-D775-2B4D4339DC5C}"/>
              </a:ext>
            </a:extLst>
          </p:cNvPr>
          <p:cNvSpPr txBox="1"/>
          <p:nvPr/>
        </p:nvSpPr>
        <p:spPr>
          <a:xfrm>
            <a:off x="483903" y="1119604"/>
            <a:ext cx="11375136" cy="276999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lang="es-ES" sz="1200">
                <a:solidFill>
                  <a:srgbClr val="6B7080"/>
                </a:solidFill>
                <a:latin typeface="Century Gothic"/>
                <a:ea typeface="Century Gothic"/>
                <a:cs typeface="Century Gothic"/>
              </a:rPr>
              <a:t>Filtrar no oculta datos, recalcula todo el cuadro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B9B22905-B250-22C3-204C-3D9BF830551C}"/>
              </a:ext>
            </a:extLst>
          </p:cNvPr>
          <p:cNvSpPr/>
          <p:nvPr/>
        </p:nvSpPr>
        <p:spPr>
          <a:xfrm>
            <a:off x="7593161" y="1442323"/>
            <a:ext cx="292608" cy="292608"/>
          </a:xfrm>
          <a:prstGeom prst="ellipse">
            <a:avLst/>
          </a:prstGeom>
          <a:solidFill>
            <a:srgbClr val="070F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entury Gothic"/>
                <a:ea typeface="Century Gothic"/>
                <a:cs typeface="Century Gothic"/>
              </a:rPr>
              <a:t>1</a:t>
            </a:r>
          </a:p>
        </p:txBody>
      </p:sp>
      <p:sp>
        <p:nvSpPr>
          <p:cNvPr id="9" name="TextBox 7">
            <a:extLst>
              <a:ext uri="{FF2B5EF4-FFF2-40B4-BE49-F238E27FC236}">
                <a16:creationId xmlns:a16="http://schemas.microsoft.com/office/drawing/2014/main" id="{AEFE3806-E2F4-4B2B-9474-0A3D09DBC308}"/>
              </a:ext>
            </a:extLst>
          </p:cNvPr>
          <p:cNvSpPr txBox="1"/>
          <p:nvPr/>
        </p:nvSpPr>
        <p:spPr>
          <a:xfrm>
            <a:off x="8004642" y="1396603"/>
            <a:ext cx="3182112" cy="11887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300"/>
              </a:spcAft>
            </a:pPr>
            <a:r>
              <a:rPr sz="1400" b="1">
                <a:solidFill>
                  <a:srgbClr val="070F26"/>
                </a:solidFill>
                <a:latin typeface="Century Gothic"/>
                <a:ea typeface="Century Gothic"/>
                <a:cs typeface="Century Gothic"/>
              </a:rPr>
              <a:t>La selección</a:t>
            </a:r>
          </a:p>
          <a:p>
            <a:pPr>
              <a:spcAft>
                <a:spcPts val="0"/>
              </a:spcAft>
            </a:pPr>
            <a:r>
              <a:rPr sz="1150" b="0">
                <a:solidFill>
                  <a:srgbClr val="6B7080"/>
                </a:solidFill>
                <a:latin typeface="Century Gothic"/>
                <a:ea typeface="Century Gothic"/>
                <a:cs typeface="Century Gothic"/>
              </a:rPr>
              <a:t>La barra elegida se resalta y el resto se atenúa.</a:t>
            </a:r>
          </a:p>
        </p:txBody>
      </p:sp>
      <p:sp>
        <p:nvSpPr>
          <p:cNvPr id="11" name="Oval 8">
            <a:extLst>
              <a:ext uri="{FF2B5EF4-FFF2-40B4-BE49-F238E27FC236}">
                <a16:creationId xmlns:a16="http://schemas.microsoft.com/office/drawing/2014/main" id="{D1F792AB-6743-C6BD-C9B2-5810EDC60652}"/>
              </a:ext>
            </a:extLst>
          </p:cNvPr>
          <p:cNvSpPr/>
          <p:nvPr/>
        </p:nvSpPr>
        <p:spPr>
          <a:xfrm>
            <a:off x="7593161" y="2649331"/>
            <a:ext cx="292608" cy="292608"/>
          </a:xfrm>
          <a:prstGeom prst="ellipse">
            <a:avLst/>
          </a:prstGeom>
          <a:solidFill>
            <a:srgbClr val="070F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entury Gothic"/>
                <a:ea typeface="Century Gothic"/>
                <a:cs typeface="Century Gothic"/>
              </a:rPr>
              <a:t>2</a:t>
            </a:r>
          </a:p>
        </p:txBody>
      </p:sp>
      <p:sp>
        <p:nvSpPr>
          <p:cNvPr id="14" name="TextBox 9">
            <a:extLst>
              <a:ext uri="{FF2B5EF4-FFF2-40B4-BE49-F238E27FC236}">
                <a16:creationId xmlns:a16="http://schemas.microsoft.com/office/drawing/2014/main" id="{D2BBBAD6-BF34-6A4B-C551-793B7B12EBEC}"/>
              </a:ext>
            </a:extLst>
          </p:cNvPr>
          <p:cNvSpPr txBox="1"/>
          <p:nvPr/>
        </p:nvSpPr>
        <p:spPr>
          <a:xfrm>
            <a:off x="8004642" y="2603611"/>
            <a:ext cx="3182112" cy="11887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300"/>
              </a:spcAft>
            </a:pPr>
            <a:r>
              <a:rPr sz="1400" b="1">
                <a:solidFill>
                  <a:srgbClr val="070F26"/>
                </a:solidFill>
                <a:latin typeface="Century Gothic"/>
                <a:ea typeface="Century Gothic"/>
                <a:cs typeface="Century Gothic"/>
              </a:rPr>
              <a:t>Incluir, excluir o invertir</a:t>
            </a:r>
          </a:p>
          <a:p>
            <a:pPr>
              <a:spcAft>
                <a:spcPts val="0"/>
              </a:spcAft>
            </a:pPr>
            <a:r>
              <a:rPr sz="1150" b="0">
                <a:solidFill>
                  <a:srgbClr val="6B7080"/>
                </a:solidFill>
                <a:latin typeface="Century Gothic"/>
                <a:ea typeface="Century Gothic"/>
                <a:cs typeface="Century Gothic"/>
              </a:rPr>
              <a:t>La barra flotante permite las tres cosas. No solo quedarte con lo que has pinchado.</a:t>
            </a:r>
          </a:p>
        </p:txBody>
      </p:sp>
      <p:sp>
        <p:nvSpPr>
          <p:cNvPr id="18" name="Oval 10">
            <a:extLst>
              <a:ext uri="{FF2B5EF4-FFF2-40B4-BE49-F238E27FC236}">
                <a16:creationId xmlns:a16="http://schemas.microsoft.com/office/drawing/2014/main" id="{0ADE1540-E78F-DFD5-51CB-8A33C164B1CA}"/>
              </a:ext>
            </a:extLst>
          </p:cNvPr>
          <p:cNvSpPr/>
          <p:nvPr/>
        </p:nvSpPr>
        <p:spPr>
          <a:xfrm>
            <a:off x="7593161" y="3856339"/>
            <a:ext cx="292608" cy="292608"/>
          </a:xfrm>
          <a:prstGeom prst="ellipse">
            <a:avLst/>
          </a:prstGeom>
          <a:solidFill>
            <a:srgbClr val="070F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entury Gothic"/>
                <a:ea typeface="Century Gothic"/>
                <a:cs typeface="Century Gothic"/>
              </a:rPr>
              <a:t>3</a:t>
            </a:r>
          </a:p>
        </p:txBody>
      </p:sp>
      <p:sp>
        <p:nvSpPr>
          <p:cNvPr id="22" name="TextBox 11">
            <a:extLst>
              <a:ext uri="{FF2B5EF4-FFF2-40B4-BE49-F238E27FC236}">
                <a16:creationId xmlns:a16="http://schemas.microsoft.com/office/drawing/2014/main" id="{F15A56CB-8B63-9FB2-2CB6-7A72996A769F}"/>
              </a:ext>
            </a:extLst>
          </p:cNvPr>
          <p:cNvSpPr txBox="1"/>
          <p:nvPr/>
        </p:nvSpPr>
        <p:spPr>
          <a:xfrm>
            <a:off x="8004642" y="3810619"/>
            <a:ext cx="3182112" cy="11887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300"/>
              </a:spcAft>
            </a:pPr>
            <a:r>
              <a:rPr sz="1400" b="1">
                <a:solidFill>
                  <a:srgbClr val="070F26"/>
                </a:solidFill>
                <a:latin typeface="Century Gothic"/>
                <a:ea typeface="Century Gothic"/>
                <a:cs typeface="Century Gothic"/>
              </a:rPr>
              <a:t>Los KPIs se recalculan</a:t>
            </a:r>
          </a:p>
          <a:p>
            <a:pPr>
              <a:spcAft>
                <a:spcPts val="0"/>
              </a:spcAft>
            </a:pPr>
            <a:r>
              <a:rPr sz="1150" b="0">
                <a:solidFill>
                  <a:srgbClr val="6B7080"/>
                </a:solidFill>
                <a:latin typeface="Century Gothic"/>
                <a:ea typeface="Century Gothic"/>
                <a:cs typeface="Century Gothic"/>
              </a:rPr>
              <a:t>El recuento y los tiempos de arriba cambian al instante con la selección.</a:t>
            </a:r>
          </a:p>
        </p:txBody>
      </p:sp>
      <p:sp>
        <p:nvSpPr>
          <p:cNvPr id="25" name="Rounded Rectangle 12">
            <a:extLst>
              <a:ext uri="{FF2B5EF4-FFF2-40B4-BE49-F238E27FC236}">
                <a16:creationId xmlns:a16="http://schemas.microsoft.com/office/drawing/2014/main" id="{C0EF10F2-61B4-59B4-C85D-C960D7DE3339}"/>
              </a:ext>
            </a:extLst>
          </p:cNvPr>
          <p:cNvSpPr/>
          <p:nvPr/>
        </p:nvSpPr>
        <p:spPr>
          <a:xfrm>
            <a:off x="7593161" y="5191363"/>
            <a:ext cx="3593592" cy="868680"/>
          </a:xfrm>
          <a:prstGeom prst="roundRect">
            <a:avLst/>
          </a:prstGeom>
          <a:solidFill>
            <a:srgbClr val="F2F5FA"/>
          </a:solidFill>
          <a:ln>
            <a:solidFill>
              <a:srgbClr val="0072B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19456" tIns="164592" rIns="219456" bIns="164592" rtlCol="0" anchor="ctr"/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0080B1"/>
                </a:solidFill>
                <a:latin typeface="Century Gothic"/>
                <a:ea typeface="Century Gothic"/>
                <a:cs typeface="Century Gothic"/>
              </a:rPr>
              <a:t>La idea</a:t>
            </a:r>
          </a:p>
          <a:p>
            <a:pPr algn="ctr">
              <a:spcAft>
                <a:spcPts val="0"/>
              </a:spcAft>
            </a:pPr>
            <a:r>
              <a:rPr sz="1250" b="1" err="1">
                <a:solidFill>
                  <a:srgbClr val="070F26"/>
                </a:solidFill>
                <a:latin typeface="Century Gothic"/>
                <a:ea typeface="Century Gothic"/>
                <a:cs typeface="Century Gothic"/>
              </a:rPr>
              <a:t>Filtrar</a:t>
            </a:r>
            <a:r>
              <a:rPr sz="1250" b="1">
                <a:solidFill>
                  <a:srgbClr val="070F26"/>
                </a:solidFill>
                <a:latin typeface="Century Gothic"/>
                <a:ea typeface="Century Gothic"/>
                <a:cs typeface="Century Gothic"/>
              </a:rPr>
              <a:t> no </a:t>
            </a:r>
            <a:r>
              <a:rPr sz="1250" b="1" err="1">
                <a:solidFill>
                  <a:srgbClr val="070F26"/>
                </a:solidFill>
                <a:latin typeface="Century Gothic"/>
                <a:ea typeface="Century Gothic"/>
                <a:cs typeface="Century Gothic"/>
              </a:rPr>
              <a:t>esconde</a:t>
            </a:r>
            <a:r>
              <a:rPr lang="es-ES" sz="1250" b="1">
                <a:solidFill>
                  <a:srgbClr val="070F26"/>
                </a:solidFill>
                <a:latin typeface="Century Gothic"/>
                <a:ea typeface="Century Gothic"/>
                <a:cs typeface="Century Gothic"/>
              </a:rPr>
              <a:t>,</a:t>
            </a:r>
            <a:r>
              <a:rPr sz="1250" b="1">
                <a:solidFill>
                  <a:srgbClr val="070F26"/>
                </a:solidFill>
                <a:latin typeface="Century Gothic"/>
                <a:ea typeface="Century Gothic"/>
                <a:cs typeface="Century Gothic"/>
              </a:rPr>
              <a:t> </a:t>
            </a:r>
            <a:r>
              <a:rPr sz="1250" b="1" err="1">
                <a:solidFill>
                  <a:srgbClr val="070F26"/>
                </a:solidFill>
                <a:latin typeface="Century Gothic"/>
                <a:ea typeface="Century Gothic"/>
                <a:cs typeface="Century Gothic"/>
              </a:rPr>
              <a:t>recalcula</a:t>
            </a:r>
            <a:r>
              <a:rPr sz="1250" b="1">
                <a:solidFill>
                  <a:srgbClr val="070F26"/>
                </a:solidFill>
                <a:latin typeface="Century Gothic"/>
                <a:ea typeface="Century Gothic"/>
                <a:cs typeface="Century Gothic"/>
              </a:rPr>
              <a:t>.</a:t>
            </a:r>
          </a:p>
        </p:txBody>
      </p:sp>
      <p:pic>
        <p:nvPicPr>
          <p:cNvPr id="27" name="Imagen 26">
            <a:extLst>
              <a:ext uri="{FF2B5EF4-FFF2-40B4-BE49-F238E27FC236}">
                <a16:creationId xmlns:a16="http://schemas.microsoft.com/office/drawing/2014/main" id="{995C7075-D2C3-C495-2825-4954E43AE5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0009" y="1417489"/>
            <a:ext cx="4727368" cy="50081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507240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CA7FC7-55B8-5EDB-CBBA-CA05B45BD5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F13314-C9D1-039F-381F-B32C1AAF79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err="1">
                <a:latin typeface="Century Gothic" panose="020B0502020202020204" pitchFamily="34" charset="0"/>
              </a:rPr>
              <a:t>Filtros</a:t>
            </a:r>
            <a:r>
              <a:rPr>
                <a:latin typeface="Century Gothic" panose="020B0502020202020204" pitchFamily="34" charset="0"/>
              </a:rPr>
              <a:t> </a:t>
            </a:r>
            <a:r>
              <a:rPr lang="es-ES">
                <a:latin typeface="Century Gothic" panose="020B0502020202020204" pitchFamily="34" charset="0"/>
              </a:rPr>
              <a:t>en proceso</a:t>
            </a:r>
            <a:endParaRPr>
              <a:latin typeface="Century Gothic" panose="020B0502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96E9BB4-C82F-C7C5-09AF-D67446CB7C0D}"/>
              </a:ext>
            </a:extLst>
          </p:cNvPr>
          <p:cNvSpPr txBox="1"/>
          <p:nvPr/>
        </p:nvSpPr>
        <p:spPr>
          <a:xfrm>
            <a:off x="411480" y="6446520"/>
            <a:ext cx="1005403" cy="2154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B7080"/>
                </a:solidFill>
                <a:latin typeface="Century Gothic" panose="020B0502020202020204" pitchFamily="34" charset="0"/>
              </a:rPr>
              <a:t>© 2026 NTT DATA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2F48F94-0611-3606-8DFD-E0C29C0C899F}"/>
              </a:ext>
            </a:extLst>
          </p:cNvPr>
          <p:cNvSpPr txBox="1"/>
          <p:nvPr/>
        </p:nvSpPr>
        <p:spPr>
          <a:xfrm>
            <a:off x="11498884" y="6446520"/>
            <a:ext cx="296876" cy="2154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>
                <a:solidFill>
                  <a:srgbClr val="6B7080"/>
                </a:solidFill>
                <a:latin typeface="Century Gothic" panose="020B0502020202020204" pitchFamily="34" charset="0"/>
              </a:rPr>
              <a:t>21</a:t>
            </a: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2A473F45-4DF7-28E1-4A6A-04DE58496BD2}"/>
              </a:ext>
            </a:extLst>
          </p:cNvPr>
          <p:cNvSpPr txBox="1"/>
          <p:nvPr/>
        </p:nvSpPr>
        <p:spPr>
          <a:xfrm>
            <a:off x="407987" y="781050"/>
            <a:ext cx="904529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1600" b="1">
                <a:latin typeface="Century Gothic"/>
                <a:ea typeface="Century Gothic"/>
                <a:cs typeface="Century Gothic"/>
              </a:rPr>
              <a:t>Los filtros exclusivos de </a:t>
            </a:r>
            <a:r>
              <a:rPr lang="es-ES" sz="1600" b="1" err="1">
                <a:latin typeface="Century Gothic"/>
                <a:ea typeface="Century Gothic"/>
                <a:cs typeface="Century Gothic"/>
              </a:rPr>
              <a:t>celonis</a:t>
            </a:r>
            <a:endParaRPr lang="es-ES" sz="1600" b="1">
              <a:latin typeface="Century Gothic" panose="020B0502020202020204" pitchFamily="34" charset="0"/>
              <a:ea typeface="Poppins"/>
              <a:cs typeface="Poppins"/>
              <a:sym typeface="Poppins"/>
            </a:endParaRPr>
          </a:p>
        </p:txBody>
      </p:sp>
      <p:sp>
        <p:nvSpPr>
          <p:cNvPr id="6" name="TextBox 2">
            <a:extLst>
              <a:ext uri="{FF2B5EF4-FFF2-40B4-BE49-F238E27FC236}">
                <a16:creationId xmlns:a16="http://schemas.microsoft.com/office/drawing/2014/main" id="{5F99A978-DDBA-DC4B-0C4A-D1B0B4F1306A}"/>
              </a:ext>
            </a:extLst>
          </p:cNvPr>
          <p:cNvSpPr txBox="1"/>
          <p:nvPr/>
        </p:nvSpPr>
        <p:spPr>
          <a:xfrm>
            <a:off x="508179" y="1119604"/>
            <a:ext cx="11375136" cy="276999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lang="es-ES" sz="1200">
                <a:solidFill>
                  <a:srgbClr val="6B7080"/>
                </a:solidFill>
                <a:latin typeface="Century Gothic"/>
                <a:ea typeface="Century Gothic"/>
                <a:cs typeface="Century Gothic"/>
              </a:rPr>
              <a:t>Filtran por el recorrido del expediente, no por sus campos</a:t>
            </a:r>
          </a:p>
        </p:txBody>
      </p:sp>
      <p:sp>
        <p:nvSpPr>
          <p:cNvPr id="9" name="TextBox 6">
            <a:extLst>
              <a:ext uri="{FF2B5EF4-FFF2-40B4-BE49-F238E27FC236}">
                <a16:creationId xmlns:a16="http://schemas.microsoft.com/office/drawing/2014/main" id="{41D4C7F2-BC28-48E8-5BC8-7DEBD59DDD40}"/>
              </a:ext>
            </a:extLst>
          </p:cNvPr>
          <p:cNvSpPr txBox="1"/>
          <p:nvPr/>
        </p:nvSpPr>
        <p:spPr>
          <a:xfrm>
            <a:off x="420067" y="4746026"/>
            <a:ext cx="2514600" cy="13716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400"/>
              </a:spcAft>
            </a:pPr>
            <a:r>
              <a:rPr sz="1250" b="1">
                <a:solidFill>
                  <a:srgbClr val="070F26"/>
                </a:solidFill>
                <a:latin typeface="Century Gothic"/>
                <a:ea typeface="Century Gothic"/>
                <a:cs typeface="Century Gothic"/>
              </a:rPr>
              <a:t>Todos </a:t>
            </a:r>
            <a:r>
              <a:rPr sz="1250" b="1" err="1">
                <a:solidFill>
                  <a:srgbClr val="070F26"/>
                </a:solidFill>
                <a:latin typeface="Century Gothic"/>
                <a:ea typeface="Century Gothic"/>
                <a:cs typeface="Century Gothic"/>
              </a:rPr>
              <a:t>salen</a:t>
            </a:r>
            <a:r>
              <a:rPr sz="1250" b="1">
                <a:solidFill>
                  <a:srgbClr val="070F26"/>
                </a:solidFill>
                <a:latin typeface="Century Gothic"/>
                <a:ea typeface="Century Gothic"/>
                <a:cs typeface="Century Gothic"/>
              </a:rPr>
              <a:t> del </a:t>
            </a:r>
            <a:r>
              <a:rPr sz="1250" b="1" err="1">
                <a:solidFill>
                  <a:srgbClr val="070F26"/>
                </a:solidFill>
                <a:latin typeface="Century Gothic"/>
                <a:ea typeface="Century Gothic"/>
                <a:cs typeface="Century Gothic"/>
              </a:rPr>
              <a:t>mismo</a:t>
            </a:r>
            <a:r>
              <a:rPr sz="1250" b="1">
                <a:solidFill>
                  <a:srgbClr val="070F26"/>
                </a:solidFill>
                <a:latin typeface="Century Gothic"/>
                <a:ea typeface="Century Gothic"/>
                <a:cs typeface="Century Gothic"/>
              </a:rPr>
              <a:t> sitio</a:t>
            </a:r>
          </a:p>
          <a:p>
            <a:pPr>
              <a:spcAft>
                <a:spcPts val="0"/>
              </a:spcAft>
            </a:pPr>
            <a:r>
              <a:rPr sz="1150" b="0">
                <a:solidFill>
                  <a:srgbClr val="6B7080"/>
                </a:solidFill>
                <a:latin typeface="Century Gothic"/>
                <a:ea typeface="Century Gothic"/>
                <a:cs typeface="Century Gothic"/>
              </a:rPr>
              <a:t>El </a:t>
            </a:r>
            <a:r>
              <a:rPr sz="1150" b="0" err="1">
                <a:solidFill>
                  <a:srgbClr val="6B7080"/>
                </a:solidFill>
                <a:latin typeface="Century Gothic"/>
                <a:ea typeface="Century Gothic"/>
                <a:cs typeface="Century Gothic"/>
              </a:rPr>
              <a:t>icono</a:t>
            </a:r>
            <a:r>
              <a:rPr sz="1150" b="0">
                <a:solidFill>
                  <a:srgbClr val="6B7080"/>
                </a:solidFill>
                <a:latin typeface="Century Gothic"/>
                <a:ea typeface="Century Gothic"/>
                <a:cs typeface="Century Gothic"/>
              </a:rPr>
              <a:t> del </a:t>
            </a:r>
            <a:r>
              <a:rPr sz="1150" b="0" err="1">
                <a:solidFill>
                  <a:srgbClr val="6B7080"/>
                </a:solidFill>
                <a:latin typeface="Century Gothic"/>
                <a:ea typeface="Century Gothic"/>
                <a:cs typeface="Century Gothic"/>
              </a:rPr>
              <a:t>embudo</a:t>
            </a:r>
            <a:r>
              <a:rPr sz="1150" b="0">
                <a:solidFill>
                  <a:srgbClr val="6B7080"/>
                </a:solidFill>
                <a:latin typeface="Century Gothic"/>
                <a:ea typeface="Century Gothic"/>
                <a:cs typeface="Century Gothic"/>
              </a:rPr>
              <a:t>, </a:t>
            </a:r>
            <a:r>
              <a:rPr sz="1150" b="0" err="1">
                <a:solidFill>
                  <a:srgbClr val="6B7080"/>
                </a:solidFill>
                <a:latin typeface="Century Gothic"/>
                <a:ea typeface="Century Gothic"/>
                <a:cs typeface="Century Gothic"/>
              </a:rPr>
              <a:t>arriba</a:t>
            </a:r>
            <a:r>
              <a:rPr sz="1150" b="0">
                <a:solidFill>
                  <a:srgbClr val="6B7080"/>
                </a:solidFill>
                <a:latin typeface="Century Gothic"/>
                <a:ea typeface="Century Gothic"/>
                <a:cs typeface="Century Gothic"/>
              </a:rPr>
              <a:t> a la </a:t>
            </a:r>
            <a:r>
              <a:rPr sz="1150" b="0" err="1">
                <a:solidFill>
                  <a:srgbClr val="6B7080"/>
                </a:solidFill>
                <a:latin typeface="Century Gothic"/>
                <a:ea typeface="Century Gothic"/>
                <a:cs typeface="Century Gothic"/>
              </a:rPr>
              <a:t>derecha</a:t>
            </a:r>
            <a:r>
              <a:rPr sz="1150" b="0">
                <a:solidFill>
                  <a:srgbClr val="6B7080"/>
                </a:solidFill>
                <a:latin typeface="Century Gothic"/>
                <a:ea typeface="Century Gothic"/>
                <a:cs typeface="Century Gothic"/>
              </a:rPr>
              <a:t> de la vista.</a:t>
            </a:r>
          </a:p>
        </p:txBody>
      </p:sp>
      <p:sp>
        <p:nvSpPr>
          <p:cNvPr id="11" name="Oval 7">
            <a:extLst>
              <a:ext uri="{FF2B5EF4-FFF2-40B4-BE49-F238E27FC236}">
                <a16:creationId xmlns:a16="http://schemas.microsoft.com/office/drawing/2014/main" id="{C8E3514C-994B-F1FA-8D38-D0113DCC39DF}"/>
              </a:ext>
            </a:extLst>
          </p:cNvPr>
          <p:cNvSpPr/>
          <p:nvPr/>
        </p:nvSpPr>
        <p:spPr>
          <a:xfrm>
            <a:off x="3246120" y="1572768"/>
            <a:ext cx="292608" cy="292608"/>
          </a:xfrm>
          <a:prstGeom prst="ellipse">
            <a:avLst/>
          </a:prstGeom>
          <a:solidFill>
            <a:srgbClr val="070F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entury Gothic"/>
                <a:ea typeface="Century Gothic"/>
                <a:cs typeface="Century Gothic"/>
              </a:rPr>
              <a:t>1</a:t>
            </a:r>
          </a:p>
        </p:txBody>
      </p:sp>
      <p:sp>
        <p:nvSpPr>
          <p:cNvPr id="14" name="TextBox 8">
            <a:extLst>
              <a:ext uri="{FF2B5EF4-FFF2-40B4-BE49-F238E27FC236}">
                <a16:creationId xmlns:a16="http://schemas.microsoft.com/office/drawing/2014/main" id="{9EF31EB8-30C3-E8BD-78B5-1ED22E0192F8}"/>
              </a:ext>
            </a:extLst>
          </p:cNvPr>
          <p:cNvSpPr txBox="1"/>
          <p:nvPr/>
        </p:nvSpPr>
        <p:spPr>
          <a:xfrm>
            <a:off x="3630168" y="1536192"/>
            <a:ext cx="3657600" cy="6583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200"/>
              </a:spcAft>
            </a:pPr>
            <a:r>
              <a:rPr sz="1550" b="1">
                <a:solidFill>
                  <a:srgbClr val="070F26"/>
                </a:solidFill>
                <a:latin typeface="Century Gothic"/>
                <a:ea typeface="Century Gothic"/>
                <a:cs typeface="Century Gothic"/>
              </a:rPr>
              <a:t>Filtro de flujo</a:t>
            </a:r>
          </a:p>
          <a:p>
            <a:pPr>
              <a:spcAft>
                <a:spcPts val="0"/>
              </a:spcAft>
            </a:pPr>
            <a:r>
              <a:rPr sz="1150" b="1">
                <a:solidFill>
                  <a:srgbClr val="0080B1"/>
                </a:solidFill>
                <a:latin typeface="Century Gothic"/>
                <a:ea typeface="Century Gothic"/>
                <a:cs typeface="Century Gothic"/>
              </a:rPr>
              <a:t>A seguido directamente de B</a:t>
            </a:r>
          </a:p>
        </p:txBody>
      </p:sp>
      <p:sp>
        <p:nvSpPr>
          <p:cNvPr id="22" name="TextBox 10">
            <a:extLst>
              <a:ext uri="{FF2B5EF4-FFF2-40B4-BE49-F238E27FC236}">
                <a16:creationId xmlns:a16="http://schemas.microsoft.com/office/drawing/2014/main" id="{5B148F2E-30FC-51F6-44A3-C2520B70E3D5}"/>
              </a:ext>
            </a:extLst>
          </p:cNvPr>
          <p:cNvSpPr txBox="1"/>
          <p:nvPr/>
        </p:nvSpPr>
        <p:spPr>
          <a:xfrm>
            <a:off x="3236977" y="4974626"/>
            <a:ext cx="4050791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1150" err="1">
                <a:solidFill>
                  <a:srgbClr val="6B7080"/>
                </a:solidFill>
                <a:latin typeface="Century Gothic"/>
                <a:ea typeface="Century Gothic"/>
                <a:cs typeface="Century Gothic"/>
              </a:rPr>
              <a:t>Encuentra</a:t>
            </a:r>
            <a:r>
              <a:rPr sz="1150">
                <a:solidFill>
                  <a:srgbClr val="6B7080"/>
                </a:solidFill>
                <a:latin typeface="Century Gothic"/>
                <a:ea typeface="Century Gothic"/>
                <a:cs typeface="Century Gothic"/>
              </a:rPr>
              <a:t> </a:t>
            </a:r>
            <a:r>
              <a:rPr sz="1150" err="1">
                <a:solidFill>
                  <a:srgbClr val="6B7080"/>
                </a:solidFill>
                <a:latin typeface="Century Gothic"/>
                <a:ea typeface="Century Gothic"/>
                <a:cs typeface="Century Gothic"/>
              </a:rPr>
              <a:t>secuencias</a:t>
            </a:r>
            <a:r>
              <a:rPr sz="1150">
                <a:solidFill>
                  <a:srgbClr val="6B7080"/>
                </a:solidFill>
                <a:latin typeface="Century Gothic"/>
                <a:ea typeface="Century Gothic"/>
                <a:cs typeface="Century Gothic"/>
              </a:rPr>
              <a:t> </a:t>
            </a:r>
            <a:r>
              <a:rPr sz="1150" err="1">
                <a:solidFill>
                  <a:srgbClr val="6B7080"/>
                </a:solidFill>
                <a:latin typeface="Century Gothic"/>
                <a:ea typeface="Century Gothic"/>
                <a:cs typeface="Century Gothic"/>
              </a:rPr>
              <a:t>concretas</a:t>
            </a:r>
            <a:r>
              <a:rPr sz="1150">
                <a:solidFill>
                  <a:srgbClr val="6B7080"/>
                </a:solidFill>
                <a:latin typeface="Century Gothic"/>
                <a:ea typeface="Century Gothic"/>
                <a:cs typeface="Century Gothic"/>
              </a:rPr>
              <a:t>: </a:t>
            </a:r>
            <a:r>
              <a:rPr sz="1150" err="1">
                <a:solidFill>
                  <a:srgbClr val="6B7080"/>
                </a:solidFill>
                <a:latin typeface="Century Gothic"/>
                <a:ea typeface="Century Gothic"/>
                <a:cs typeface="Century Gothic"/>
              </a:rPr>
              <a:t>qué</a:t>
            </a:r>
            <a:r>
              <a:rPr sz="1150">
                <a:solidFill>
                  <a:srgbClr val="6B7080"/>
                </a:solidFill>
                <a:latin typeface="Century Gothic"/>
                <a:ea typeface="Century Gothic"/>
                <a:cs typeface="Century Gothic"/>
              </a:rPr>
              <a:t> </a:t>
            </a:r>
            <a:r>
              <a:rPr sz="1150" err="1">
                <a:solidFill>
                  <a:srgbClr val="6B7080"/>
                </a:solidFill>
                <a:latin typeface="Century Gothic"/>
                <a:ea typeface="Century Gothic"/>
                <a:cs typeface="Century Gothic"/>
              </a:rPr>
              <a:t>expedientes</a:t>
            </a:r>
            <a:r>
              <a:rPr sz="1150">
                <a:solidFill>
                  <a:srgbClr val="6B7080"/>
                </a:solidFill>
                <a:latin typeface="Century Gothic"/>
                <a:ea typeface="Century Gothic"/>
                <a:cs typeface="Century Gothic"/>
              </a:rPr>
              <a:t> </a:t>
            </a:r>
            <a:r>
              <a:rPr sz="1150" err="1">
                <a:solidFill>
                  <a:srgbClr val="6B7080"/>
                </a:solidFill>
                <a:latin typeface="Century Gothic"/>
                <a:ea typeface="Century Gothic"/>
                <a:cs typeface="Century Gothic"/>
              </a:rPr>
              <a:t>pasaron</a:t>
            </a:r>
            <a:r>
              <a:rPr sz="1150">
                <a:solidFill>
                  <a:srgbClr val="6B7080"/>
                </a:solidFill>
                <a:latin typeface="Century Gothic"/>
                <a:ea typeface="Century Gothic"/>
                <a:cs typeface="Century Gothic"/>
              </a:rPr>
              <a:t> de </a:t>
            </a:r>
            <a:r>
              <a:rPr sz="1150" err="1">
                <a:solidFill>
                  <a:srgbClr val="6B7080"/>
                </a:solidFill>
                <a:latin typeface="Century Gothic"/>
                <a:ea typeface="Century Gothic"/>
                <a:cs typeface="Century Gothic"/>
              </a:rPr>
              <a:t>una</a:t>
            </a:r>
            <a:r>
              <a:rPr sz="1150">
                <a:solidFill>
                  <a:srgbClr val="6B7080"/>
                </a:solidFill>
                <a:latin typeface="Century Gothic"/>
                <a:ea typeface="Century Gothic"/>
                <a:cs typeface="Century Gothic"/>
              </a:rPr>
              <a:t> </a:t>
            </a:r>
            <a:r>
              <a:rPr sz="1150" err="1">
                <a:solidFill>
                  <a:srgbClr val="6B7080"/>
                </a:solidFill>
                <a:latin typeface="Century Gothic"/>
                <a:ea typeface="Century Gothic"/>
                <a:cs typeface="Century Gothic"/>
              </a:rPr>
              <a:t>actividad</a:t>
            </a:r>
            <a:r>
              <a:rPr sz="1150">
                <a:solidFill>
                  <a:srgbClr val="6B7080"/>
                </a:solidFill>
                <a:latin typeface="Century Gothic"/>
                <a:ea typeface="Century Gothic"/>
                <a:cs typeface="Century Gothic"/>
              </a:rPr>
              <a:t> a </a:t>
            </a:r>
            <a:r>
              <a:rPr sz="1150" err="1">
                <a:solidFill>
                  <a:srgbClr val="6B7080"/>
                </a:solidFill>
                <a:latin typeface="Century Gothic"/>
                <a:ea typeface="Century Gothic"/>
                <a:cs typeface="Century Gothic"/>
              </a:rPr>
              <a:t>otra</a:t>
            </a:r>
            <a:r>
              <a:rPr sz="1150">
                <a:solidFill>
                  <a:srgbClr val="6B7080"/>
                </a:solidFill>
                <a:latin typeface="Century Gothic"/>
                <a:ea typeface="Century Gothic"/>
                <a:cs typeface="Century Gothic"/>
              </a:rPr>
              <a:t> sin nada </a:t>
            </a:r>
            <a:r>
              <a:rPr sz="1150" err="1">
                <a:solidFill>
                  <a:srgbClr val="6B7080"/>
                </a:solidFill>
                <a:latin typeface="Century Gothic"/>
                <a:ea typeface="Century Gothic"/>
                <a:cs typeface="Century Gothic"/>
              </a:rPr>
              <a:t>en</a:t>
            </a:r>
            <a:r>
              <a:rPr sz="1150">
                <a:solidFill>
                  <a:srgbClr val="6B7080"/>
                </a:solidFill>
                <a:latin typeface="Century Gothic"/>
                <a:ea typeface="Century Gothic"/>
                <a:cs typeface="Century Gothic"/>
              </a:rPr>
              <a:t> medio.</a:t>
            </a:r>
          </a:p>
        </p:txBody>
      </p:sp>
      <p:sp>
        <p:nvSpPr>
          <p:cNvPr id="25" name="Oval 11">
            <a:extLst>
              <a:ext uri="{FF2B5EF4-FFF2-40B4-BE49-F238E27FC236}">
                <a16:creationId xmlns:a16="http://schemas.microsoft.com/office/drawing/2014/main" id="{8FA2F735-9046-C5E7-BD95-61D941F92313}"/>
              </a:ext>
            </a:extLst>
          </p:cNvPr>
          <p:cNvSpPr/>
          <p:nvPr/>
        </p:nvSpPr>
        <p:spPr>
          <a:xfrm>
            <a:off x="8320230" y="488442"/>
            <a:ext cx="292608" cy="292608"/>
          </a:xfrm>
          <a:prstGeom prst="ellipse">
            <a:avLst/>
          </a:prstGeom>
          <a:solidFill>
            <a:srgbClr val="070F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entury Gothic"/>
                <a:ea typeface="Century Gothic"/>
                <a:cs typeface="Century Gothic"/>
              </a:rPr>
              <a:t>2</a:t>
            </a:r>
          </a:p>
        </p:txBody>
      </p:sp>
      <p:sp>
        <p:nvSpPr>
          <p:cNvPr id="27" name="TextBox 12">
            <a:extLst>
              <a:ext uri="{FF2B5EF4-FFF2-40B4-BE49-F238E27FC236}">
                <a16:creationId xmlns:a16="http://schemas.microsoft.com/office/drawing/2014/main" id="{34DC79DD-0574-787B-5805-AA24C72FA883}"/>
              </a:ext>
            </a:extLst>
          </p:cNvPr>
          <p:cNvSpPr txBox="1"/>
          <p:nvPr/>
        </p:nvSpPr>
        <p:spPr>
          <a:xfrm>
            <a:off x="8704278" y="451866"/>
            <a:ext cx="3657600" cy="6583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200"/>
              </a:spcAft>
            </a:pPr>
            <a:r>
              <a:rPr sz="1550" b="1" err="1">
                <a:solidFill>
                  <a:srgbClr val="070F26"/>
                </a:solidFill>
                <a:latin typeface="Century Gothic"/>
                <a:ea typeface="Century Gothic"/>
                <a:cs typeface="Century Gothic"/>
              </a:rPr>
              <a:t>Filtro</a:t>
            </a:r>
            <a:r>
              <a:rPr sz="1550" b="1">
                <a:solidFill>
                  <a:srgbClr val="070F26"/>
                </a:solidFill>
                <a:latin typeface="Century Gothic"/>
                <a:ea typeface="Century Gothic"/>
                <a:cs typeface="Century Gothic"/>
              </a:rPr>
              <a:t> de </a:t>
            </a:r>
            <a:r>
              <a:rPr sz="1550" b="1" err="1">
                <a:solidFill>
                  <a:srgbClr val="070F26"/>
                </a:solidFill>
                <a:latin typeface="Century Gothic"/>
                <a:ea typeface="Century Gothic"/>
                <a:cs typeface="Century Gothic"/>
              </a:rPr>
              <a:t>tiempos</a:t>
            </a:r>
            <a:endParaRPr sz="1550" b="1">
              <a:solidFill>
                <a:srgbClr val="070F26"/>
              </a:solidFill>
              <a:latin typeface="Century Gothic"/>
              <a:ea typeface="Century Gothic"/>
              <a:cs typeface="Century Gothic"/>
            </a:endParaRPr>
          </a:p>
          <a:p>
            <a:pPr>
              <a:spcAft>
                <a:spcPts val="0"/>
              </a:spcAft>
            </a:pPr>
            <a:r>
              <a:rPr sz="1150" b="1" err="1">
                <a:solidFill>
                  <a:srgbClr val="0080B1"/>
                </a:solidFill>
                <a:latin typeface="Century Gothic"/>
                <a:ea typeface="Century Gothic"/>
                <a:cs typeface="Century Gothic"/>
              </a:rPr>
              <a:t>Duración</a:t>
            </a:r>
            <a:r>
              <a:rPr sz="1150" b="1">
                <a:solidFill>
                  <a:srgbClr val="0080B1"/>
                </a:solidFill>
                <a:latin typeface="Century Gothic"/>
                <a:ea typeface="Century Gothic"/>
                <a:cs typeface="Century Gothic"/>
              </a:rPr>
              <a:t> entre A y B</a:t>
            </a:r>
          </a:p>
        </p:txBody>
      </p:sp>
      <p:sp>
        <p:nvSpPr>
          <p:cNvPr id="31" name="TextBox 14">
            <a:extLst>
              <a:ext uri="{FF2B5EF4-FFF2-40B4-BE49-F238E27FC236}">
                <a16:creationId xmlns:a16="http://schemas.microsoft.com/office/drawing/2014/main" id="{3E981F6F-A684-DD60-8F54-456E2D5B1DF3}"/>
              </a:ext>
            </a:extLst>
          </p:cNvPr>
          <p:cNvSpPr txBox="1"/>
          <p:nvPr/>
        </p:nvSpPr>
        <p:spPr>
          <a:xfrm>
            <a:off x="7729729" y="4974626"/>
            <a:ext cx="4050791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1150" err="1">
                <a:solidFill>
                  <a:srgbClr val="6B7080"/>
                </a:solidFill>
                <a:latin typeface="Century Gothic"/>
                <a:ea typeface="Century Gothic"/>
                <a:cs typeface="Century Gothic"/>
              </a:rPr>
              <a:t>Acota</a:t>
            </a:r>
            <a:r>
              <a:rPr sz="1150">
                <a:solidFill>
                  <a:srgbClr val="6B7080"/>
                </a:solidFill>
                <a:latin typeface="Century Gothic"/>
                <a:ea typeface="Century Gothic"/>
                <a:cs typeface="Century Gothic"/>
              </a:rPr>
              <a:t> </a:t>
            </a:r>
            <a:r>
              <a:rPr sz="1150" err="1">
                <a:solidFill>
                  <a:srgbClr val="6B7080"/>
                </a:solidFill>
                <a:latin typeface="Century Gothic"/>
                <a:ea typeface="Century Gothic"/>
                <a:cs typeface="Century Gothic"/>
              </a:rPr>
              <a:t>por</a:t>
            </a:r>
            <a:r>
              <a:rPr sz="1150">
                <a:solidFill>
                  <a:srgbClr val="6B7080"/>
                </a:solidFill>
                <a:latin typeface="Century Gothic"/>
                <a:ea typeface="Century Gothic"/>
                <a:cs typeface="Century Gothic"/>
              </a:rPr>
              <a:t> </a:t>
            </a:r>
            <a:r>
              <a:rPr sz="1150" err="1">
                <a:solidFill>
                  <a:srgbClr val="6B7080"/>
                </a:solidFill>
                <a:latin typeface="Century Gothic"/>
                <a:ea typeface="Century Gothic"/>
                <a:cs typeface="Century Gothic"/>
              </a:rPr>
              <a:t>cuánto</a:t>
            </a:r>
            <a:r>
              <a:rPr sz="1150">
                <a:solidFill>
                  <a:srgbClr val="6B7080"/>
                </a:solidFill>
                <a:latin typeface="Century Gothic"/>
                <a:ea typeface="Century Gothic"/>
                <a:cs typeface="Century Gothic"/>
              </a:rPr>
              <a:t> se </a:t>
            </a:r>
            <a:r>
              <a:rPr sz="1150" err="1">
                <a:solidFill>
                  <a:srgbClr val="6B7080"/>
                </a:solidFill>
                <a:latin typeface="Century Gothic"/>
                <a:ea typeface="Century Gothic"/>
                <a:cs typeface="Century Gothic"/>
              </a:rPr>
              <a:t>tardó</a:t>
            </a:r>
            <a:r>
              <a:rPr sz="1150">
                <a:solidFill>
                  <a:srgbClr val="6B7080"/>
                </a:solidFill>
                <a:latin typeface="Century Gothic"/>
                <a:ea typeface="Century Gothic"/>
                <a:cs typeface="Century Gothic"/>
              </a:rPr>
              <a:t> entre dos </a:t>
            </a:r>
            <a:r>
              <a:rPr sz="1150" err="1">
                <a:solidFill>
                  <a:srgbClr val="6B7080"/>
                </a:solidFill>
                <a:latin typeface="Century Gothic"/>
                <a:ea typeface="Century Gothic"/>
                <a:cs typeface="Century Gothic"/>
              </a:rPr>
              <a:t>actividades</a:t>
            </a:r>
            <a:r>
              <a:rPr sz="1150">
                <a:solidFill>
                  <a:srgbClr val="6B7080"/>
                </a:solidFill>
                <a:latin typeface="Century Gothic"/>
                <a:ea typeface="Century Gothic"/>
                <a:cs typeface="Century Gothic"/>
              </a:rPr>
              <a:t>. Es </a:t>
            </a:r>
            <a:r>
              <a:rPr sz="1150" err="1">
                <a:solidFill>
                  <a:srgbClr val="6B7080"/>
                </a:solidFill>
                <a:latin typeface="Century Gothic"/>
                <a:ea typeface="Century Gothic"/>
                <a:cs typeface="Century Gothic"/>
              </a:rPr>
              <a:t>como</a:t>
            </a:r>
            <a:r>
              <a:rPr sz="1150">
                <a:solidFill>
                  <a:srgbClr val="6B7080"/>
                </a:solidFill>
                <a:latin typeface="Century Gothic"/>
                <a:ea typeface="Century Gothic"/>
                <a:cs typeface="Century Gothic"/>
              </a:rPr>
              <a:t> se </a:t>
            </a:r>
            <a:r>
              <a:rPr sz="1150" err="1">
                <a:solidFill>
                  <a:srgbClr val="6B7080"/>
                </a:solidFill>
                <a:latin typeface="Century Gothic"/>
                <a:ea typeface="Century Gothic"/>
                <a:cs typeface="Century Gothic"/>
              </a:rPr>
              <a:t>aíslan</a:t>
            </a:r>
            <a:r>
              <a:rPr sz="1150">
                <a:solidFill>
                  <a:srgbClr val="6B7080"/>
                </a:solidFill>
                <a:latin typeface="Century Gothic"/>
                <a:ea typeface="Century Gothic"/>
                <a:cs typeface="Century Gothic"/>
              </a:rPr>
              <a:t> </a:t>
            </a:r>
            <a:r>
              <a:rPr sz="1150" err="1">
                <a:solidFill>
                  <a:srgbClr val="6B7080"/>
                </a:solidFill>
                <a:latin typeface="Century Gothic"/>
                <a:ea typeface="Century Gothic"/>
                <a:cs typeface="Century Gothic"/>
              </a:rPr>
              <a:t>los</a:t>
            </a:r>
            <a:r>
              <a:rPr sz="1150">
                <a:solidFill>
                  <a:srgbClr val="6B7080"/>
                </a:solidFill>
                <a:latin typeface="Century Gothic"/>
                <a:ea typeface="Century Gothic"/>
                <a:cs typeface="Century Gothic"/>
              </a:rPr>
              <a:t> </a:t>
            </a:r>
            <a:r>
              <a:rPr sz="1150" err="1">
                <a:solidFill>
                  <a:srgbClr val="6B7080"/>
                </a:solidFill>
                <a:latin typeface="Century Gothic"/>
                <a:ea typeface="Century Gothic"/>
                <a:cs typeface="Century Gothic"/>
              </a:rPr>
              <a:t>casos</a:t>
            </a:r>
            <a:r>
              <a:rPr sz="1150">
                <a:solidFill>
                  <a:srgbClr val="6B7080"/>
                </a:solidFill>
                <a:latin typeface="Century Gothic"/>
                <a:ea typeface="Century Gothic"/>
                <a:cs typeface="Century Gothic"/>
              </a:rPr>
              <a:t> lentos.</a:t>
            </a:r>
          </a:p>
        </p:txBody>
      </p:sp>
      <p:sp>
        <p:nvSpPr>
          <p:cNvPr id="33" name="Rounded Rectangle 15">
            <a:extLst>
              <a:ext uri="{FF2B5EF4-FFF2-40B4-BE49-F238E27FC236}">
                <a16:creationId xmlns:a16="http://schemas.microsoft.com/office/drawing/2014/main" id="{EDFD1E89-08B0-8768-73FC-4F7C583461A5}"/>
              </a:ext>
            </a:extLst>
          </p:cNvPr>
          <p:cNvSpPr/>
          <p:nvPr/>
        </p:nvSpPr>
        <p:spPr>
          <a:xfrm>
            <a:off x="411480" y="5650992"/>
            <a:ext cx="11375136" cy="621792"/>
          </a:xfrm>
          <a:prstGeom prst="round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19456" tIns="164592" rIns="219456" bIns="164592" rtlCol="0" anchor="ctr"/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070F26"/>
                </a:solidFill>
                <a:latin typeface="Century Gothic"/>
                <a:ea typeface="Century Gothic"/>
                <a:cs typeface="Century Gothic"/>
              </a:rPr>
              <a:t>Los </a:t>
            </a:r>
            <a:r>
              <a:rPr sz="1200" b="0" err="1">
                <a:solidFill>
                  <a:srgbClr val="070F26"/>
                </a:solidFill>
                <a:latin typeface="Century Gothic"/>
                <a:ea typeface="Century Gothic"/>
                <a:cs typeface="Century Gothic"/>
              </a:rPr>
              <a:t>otros</a:t>
            </a:r>
            <a:r>
              <a:rPr sz="1200" b="0">
                <a:solidFill>
                  <a:srgbClr val="070F26"/>
                </a:solidFill>
                <a:latin typeface="Century Gothic"/>
                <a:ea typeface="Century Gothic"/>
                <a:cs typeface="Century Gothic"/>
              </a:rPr>
              <a:t> </a:t>
            </a:r>
            <a:r>
              <a:rPr sz="1200" b="0" err="1">
                <a:solidFill>
                  <a:srgbClr val="070F26"/>
                </a:solidFill>
                <a:latin typeface="Century Gothic"/>
                <a:ea typeface="Century Gothic"/>
                <a:cs typeface="Century Gothic"/>
              </a:rPr>
              <a:t>tres</a:t>
            </a:r>
            <a:r>
              <a:rPr lang="es-ES" sz="1200">
                <a:solidFill>
                  <a:srgbClr val="070F26"/>
                </a:solidFill>
                <a:latin typeface="Century Gothic"/>
                <a:ea typeface="Century Gothic"/>
                <a:cs typeface="Century Gothic"/>
              </a:rPr>
              <a:t>, </a:t>
            </a:r>
            <a:r>
              <a:rPr sz="1200" b="0" err="1">
                <a:solidFill>
                  <a:srgbClr val="070F26"/>
                </a:solidFill>
                <a:latin typeface="Century Gothic"/>
                <a:ea typeface="Century Gothic"/>
                <a:cs typeface="Century Gothic"/>
              </a:rPr>
              <a:t>atributo</a:t>
            </a:r>
            <a:r>
              <a:rPr sz="1200" b="0">
                <a:solidFill>
                  <a:srgbClr val="070F26"/>
                </a:solidFill>
                <a:latin typeface="Century Gothic"/>
                <a:ea typeface="Century Gothic"/>
                <a:cs typeface="Century Gothic"/>
              </a:rPr>
              <a:t>, </a:t>
            </a:r>
            <a:r>
              <a:rPr sz="1200" b="0" err="1">
                <a:solidFill>
                  <a:srgbClr val="070F26"/>
                </a:solidFill>
                <a:latin typeface="Century Gothic"/>
                <a:ea typeface="Century Gothic"/>
                <a:cs typeface="Century Gothic"/>
              </a:rPr>
              <a:t>evento</a:t>
            </a:r>
            <a:r>
              <a:rPr sz="1200" b="0">
                <a:solidFill>
                  <a:srgbClr val="070F26"/>
                </a:solidFill>
                <a:latin typeface="Century Gothic"/>
                <a:ea typeface="Century Gothic"/>
                <a:cs typeface="Century Gothic"/>
              </a:rPr>
              <a:t> y </a:t>
            </a:r>
            <a:r>
              <a:rPr sz="1200" b="0" err="1">
                <a:solidFill>
                  <a:srgbClr val="070F26"/>
                </a:solidFill>
                <a:latin typeface="Century Gothic"/>
                <a:ea typeface="Century Gothic"/>
                <a:cs typeface="Century Gothic"/>
              </a:rPr>
              <a:t>recuento</a:t>
            </a:r>
            <a:r>
              <a:rPr sz="1200" b="0">
                <a:solidFill>
                  <a:srgbClr val="070F26"/>
                </a:solidFill>
                <a:latin typeface="Century Gothic"/>
                <a:ea typeface="Century Gothic"/>
                <a:cs typeface="Century Gothic"/>
              </a:rPr>
              <a:t> de </a:t>
            </a:r>
            <a:r>
              <a:rPr sz="1200" b="0" err="1">
                <a:solidFill>
                  <a:srgbClr val="070F26"/>
                </a:solidFill>
                <a:latin typeface="Century Gothic"/>
                <a:ea typeface="Century Gothic"/>
                <a:cs typeface="Century Gothic"/>
              </a:rPr>
              <a:t>eventos</a:t>
            </a:r>
            <a:r>
              <a:rPr lang="es-ES" sz="1200">
                <a:solidFill>
                  <a:srgbClr val="070F26"/>
                </a:solidFill>
                <a:latin typeface="Century Gothic"/>
                <a:ea typeface="Century Gothic"/>
                <a:cs typeface="Century Gothic"/>
              </a:rPr>
              <a:t> </a:t>
            </a:r>
            <a:r>
              <a:rPr sz="1200" b="0" err="1">
                <a:solidFill>
                  <a:srgbClr val="070F26"/>
                </a:solidFill>
                <a:latin typeface="Century Gothic"/>
                <a:ea typeface="Century Gothic"/>
                <a:cs typeface="Century Gothic"/>
              </a:rPr>
              <a:t>filtran</a:t>
            </a:r>
            <a:r>
              <a:rPr sz="1200" b="0">
                <a:solidFill>
                  <a:srgbClr val="070F26"/>
                </a:solidFill>
                <a:latin typeface="Century Gothic"/>
                <a:ea typeface="Century Gothic"/>
                <a:cs typeface="Century Gothic"/>
              </a:rPr>
              <a:t> </a:t>
            </a:r>
            <a:r>
              <a:rPr sz="1200" b="0" err="1">
                <a:solidFill>
                  <a:srgbClr val="070F26"/>
                </a:solidFill>
                <a:latin typeface="Century Gothic"/>
                <a:ea typeface="Century Gothic"/>
                <a:cs typeface="Century Gothic"/>
              </a:rPr>
              <a:t>por</a:t>
            </a:r>
            <a:r>
              <a:rPr sz="1200" b="0">
                <a:solidFill>
                  <a:srgbClr val="070F26"/>
                </a:solidFill>
                <a:latin typeface="Century Gothic"/>
                <a:ea typeface="Century Gothic"/>
                <a:cs typeface="Century Gothic"/>
              </a:rPr>
              <a:t> campo, </a:t>
            </a:r>
            <a:r>
              <a:rPr sz="1200" b="0" err="1">
                <a:solidFill>
                  <a:srgbClr val="070F26"/>
                </a:solidFill>
                <a:latin typeface="Century Gothic"/>
                <a:ea typeface="Century Gothic"/>
                <a:cs typeface="Century Gothic"/>
              </a:rPr>
              <a:t>por</a:t>
            </a:r>
            <a:r>
              <a:rPr sz="1200" b="0">
                <a:solidFill>
                  <a:srgbClr val="070F26"/>
                </a:solidFill>
                <a:latin typeface="Century Gothic"/>
                <a:ea typeface="Century Gothic"/>
                <a:cs typeface="Century Gothic"/>
              </a:rPr>
              <a:t> </a:t>
            </a:r>
            <a:r>
              <a:rPr sz="1200" b="0" err="1">
                <a:solidFill>
                  <a:srgbClr val="070F26"/>
                </a:solidFill>
                <a:latin typeface="Century Gothic"/>
                <a:ea typeface="Century Gothic"/>
                <a:cs typeface="Century Gothic"/>
              </a:rPr>
              <a:t>primera</a:t>
            </a:r>
            <a:r>
              <a:rPr sz="1200" b="0">
                <a:solidFill>
                  <a:srgbClr val="070F26"/>
                </a:solidFill>
                <a:latin typeface="Century Gothic"/>
                <a:ea typeface="Century Gothic"/>
                <a:cs typeface="Century Gothic"/>
              </a:rPr>
              <a:t> o </a:t>
            </a:r>
            <a:r>
              <a:rPr sz="1200" b="0" err="1">
                <a:solidFill>
                  <a:srgbClr val="070F26"/>
                </a:solidFill>
                <a:latin typeface="Century Gothic"/>
                <a:ea typeface="Century Gothic"/>
                <a:cs typeface="Century Gothic"/>
              </a:rPr>
              <a:t>última</a:t>
            </a:r>
            <a:r>
              <a:rPr sz="1200" b="0">
                <a:solidFill>
                  <a:srgbClr val="070F26"/>
                </a:solidFill>
                <a:latin typeface="Century Gothic"/>
                <a:ea typeface="Century Gothic"/>
                <a:cs typeface="Century Gothic"/>
              </a:rPr>
              <a:t> </a:t>
            </a:r>
            <a:r>
              <a:rPr sz="1200" b="0" err="1">
                <a:solidFill>
                  <a:srgbClr val="070F26"/>
                </a:solidFill>
                <a:latin typeface="Century Gothic"/>
                <a:ea typeface="Century Gothic"/>
                <a:cs typeface="Century Gothic"/>
              </a:rPr>
              <a:t>ocurrencia</a:t>
            </a:r>
            <a:r>
              <a:rPr sz="1200" b="0">
                <a:solidFill>
                  <a:srgbClr val="070F26"/>
                </a:solidFill>
                <a:latin typeface="Century Gothic"/>
                <a:ea typeface="Century Gothic"/>
                <a:cs typeface="Century Gothic"/>
              </a:rPr>
              <a:t> y </a:t>
            </a:r>
            <a:r>
              <a:rPr sz="1200" b="0" err="1">
                <a:solidFill>
                  <a:srgbClr val="070F26"/>
                </a:solidFill>
                <a:latin typeface="Century Gothic"/>
                <a:ea typeface="Century Gothic"/>
                <a:cs typeface="Century Gothic"/>
              </a:rPr>
              <a:t>por</a:t>
            </a:r>
            <a:r>
              <a:rPr sz="1200" b="0">
                <a:solidFill>
                  <a:srgbClr val="070F26"/>
                </a:solidFill>
                <a:latin typeface="Century Gothic"/>
                <a:ea typeface="Century Gothic"/>
                <a:cs typeface="Century Gothic"/>
              </a:rPr>
              <a:t> </a:t>
            </a:r>
            <a:r>
              <a:rPr sz="1200" b="0" err="1">
                <a:solidFill>
                  <a:srgbClr val="070F26"/>
                </a:solidFill>
                <a:latin typeface="Century Gothic"/>
                <a:ea typeface="Century Gothic"/>
                <a:cs typeface="Century Gothic"/>
              </a:rPr>
              <a:t>número</a:t>
            </a:r>
            <a:r>
              <a:rPr sz="1200" b="0">
                <a:solidFill>
                  <a:srgbClr val="070F26"/>
                </a:solidFill>
                <a:latin typeface="Century Gothic"/>
                <a:ea typeface="Century Gothic"/>
                <a:cs typeface="Century Gothic"/>
              </a:rPr>
              <a:t> de </a:t>
            </a:r>
            <a:r>
              <a:rPr sz="1200" b="0" err="1">
                <a:solidFill>
                  <a:srgbClr val="070F26"/>
                </a:solidFill>
                <a:latin typeface="Century Gothic"/>
                <a:ea typeface="Century Gothic"/>
                <a:cs typeface="Century Gothic"/>
              </a:rPr>
              <a:t>repeticiones</a:t>
            </a:r>
            <a:r>
              <a:rPr sz="1200" b="0">
                <a:solidFill>
                  <a:srgbClr val="070F26"/>
                </a:solidFill>
                <a:latin typeface="Century Gothic"/>
                <a:ea typeface="Century Gothic"/>
                <a:cs typeface="Century Gothic"/>
              </a:rPr>
              <a:t>.</a:t>
            </a:r>
          </a:p>
        </p:txBody>
      </p:sp>
      <p:pic>
        <p:nvPicPr>
          <p:cNvPr id="35" name="Imagen 34">
            <a:extLst>
              <a:ext uri="{FF2B5EF4-FFF2-40B4-BE49-F238E27FC236}">
                <a16:creationId xmlns:a16="http://schemas.microsoft.com/office/drawing/2014/main" id="{2D783731-1FDB-3354-C3A1-ECB8BF35F7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179" y="1525976"/>
            <a:ext cx="1911340" cy="3134918"/>
          </a:xfrm>
          <a:prstGeom prst="rect">
            <a:avLst/>
          </a:prstGeom>
        </p:spPr>
      </p:pic>
      <p:pic>
        <p:nvPicPr>
          <p:cNvPr id="37" name="Imagen 36">
            <a:extLst>
              <a:ext uri="{FF2B5EF4-FFF2-40B4-BE49-F238E27FC236}">
                <a16:creationId xmlns:a16="http://schemas.microsoft.com/office/drawing/2014/main" id="{CAE00816-85F2-D8E2-9F8F-9B414BB597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71046" y="2152651"/>
            <a:ext cx="2993896" cy="2750599"/>
          </a:xfrm>
          <a:prstGeom prst="rect">
            <a:avLst/>
          </a:prstGeom>
        </p:spPr>
      </p:pic>
      <p:pic>
        <p:nvPicPr>
          <p:cNvPr id="39" name="Imagen 38">
            <a:extLst>
              <a:ext uri="{FF2B5EF4-FFF2-40B4-BE49-F238E27FC236}">
                <a16:creationId xmlns:a16="http://schemas.microsoft.com/office/drawing/2014/main" id="{4DB90183-3510-9143-86FB-250E4921A8B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24336" y="1108732"/>
            <a:ext cx="2377932" cy="37067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503095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5F3A13-0CF4-FC8F-48A9-CE62CCDC2C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751111-593A-0E16-5CF1-5E72FB9C7C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err="1">
                <a:latin typeface="Century Gothic" panose="020B0502020202020204" pitchFamily="34" charset="0"/>
              </a:rPr>
              <a:t>Filtros</a:t>
            </a:r>
            <a:r>
              <a:rPr>
                <a:latin typeface="Century Gothic" panose="020B0502020202020204" pitchFamily="34" charset="0"/>
              </a:rPr>
              <a:t> </a:t>
            </a:r>
            <a:r>
              <a:rPr lang="es-ES">
                <a:latin typeface="Century Gothic" panose="020B0502020202020204" pitchFamily="34" charset="0"/>
              </a:rPr>
              <a:t>de proceso</a:t>
            </a:r>
            <a:endParaRPr>
              <a:latin typeface="Century Gothic" panose="020B0502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41A3DFB-B2FD-330B-52F3-693F9A3A9D05}"/>
              </a:ext>
            </a:extLst>
          </p:cNvPr>
          <p:cNvSpPr txBox="1"/>
          <p:nvPr/>
        </p:nvSpPr>
        <p:spPr>
          <a:xfrm>
            <a:off x="411480" y="6446520"/>
            <a:ext cx="1005403" cy="2154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B7080"/>
                </a:solidFill>
                <a:latin typeface="Century Gothic" panose="020B0502020202020204" pitchFamily="34" charset="0"/>
              </a:rPr>
              <a:t>© 2026 NTT DATA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C2AEEAF-DC4C-1F15-2E0C-51138A135A2A}"/>
              </a:ext>
            </a:extLst>
          </p:cNvPr>
          <p:cNvSpPr txBox="1"/>
          <p:nvPr/>
        </p:nvSpPr>
        <p:spPr>
          <a:xfrm>
            <a:off x="11498884" y="6446520"/>
            <a:ext cx="296876" cy="2154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>
                <a:solidFill>
                  <a:srgbClr val="6B7080"/>
                </a:solidFill>
                <a:latin typeface="Century Gothic" panose="020B0502020202020204" pitchFamily="34" charset="0"/>
              </a:rPr>
              <a:t>22</a:t>
            </a: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605D449F-E0BE-42E5-0C97-3814AD394EE6}"/>
              </a:ext>
            </a:extLst>
          </p:cNvPr>
          <p:cNvSpPr txBox="1"/>
          <p:nvPr/>
        </p:nvSpPr>
        <p:spPr>
          <a:xfrm>
            <a:off x="407987" y="781050"/>
            <a:ext cx="904529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1600" b="1">
                <a:latin typeface="Century Gothic"/>
                <a:ea typeface="Century Gothic"/>
                <a:cs typeface="Century Gothic"/>
              </a:rPr>
              <a:t>Se acumulan: cómo verlos y cómo quitarlos</a:t>
            </a:r>
            <a:endParaRPr lang="es-ES" sz="1600" b="1">
              <a:latin typeface="Century Gothic" panose="020B0502020202020204" pitchFamily="34" charset="0"/>
              <a:ea typeface="Poppins"/>
              <a:cs typeface="Poppins"/>
              <a:sym typeface="Poppins"/>
            </a:endParaRPr>
          </a:p>
        </p:txBody>
      </p:sp>
      <p:sp>
        <p:nvSpPr>
          <p:cNvPr id="6" name="TextBox 2">
            <a:extLst>
              <a:ext uri="{FF2B5EF4-FFF2-40B4-BE49-F238E27FC236}">
                <a16:creationId xmlns:a16="http://schemas.microsoft.com/office/drawing/2014/main" id="{7303839B-B518-A872-66E5-179E9DC0960B}"/>
              </a:ext>
            </a:extLst>
          </p:cNvPr>
          <p:cNvSpPr txBox="1"/>
          <p:nvPr/>
        </p:nvSpPr>
        <p:spPr>
          <a:xfrm>
            <a:off x="500087" y="1109704"/>
            <a:ext cx="11375136" cy="276999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lang="es-ES" sz="1200">
                <a:solidFill>
                  <a:srgbClr val="6B7080"/>
                </a:solidFill>
                <a:latin typeface="Century Gothic"/>
                <a:ea typeface="Century Gothic"/>
                <a:cs typeface="Century Gothic"/>
              </a:rPr>
              <a:t>El error más caro de la herramienta es filtrar sin darse cuenta</a:t>
            </a:r>
          </a:p>
        </p:txBody>
      </p:sp>
      <p:sp>
        <p:nvSpPr>
          <p:cNvPr id="9" name="Oval 6">
            <a:extLst>
              <a:ext uri="{FF2B5EF4-FFF2-40B4-BE49-F238E27FC236}">
                <a16:creationId xmlns:a16="http://schemas.microsoft.com/office/drawing/2014/main" id="{CA19FFCC-3A7C-759E-7844-078331853ACE}"/>
              </a:ext>
            </a:extLst>
          </p:cNvPr>
          <p:cNvSpPr/>
          <p:nvPr/>
        </p:nvSpPr>
        <p:spPr>
          <a:xfrm>
            <a:off x="8202167" y="921951"/>
            <a:ext cx="292608" cy="292608"/>
          </a:xfrm>
          <a:prstGeom prst="ellipse">
            <a:avLst/>
          </a:prstGeom>
          <a:solidFill>
            <a:srgbClr val="070F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entury Gothic"/>
                <a:ea typeface="Century Gothic"/>
                <a:cs typeface="Century Gothic"/>
              </a:rPr>
              <a:t>1</a:t>
            </a:r>
          </a:p>
        </p:txBody>
      </p:sp>
      <p:sp>
        <p:nvSpPr>
          <p:cNvPr id="11" name="TextBox 7">
            <a:extLst>
              <a:ext uri="{FF2B5EF4-FFF2-40B4-BE49-F238E27FC236}">
                <a16:creationId xmlns:a16="http://schemas.microsoft.com/office/drawing/2014/main" id="{0D70743D-7249-C410-91A6-68824B7AF7EF}"/>
              </a:ext>
            </a:extLst>
          </p:cNvPr>
          <p:cNvSpPr txBox="1"/>
          <p:nvPr/>
        </p:nvSpPr>
        <p:spPr>
          <a:xfrm>
            <a:off x="8613648" y="876231"/>
            <a:ext cx="3182112" cy="700192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300"/>
              </a:spcAft>
            </a:pPr>
            <a:r>
              <a:rPr sz="1400" b="1">
                <a:solidFill>
                  <a:srgbClr val="070F26"/>
                </a:solidFill>
                <a:latin typeface="Century Gothic"/>
                <a:ea typeface="Century Gothic"/>
                <a:cs typeface="Century Gothic"/>
              </a:rPr>
              <a:t>L</a:t>
            </a:r>
            <a:r>
              <a:rPr lang="es-ES" sz="1400" b="1">
                <a:solidFill>
                  <a:srgbClr val="070F26"/>
                </a:solidFill>
                <a:latin typeface="Century Gothic"/>
                <a:ea typeface="Century Gothic"/>
                <a:cs typeface="Century Gothic"/>
              </a:rPr>
              <a:t>os botones</a:t>
            </a:r>
            <a:endParaRPr sz="1400" b="1">
              <a:solidFill>
                <a:srgbClr val="070F26"/>
              </a:solidFill>
              <a:latin typeface="Century Gothic"/>
              <a:ea typeface="Century Gothic"/>
              <a:cs typeface="Century Gothic"/>
            </a:endParaRPr>
          </a:p>
          <a:p>
            <a:pPr>
              <a:spcAft>
                <a:spcPts val="0"/>
              </a:spcAft>
            </a:pPr>
            <a:r>
              <a:rPr sz="1150" b="0">
                <a:solidFill>
                  <a:srgbClr val="6B7080"/>
                </a:solidFill>
                <a:latin typeface="Century Gothic"/>
                <a:ea typeface="Century Gothic"/>
                <a:cs typeface="Century Gothic"/>
              </a:rPr>
              <a:t>Arriba a la </a:t>
            </a:r>
            <a:r>
              <a:rPr sz="1150" b="0" err="1">
                <a:solidFill>
                  <a:srgbClr val="6B7080"/>
                </a:solidFill>
                <a:latin typeface="Century Gothic"/>
                <a:ea typeface="Century Gothic"/>
                <a:cs typeface="Century Gothic"/>
              </a:rPr>
              <a:t>derecha</a:t>
            </a:r>
            <a:r>
              <a:rPr sz="1150" b="0">
                <a:solidFill>
                  <a:srgbClr val="6B7080"/>
                </a:solidFill>
                <a:latin typeface="Century Gothic"/>
                <a:ea typeface="Century Gothic"/>
                <a:cs typeface="Century Gothic"/>
              </a:rPr>
              <a:t>, </a:t>
            </a:r>
            <a:r>
              <a:rPr sz="1150" b="0" err="1">
                <a:solidFill>
                  <a:srgbClr val="6B7080"/>
                </a:solidFill>
                <a:latin typeface="Century Gothic"/>
                <a:ea typeface="Century Gothic"/>
                <a:cs typeface="Century Gothic"/>
              </a:rPr>
              <a:t>una</a:t>
            </a:r>
            <a:r>
              <a:rPr sz="1150" b="0">
                <a:solidFill>
                  <a:srgbClr val="6B7080"/>
                </a:solidFill>
                <a:latin typeface="Century Gothic"/>
                <a:ea typeface="Century Gothic"/>
                <a:cs typeface="Century Gothic"/>
              </a:rPr>
              <a:t> </a:t>
            </a:r>
            <a:r>
              <a:rPr sz="1150" b="0" err="1">
                <a:solidFill>
                  <a:srgbClr val="6B7080"/>
                </a:solidFill>
                <a:latin typeface="Century Gothic"/>
                <a:ea typeface="Century Gothic"/>
                <a:cs typeface="Century Gothic"/>
              </a:rPr>
              <a:t>por</a:t>
            </a:r>
            <a:r>
              <a:rPr sz="1150" b="0">
                <a:solidFill>
                  <a:srgbClr val="6B7080"/>
                </a:solidFill>
                <a:latin typeface="Century Gothic"/>
                <a:ea typeface="Century Gothic"/>
                <a:cs typeface="Century Gothic"/>
              </a:rPr>
              <a:t> </a:t>
            </a:r>
            <a:r>
              <a:rPr sz="1150" b="0" err="1">
                <a:solidFill>
                  <a:srgbClr val="6B7080"/>
                </a:solidFill>
                <a:latin typeface="Century Gothic"/>
                <a:ea typeface="Century Gothic"/>
                <a:cs typeface="Century Gothic"/>
              </a:rPr>
              <a:t>filtro</a:t>
            </a:r>
            <a:r>
              <a:rPr sz="1150" b="0">
                <a:solidFill>
                  <a:srgbClr val="6B7080"/>
                </a:solidFill>
                <a:latin typeface="Century Gothic"/>
                <a:ea typeface="Century Gothic"/>
                <a:cs typeface="Century Gothic"/>
              </a:rPr>
              <a:t> </a:t>
            </a:r>
            <a:r>
              <a:rPr sz="1150" b="0" err="1">
                <a:solidFill>
                  <a:srgbClr val="6B7080"/>
                </a:solidFill>
                <a:latin typeface="Century Gothic"/>
                <a:ea typeface="Century Gothic"/>
                <a:cs typeface="Century Gothic"/>
              </a:rPr>
              <a:t>activo</a:t>
            </a:r>
            <a:r>
              <a:rPr sz="1150" b="0">
                <a:solidFill>
                  <a:srgbClr val="6B7080"/>
                </a:solidFill>
                <a:latin typeface="Century Gothic"/>
                <a:ea typeface="Century Gothic"/>
                <a:cs typeface="Century Gothic"/>
              </a:rPr>
              <a:t>. Dicen </a:t>
            </a:r>
            <a:r>
              <a:rPr sz="1150" b="0" err="1">
                <a:solidFill>
                  <a:srgbClr val="6B7080"/>
                </a:solidFill>
                <a:latin typeface="Century Gothic"/>
                <a:ea typeface="Century Gothic"/>
                <a:cs typeface="Century Gothic"/>
              </a:rPr>
              <a:t>qué</a:t>
            </a:r>
            <a:r>
              <a:rPr sz="1150" b="0">
                <a:solidFill>
                  <a:srgbClr val="6B7080"/>
                </a:solidFill>
                <a:latin typeface="Century Gothic"/>
                <a:ea typeface="Century Gothic"/>
                <a:cs typeface="Century Gothic"/>
              </a:rPr>
              <a:t> campo y </a:t>
            </a:r>
            <a:r>
              <a:rPr sz="1150" b="0" err="1">
                <a:solidFill>
                  <a:srgbClr val="6B7080"/>
                </a:solidFill>
                <a:latin typeface="Century Gothic"/>
                <a:ea typeface="Century Gothic"/>
                <a:cs typeface="Century Gothic"/>
              </a:rPr>
              <a:t>qué</a:t>
            </a:r>
            <a:r>
              <a:rPr sz="1150" b="0">
                <a:solidFill>
                  <a:srgbClr val="6B7080"/>
                </a:solidFill>
                <a:latin typeface="Century Gothic"/>
                <a:ea typeface="Century Gothic"/>
                <a:cs typeface="Century Gothic"/>
              </a:rPr>
              <a:t> valor.</a:t>
            </a:r>
          </a:p>
        </p:txBody>
      </p:sp>
      <p:sp>
        <p:nvSpPr>
          <p:cNvPr id="14" name="Oval 8">
            <a:extLst>
              <a:ext uri="{FF2B5EF4-FFF2-40B4-BE49-F238E27FC236}">
                <a16:creationId xmlns:a16="http://schemas.microsoft.com/office/drawing/2014/main" id="{D8C49AE0-31F4-D458-C3ED-11E1AEE80460}"/>
              </a:ext>
            </a:extLst>
          </p:cNvPr>
          <p:cNvSpPr/>
          <p:nvPr/>
        </p:nvSpPr>
        <p:spPr>
          <a:xfrm>
            <a:off x="8202167" y="2331720"/>
            <a:ext cx="292608" cy="292608"/>
          </a:xfrm>
          <a:prstGeom prst="ellipse">
            <a:avLst/>
          </a:prstGeom>
          <a:solidFill>
            <a:srgbClr val="070F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entury Gothic"/>
                <a:ea typeface="Century Gothic"/>
                <a:cs typeface="Century Gothic"/>
              </a:rPr>
              <a:t>2</a:t>
            </a:r>
          </a:p>
        </p:txBody>
      </p:sp>
      <p:sp>
        <p:nvSpPr>
          <p:cNvPr id="18" name="TextBox 9">
            <a:extLst>
              <a:ext uri="{FF2B5EF4-FFF2-40B4-BE49-F238E27FC236}">
                <a16:creationId xmlns:a16="http://schemas.microsoft.com/office/drawing/2014/main" id="{CCB3E1A9-D8CD-2078-65B7-789BB46D2792}"/>
              </a:ext>
            </a:extLst>
          </p:cNvPr>
          <p:cNvSpPr txBox="1"/>
          <p:nvPr/>
        </p:nvSpPr>
        <p:spPr>
          <a:xfrm>
            <a:off x="8613648" y="2286000"/>
            <a:ext cx="3182112" cy="11430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300"/>
              </a:spcAft>
            </a:pPr>
            <a:r>
              <a:rPr sz="1400" b="1">
                <a:solidFill>
                  <a:srgbClr val="070F26"/>
                </a:solidFill>
                <a:latin typeface="Century Gothic"/>
                <a:ea typeface="Century Gothic"/>
                <a:cs typeface="Century Gothic"/>
              </a:rPr>
              <a:t>El </a:t>
            </a:r>
            <a:r>
              <a:rPr sz="1400" b="1" err="1">
                <a:solidFill>
                  <a:srgbClr val="070F26"/>
                </a:solidFill>
                <a:latin typeface="Century Gothic"/>
                <a:ea typeface="Century Gothic"/>
                <a:cs typeface="Century Gothic"/>
              </a:rPr>
              <a:t>contador</a:t>
            </a:r>
            <a:r>
              <a:rPr sz="1400" b="1">
                <a:solidFill>
                  <a:srgbClr val="070F26"/>
                </a:solidFill>
                <a:latin typeface="Century Gothic"/>
                <a:ea typeface="Century Gothic"/>
                <a:cs typeface="Century Gothic"/>
              </a:rPr>
              <a:t> del </a:t>
            </a:r>
            <a:r>
              <a:rPr sz="1400" b="1" err="1">
                <a:solidFill>
                  <a:srgbClr val="070F26"/>
                </a:solidFill>
                <a:latin typeface="Century Gothic"/>
                <a:ea typeface="Century Gothic"/>
                <a:cs typeface="Century Gothic"/>
              </a:rPr>
              <a:t>embudo</a:t>
            </a:r>
            <a:endParaRPr sz="1400" b="1">
              <a:solidFill>
                <a:srgbClr val="070F26"/>
              </a:solidFill>
              <a:latin typeface="Century Gothic"/>
              <a:ea typeface="Century Gothic"/>
              <a:cs typeface="Century Gothic"/>
            </a:endParaRPr>
          </a:p>
          <a:p>
            <a:pPr>
              <a:spcAft>
                <a:spcPts val="0"/>
              </a:spcAft>
            </a:pPr>
            <a:r>
              <a:rPr sz="1150" b="0">
                <a:solidFill>
                  <a:srgbClr val="6B7080"/>
                </a:solidFill>
                <a:latin typeface="Century Gothic"/>
                <a:ea typeface="Century Gothic"/>
                <a:cs typeface="Century Gothic"/>
              </a:rPr>
              <a:t>El </a:t>
            </a:r>
            <a:r>
              <a:rPr sz="1150" b="0" err="1">
                <a:solidFill>
                  <a:srgbClr val="6B7080"/>
                </a:solidFill>
                <a:latin typeface="Century Gothic"/>
                <a:ea typeface="Century Gothic"/>
                <a:cs typeface="Century Gothic"/>
              </a:rPr>
              <a:t>número</a:t>
            </a:r>
            <a:r>
              <a:rPr sz="1150" b="0">
                <a:solidFill>
                  <a:srgbClr val="6B7080"/>
                </a:solidFill>
                <a:latin typeface="Century Gothic"/>
                <a:ea typeface="Century Gothic"/>
                <a:cs typeface="Century Gothic"/>
              </a:rPr>
              <a:t> </a:t>
            </a:r>
            <a:r>
              <a:rPr sz="1150" b="0" err="1">
                <a:solidFill>
                  <a:srgbClr val="6B7080"/>
                </a:solidFill>
                <a:latin typeface="Century Gothic"/>
                <a:ea typeface="Century Gothic"/>
                <a:cs typeface="Century Gothic"/>
              </a:rPr>
              <a:t>dentro</a:t>
            </a:r>
            <a:r>
              <a:rPr sz="1150" b="0">
                <a:solidFill>
                  <a:srgbClr val="6B7080"/>
                </a:solidFill>
                <a:latin typeface="Century Gothic"/>
                <a:ea typeface="Century Gothic"/>
                <a:cs typeface="Century Gothic"/>
              </a:rPr>
              <a:t> del </a:t>
            </a:r>
            <a:r>
              <a:rPr sz="1150" b="0" err="1">
                <a:solidFill>
                  <a:srgbClr val="6B7080"/>
                </a:solidFill>
                <a:latin typeface="Century Gothic"/>
                <a:ea typeface="Century Gothic"/>
                <a:cs typeface="Century Gothic"/>
              </a:rPr>
              <a:t>icono</a:t>
            </a:r>
            <a:r>
              <a:rPr sz="1150" b="0">
                <a:solidFill>
                  <a:srgbClr val="6B7080"/>
                </a:solidFill>
                <a:latin typeface="Century Gothic"/>
                <a:ea typeface="Century Gothic"/>
                <a:cs typeface="Century Gothic"/>
              </a:rPr>
              <a:t> es </a:t>
            </a:r>
            <a:r>
              <a:rPr sz="1150" b="0" err="1">
                <a:solidFill>
                  <a:srgbClr val="6B7080"/>
                </a:solidFill>
                <a:latin typeface="Century Gothic"/>
                <a:ea typeface="Century Gothic"/>
                <a:cs typeface="Century Gothic"/>
              </a:rPr>
              <a:t>cuántos</a:t>
            </a:r>
            <a:r>
              <a:rPr sz="1150" b="0">
                <a:solidFill>
                  <a:srgbClr val="6B7080"/>
                </a:solidFill>
                <a:latin typeface="Century Gothic"/>
                <a:ea typeface="Century Gothic"/>
                <a:cs typeface="Century Gothic"/>
              </a:rPr>
              <a:t> </a:t>
            </a:r>
            <a:r>
              <a:rPr sz="1150" b="0" err="1">
                <a:solidFill>
                  <a:srgbClr val="6B7080"/>
                </a:solidFill>
                <a:latin typeface="Century Gothic"/>
                <a:ea typeface="Century Gothic"/>
                <a:cs typeface="Century Gothic"/>
              </a:rPr>
              <a:t>filtros</a:t>
            </a:r>
            <a:r>
              <a:rPr sz="1150" b="0">
                <a:solidFill>
                  <a:srgbClr val="6B7080"/>
                </a:solidFill>
                <a:latin typeface="Century Gothic"/>
                <a:ea typeface="Century Gothic"/>
                <a:cs typeface="Century Gothic"/>
              </a:rPr>
              <a:t> hay </a:t>
            </a:r>
            <a:r>
              <a:rPr sz="1150" b="0" err="1">
                <a:solidFill>
                  <a:srgbClr val="6B7080"/>
                </a:solidFill>
                <a:latin typeface="Century Gothic"/>
                <a:ea typeface="Century Gothic"/>
                <a:cs typeface="Century Gothic"/>
              </a:rPr>
              <a:t>puestos</a:t>
            </a:r>
            <a:r>
              <a:rPr sz="1150" b="0">
                <a:solidFill>
                  <a:srgbClr val="6B7080"/>
                </a:solidFill>
                <a:latin typeface="Century Gothic"/>
                <a:ea typeface="Century Gothic"/>
                <a:cs typeface="Century Gothic"/>
              </a:rPr>
              <a:t>.</a:t>
            </a:r>
          </a:p>
        </p:txBody>
      </p:sp>
      <p:sp>
        <p:nvSpPr>
          <p:cNvPr id="22" name="Oval 10">
            <a:extLst>
              <a:ext uri="{FF2B5EF4-FFF2-40B4-BE49-F238E27FC236}">
                <a16:creationId xmlns:a16="http://schemas.microsoft.com/office/drawing/2014/main" id="{14E30822-35F5-88A1-AAFC-CA885AF5381A}"/>
              </a:ext>
            </a:extLst>
          </p:cNvPr>
          <p:cNvSpPr/>
          <p:nvPr/>
        </p:nvSpPr>
        <p:spPr>
          <a:xfrm>
            <a:off x="8190419" y="3717791"/>
            <a:ext cx="292608" cy="292608"/>
          </a:xfrm>
          <a:prstGeom prst="ellipse">
            <a:avLst/>
          </a:prstGeom>
          <a:solidFill>
            <a:srgbClr val="070F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entury Gothic"/>
                <a:ea typeface="Century Gothic"/>
                <a:cs typeface="Century Gothic"/>
              </a:rPr>
              <a:t>3</a:t>
            </a:r>
          </a:p>
        </p:txBody>
      </p:sp>
      <p:sp>
        <p:nvSpPr>
          <p:cNvPr id="25" name="TextBox 11">
            <a:extLst>
              <a:ext uri="{FF2B5EF4-FFF2-40B4-BE49-F238E27FC236}">
                <a16:creationId xmlns:a16="http://schemas.microsoft.com/office/drawing/2014/main" id="{B133B778-CA4E-A91F-0119-E77C58BDB2F6}"/>
              </a:ext>
            </a:extLst>
          </p:cNvPr>
          <p:cNvSpPr txBox="1"/>
          <p:nvPr/>
        </p:nvSpPr>
        <p:spPr>
          <a:xfrm>
            <a:off x="8601900" y="3672072"/>
            <a:ext cx="1634525" cy="130805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300"/>
              </a:spcAft>
            </a:pPr>
            <a:r>
              <a:rPr sz="1400" b="1">
                <a:solidFill>
                  <a:srgbClr val="070F26"/>
                </a:solidFill>
                <a:latin typeface="Century Gothic"/>
                <a:ea typeface="Century Gothic"/>
                <a:cs typeface="Century Gothic"/>
              </a:rPr>
              <a:t>Reset filters</a:t>
            </a:r>
            <a:endParaRPr lang="es-ES" sz="1400" b="1">
              <a:solidFill>
                <a:srgbClr val="070F26"/>
              </a:solidFill>
              <a:latin typeface="Century Gothic"/>
              <a:ea typeface="Century Gothic"/>
              <a:cs typeface="Century Gothic"/>
            </a:endParaRPr>
          </a:p>
          <a:p>
            <a:pPr>
              <a:spcAft>
                <a:spcPts val="300"/>
              </a:spcAft>
            </a:pPr>
            <a:endParaRPr sz="1400" b="1">
              <a:solidFill>
                <a:srgbClr val="070F26"/>
              </a:solidFill>
              <a:latin typeface="Century Gothic"/>
              <a:ea typeface="Century Gothic"/>
              <a:cs typeface="Century Gothic"/>
            </a:endParaRPr>
          </a:p>
          <a:p>
            <a:pPr>
              <a:spcAft>
                <a:spcPts val="0"/>
              </a:spcAft>
            </a:pPr>
            <a:r>
              <a:rPr lang="es-ES" sz="1150" b="1">
                <a:solidFill>
                  <a:srgbClr val="6B7080"/>
                </a:solidFill>
                <a:latin typeface="Century Gothic"/>
                <a:ea typeface="Century Gothic"/>
                <a:cs typeface="Century Gothic"/>
              </a:rPr>
              <a:t>Al hacer </a:t>
            </a:r>
            <a:r>
              <a:rPr lang="es-ES" sz="1150" b="1" err="1">
                <a:solidFill>
                  <a:srgbClr val="6B7080"/>
                </a:solidFill>
                <a:latin typeface="Century Gothic"/>
                <a:ea typeface="Century Gothic"/>
                <a:cs typeface="Century Gothic"/>
              </a:rPr>
              <a:t>click</a:t>
            </a:r>
            <a:r>
              <a:rPr lang="es-ES" sz="1150" b="1">
                <a:solidFill>
                  <a:srgbClr val="6B7080"/>
                </a:solidFill>
                <a:latin typeface="Century Gothic"/>
                <a:ea typeface="Century Gothic"/>
                <a:cs typeface="Century Gothic"/>
              </a:rPr>
              <a:t> en el embudo y en </a:t>
            </a:r>
            <a:r>
              <a:rPr lang="es-ES" sz="1150" b="1" err="1">
                <a:solidFill>
                  <a:srgbClr val="6B7080"/>
                </a:solidFill>
                <a:latin typeface="Century Gothic"/>
                <a:ea typeface="Century Gothic"/>
                <a:cs typeface="Century Gothic"/>
              </a:rPr>
              <a:t>reset</a:t>
            </a:r>
            <a:r>
              <a:rPr lang="es-ES" sz="1150" b="1">
                <a:solidFill>
                  <a:srgbClr val="6B7080"/>
                </a:solidFill>
                <a:latin typeface="Century Gothic"/>
                <a:ea typeface="Century Gothic"/>
                <a:cs typeface="Century Gothic"/>
              </a:rPr>
              <a:t> </a:t>
            </a:r>
            <a:r>
              <a:rPr lang="es-ES" sz="1150" b="1" err="1">
                <a:solidFill>
                  <a:srgbClr val="6B7080"/>
                </a:solidFill>
                <a:latin typeface="Century Gothic"/>
                <a:ea typeface="Century Gothic"/>
                <a:cs typeface="Century Gothic"/>
              </a:rPr>
              <a:t>filters</a:t>
            </a:r>
            <a:r>
              <a:rPr lang="es-ES" sz="1150" b="1">
                <a:solidFill>
                  <a:srgbClr val="6B7080"/>
                </a:solidFill>
                <a:latin typeface="Century Gothic"/>
                <a:ea typeface="Century Gothic"/>
                <a:cs typeface="Century Gothic"/>
              </a:rPr>
              <a:t> cancelaremos todos los filtros.</a:t>
            </a:r>
            <a:endParaRPr sz="1150" b="1">
              <a:solidFill>
                <a:srgbClr val="6B7080"/>
              </a:solidFill>
              <a:latin typeface="Century Gothic"/>
              <a:ea typeface="Century Gothic"/>
              <a:cs typeface="Century Gothic"/>
            </a:endParaRPr>
          </a:p>
        </p:txBody>
      </p:sp>
      <p:sp>
        <p:nvSpPr>
          <p:cNvPr id="27" name="Rounded Rectangle 12">
            <a:extLst>
              <a:ext uri="{FF2B5EF4-FFF2-40B4-BE49-F238E27FC236}">
                <a16:creationId xmlns:a16="http://schemas.microsoft.com/office/drawing/2014/main" id="{992AB71A-7EC8-BE9C-14AE-17B6273D52A8}"/>
              </a:ext>
            </a:extLst>
          </p:cNvPr>
          <p:cNvSpPr/>
          <p:nvPr/>
        </p:nvSpPr>
        <p:spPr>
          <a:xfrm>
            <a:off x="411480" y="5748296"/>
            <a:ext cx="9727840" cy="625072"/>
          </a:xfrm>
          <a:prstGeom prst="roundRect">
            <a:avLst>
              <a:gd name="adj" fmla="val 1125"/>
            </a:avLst>
          </a:prstGeom>
          <a:solidFill>
            <a:srgbClr val="FDF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19456" tIns="164592" rIns="219456" bIns="164592" rtlCol="0" anchor="ctr"/>
          <a:lstStyle/>
          <a:p>
            <a:pPr algn="ctr">
              <a:spcAft>
                <a:spcPts val="500"/>
              </a:spcAft>
            </a:pPr>
            <a:r>
              <a:rPr sz="1100" b="1">
                <a:solidFill>
                  <a:srgbClr val="B45309"/>
                </a:solidFill>
                <a:latin typeface="Century Gothic"/>
                <a:ea typeface="Century Gothic"/>
                <a:cs typeface="Century Gothic"/>
              </a:rPr>
              <a:t>Si un </a:t>
            </a:r>
            <a:r>
              <a:rPr sz="1100" b="1" err="1">
                <a:solidFill>
                  <a:srgbClr val="B45309"/>
                </a:solidFill>
                <a:latin typeface="Century Gothic"/>
                <a:ea typeface="Century Gothic"/>
                <a:cs typeface="Century Gothic"/>
              </a:rPr>
              <a:t>indicador</a:t>
            </a:r>
            <a:r>
              <a:rPr sz="1100" b="1">
                <a:solidFill>
                  <a:srgbClr val="B45309"/>
                </a:solidFill>
                <a:latin typeface="Century Gothic"/>
                <a:ea typeface="Century Gothic"/>
                <a:cs typeface="Century Gothic"/>
              </a:rPr>
              <a:t> </a:t>
            </a:r>
            <a:r>
              <a:rPr sz="1100" b="1" err="1">
                <a:solidFill>
                  <a:srgbClr val="B45309"/>
                </a:solidFill>
                <a:latin typeface="Century Gothic"/>
                <a:ea typeface="Century Gothic"/>
                <a:cs typeface="Century Gothic"/>
              </a:rPr>
              <a:t>aparece</a:t>
            </a:r>
            <a:r>
              <a:rPr sz="1100" b="1">
                <a:solidFill>
                  <a:srgbClr val="B45309"/>
                </a:solidFill>
                <a:latin typeface="Century Gothic"/>
                <a:ea typeface="Century Gothic"/>
                <a:cs typeface="Century Gothic"/>
              </a:rPr>
              <a:t> </a:t>
            </a:r>
            <a:r>
              <a:rPr sz="1100" b="1" err="1">
                <a:solidFill>
                  <a:srgbClr val="B45309"/>
                </a:solidFill>
                <a:latin typeface="Century Gothic"/>
                <a:ea typeface="Century Gothic"/>
                <a:cs typeface="Century Gothic"/>
              </a:rPr>
              <a:t>como</a:t>
            </a:r>
            <a:r>
              <a:rPr sz="1100" b="1">
                <a:solidFill>
                  <a:srgbClr val="B45309"/>
                </a:solidFill>
                <a:latin typeface="Century Gothic"/>
                <a:ea typeface="Century Gothic"/>
                <a:cs typeface="Century Gothic"/>
              </a:rPr>
              <a:t> «–», no </a:t>
            </a:r>
            <a:r>
              <a:rPr sz="1100" b="1" err="1">
                <a:solidFill>
                  <a:srgbClr val="B45309"/>
                </a:solidFill>
                <a:latin typeface="Century Gothic"/>
                <a:ea typeface="Century Gothic"/>
                <a:cs typeface="Century Gothic"/>
              </a:rPr>
              <a:t>está</a:t>
            </a:r>
            <a:r>
              <a:rPr sz="1100" b="1">
                <a:solidFill>
                  <a:srgbClr val="B45309"/>
                </a:solidFill>
                <a:latin typeface="Century Gothic"/>
                <a:ea typeface="Century Gothic"/>
                <a:cs typeface="Century Gothic"/>
              </a:rPr>
              <a:t> roto</a:t>
            </a:r>
          </a:p>
          <a:p>
            <a:pPr>
              <a:spcAft>
                <a:spcPts val="0"/>
              </a:spcAft>
            </a:pPr>
            <a:r>
              <a:rPr sz="1200" b="0">
                <a:solidFill>
                  <a:srgbClr val="070F26"/>
                </a:solidFill>
                <a:latin typeface="Century Gothic"/>
                <a:ea typeface="Century Gothic"/>
                <a:cs typeface="Century Gothic"/>
              </a:rPr>
              <a:t>Es el </a:t>
            </a:r>
            <a:r>
              <a:rPr sz="1200" b="0" err="1">
                <a:solidFill>
                  <a:srgbClr val="070F26"/>
                </a:solidFill>
                <a:latin typeface="Century Gothic"/>
                <a:ea typeface="Century Gothic"/>
                <a:cs typeface="Century Gothic"/>
              </a:rPr>
              <a:t>filtro</a:t>
            </a:r>
            <a:r>
              <a:rPr sz="1200" b="0">
                <a:solidFill>
                  <a:srgbClr val="070F26"/>
                </a:solidFill>
                <a:latin typeface="Century Gothic"/>
                <a:ea typeface="Century Gothic"/>
                <a:cs typeface="Century Gothic"/>
              </a:rPr>
              <a:t> </a:t>
            </a:r>
            <a:r>
              <a:rPr sz="1200" b="0" err="1">
                <a:solidFill>
                  <a:srgbClr val="070F26"/>
                </a:solidFill>
                <a:latin typeface="Century Gothic"/>
                <a:ea typeface="Century Gothic"/>
                <a:cs typeface="Century Gothic"/>
              </a:rPr>
              <a:t>haciendo</a:t>
            </a:r>
            <a:r>
              <a:rPr sz="1200" b="0">
                <a:solidFill>
                  <a:srgbClr val="070F26"/>
                </a:solidFill>
                <a:latin typeface="Century Gothic"/>
                <a:ea typeface="Century Gothic"/>
                <a:cs typeface="Century Gothic"/>
              </a:rPr>
              <a:t> </a:t>
            </a:r>
            <a:r>
              <a:rPr sz="1200" b="0" err="1">
                <a:solidFill>
                  <a:srgbClr val="070F26"/>
                </a:solidFill>
                <a:latin typeface="Century Gothic"/>
                <a:ea typeface="Century Gothic"/>
                <a:cs typeface="Century Gothic"/>
              </a:rPr>
              <a:t>su</a:t>
            </a:r>
            <a:r>
              <a:rPr sz="1200" b="0">
                <a:solidFill>
                  <a:srgbClr val="070F26"/>
                </a:solidFill>
                <a:latin typeface="Century Gothic"/>
                <a:ea typeface="Century Gothic"/>
                <a:cs typeface="Century Gothic"/>
              </a:rPr>
              <a:t> </a:t>
            </a:r>
            <a:r>
              <a:rPr sz="1200" b="0" err="1">
                <a:solidFill>
                  <a:srgbClr val="070F26"/>
                </a:solidFill>
                <a:latin typeface="Century Gothic"/>
                <a:ea typeface="Century Gothic"/>
                <a:cs typeface="Century Gothic"/>
              </a:rPr>
              <a:t>trabajo</a:t>
            </a:r>
            <a:r>
              <a:rPr sz="1200" b="0">
                <a:solidFill>
                  <a:srgbClr val="070F26"/>
                </a:solidFill>
                <a:latin typeface="Century Gothic"/>
                <a:ea typeface="Century Gothic"/>
                <a:cs typeface="Century Gothic"/>
              </a:rPr>
              <a:t>: ha </a:t>
            </a:r>
            <a:r>
              <a:rPr sz="1200" b="0" err="1">
                <a:solidFill>
                  <a:srgbClr val="070F26"/>
                </a:solidFill>
                <a:latin typeface="Century Gothic"/>
                <a:ea typeface="Century Gothic"/>
                <a:cs typeface="Century Gothic"/>
              </a:rPr>
              <a:t>dejado</a:t>
            </a:r>
            <a:r>
              <a:rPr sz="1200" b="0">
                <a:solidFill>
                  <a:srgbClr val="070F26"/>
                </a:solidFill>
                <a:latin typeface="Century Gothic"/>
                <a:ea typeface="Century Gothic"/>
                <a:cs typeface="Century Gothic"/>
              </a:rPr>
              <a:t> el </a:t>
            </a:r>
            <a:r>
              <a:rPr sz="1200" b="0" err="1">
                <a:solidFill>
                  <a:srgbClr val="070F26"/>
                </a:solidFill>
                <a:latin typeface="Century Gothic"/>
                <a:ea typeface="Century Gothic"/>
                <a:cs typeface="Century Gothic"/>
              </a:rPr>
              <a:t>cálculo</a:t>
            </a:r>
            <a:r>
              <a:rPr sz="1200" b="0">
                <a:solidFill>
                  <a:srgbClr val="070F26"/>
                </a:solidFill>
                <a:latin typeface="Century Gothic"/>
                <a:ea typeface="Century Gothic"/>
                <a:cs typeface="Century Gothic"/>
              </a:rPr>
              <a:t> sin </a:t>
            </a:r>
            <a:r>
              <a:rPr sz="1200" b="0" err="1">
                <a:solidFill>
                  <a:srgbClr val="070F26"/>
                </a:solidFill>
                <a:latin typeface="Century Gothic"/>
                <a:ea typeface="Century Gothic"/>
                <a:cs typeface="Century Gothic"/>
              </a:rPr>
              <a:t>datos</a:t>
            </a:r>
            <a:r>
              <a:rPr sz="1200" b="0">
                <a:solidFill>
                  <a:srgbClr val="070F26"/>
                </a:solidFill>
                <a:latin typeface="Century Gothic"/>
                <a:ea typeface="Century Gothic"/>
                <a:cs typeface="Century Gothic"/>
              </a:rPr>
              <a:t>. En el </a:t>
            </a:r>
            <a:r>
              <a:rPr sz="1200" b="0" err="1">
                <a:solidFill>
                  <a:srgbClr val="070F26"/>
                </a:solidFill>
                <a:latin typeface="Century Gothic"/>
                <a:ea typeface="Century Gothic"/>
                <a:cs typeface="Century Gothic"/>
              </a:rPr>
              <a:t>ejemplo</a:t>
            </a:r>
            <a:r>
              <a:rPr sz="1200" b="0">
                <a:solidFill>
                  <a:srgbClr val="070F26"/>
                </a:solidFill>
                <a:latin typeface="Century Gothic"/>
                <a:ea typeface="Century Gothic"/>
                <a:cs typeface="Century Gothic"/>
              </a:rPr>
              <a:t>, </a:t>
            </a:r>
            <a:r>
              <a:rPr sz="1200" b="0" err="1">
                <a:solidFill>
                  <a:srgbClr val="070F26"/>
                </a:solidFill>
                <a:latin typeface="Century Gothic"/>
                <a:ea typeface="Century Gothic"/>
                <a:cs typeface="Century Gothic"/>
              </a:rPr>
              <a:t>filtrar</a:t>
            </a:r>
            <a:r>
              <a:rPr sz="1200" b="0">
                <a:solidFill>
                  <a:srgbClr val="070F26"/>
                </a:solidFill>
                <a:latin typeface="Century Gothic"/>
                <a:ea typeface="Century Gothic"/>
                <a:cs typeface="Century Gothic"/>
              </a:rPr>
              <a:t> </a:t>
            </a:r>
            <a:r>
              <a:rPr sz="1200" b="0" err="1">
                <a:solidFill>
                  <a:srgbClr val="070F26"/>
                </a:solidFill>
                <a:latin typeface="Century Gothic"/>
                <a:ea typeface="Century Gothic"/>
                <a:cs typeface="Century Gothic"/>
              </a:rPr>
              <a:t>por</a:t>
            </a:r>
            <a:r>
              <a:rPr sz="1200" b="0">
                <a:solidFill>
                  <a:srgbClr val="070F26"/>
                </a:solidFill>
                <a:latin typeface="Century Gothic"/>
                <a:ea typeface="Century Gothic"/>
                <a:cs typeface="Century Gothic"/>
              </a:rPr>
              <a:t> «</a:t>
            </a:r>
            <a:r>
              <a:rPr sz="1200" b="0" err="1">
                <a:solidFill>
                  <a:srgbClr val="070F26"/>
                </a:solidFill>
                <a:latin typeface="Century Gothic"/>
                <a:ea typeface="Century Gothic"/>
                <a:cs typeface="Century Gothic"/>
              </a:rPr>
              <a:t>Expediente</a:t>
            </a:r>
            <a:r>
              <a:rPr sz="1200" b="0">
                <a:solidFill>
                  <a:srgbClr val="070F26"/>
                </a:solidFill>
                <a:latin typeface="Century Gothic"/>
                <a:ea typeface="Century Gothic"/>
                <a:cs typeface="Century Gothic"/>
              </a:rPr>
              <a:t> no </a:t>
            </a:r>
            <a:r>
              <a:rPr sz="1200" b="0" err="1">
                <a:solidFill>
                  <a:srgbClr val="070F26"/>
                </a:solidFill>
                <a:latin typeface="Century Gothic"/>
                <a:ea typeface="Century Gothic"/>
                <a:cs typeface="Century Gothic"/>
              </a:rPr>
              <a:t>Resuelto</a:t>
            </a:r>
            <a:r>
              <a:rPr sz="1200" b="0">
                <a:solidFill>
                  <a:srgbClr val="070F26"/>
                </a:solidFill>
                <a:latin typeface="Century Gothic"/>
                <a:ea typeface="Century Gothic"/>
                <a:cs typeface="Century Gothic"/>
              </a:rPr>
              <a:t>» </a:t>
            </a:r>
            <a:r>
              <a:rPr sz="1200" b="0" err="1">
                <a:solidFill>
                  <a:srgbClr val="070F26"/>
                </a:solidFill>
                <a:latin typeface="Century Gothic"/>
                <a:ea typeface="Century Gothic"/>
                <a:cs typeface="Century Gothic"/>
              </a:rPr>
              <a:t>deja</a:t>
            </a:r>
            <a:r>
              <a:rPr sz="1200" b="0">
                <a:solidFill>
                  <a:srgbClr val="070F26"/>
                </a:solidFill>
                <a:latin typeface="Century Gothic"/>
                <a:ea typeface="Century Gothic"/>
                <a:cs typeface="Century Gothic"/>
              </a:rPr>
              <a:t> sin </a:t>
            </a:r>
            <a:r>
              <a:rPr sz="1200" b="0" err="1">
                <a:solidFill>
                  <a:srgbClr val="070F26"/>
                </a:solidFill>
                <a:latin typeface="Century Gothic"/>
                <a:ea typeface="Century Gothic"/>
                <a:cs typeface="Century Gothic"/>
              </a:rPr>
              <a:t>tiempo</a:t>
            </a:r>
            <a:r>
              <a:rPr sz="1200" b="0">
                <a:solidFill>
                  <a:srgbClr val="070F26"/>
                </a:solidFill>
                <a:latin typeface="Century Gothic"/>
                <a:ea typeface="Century Gothic"/>
                <a:cs typeface="Century Gothic"/>
              </a:rPr>
              <a:t> medio de </a:t>
            </a:r>
            <a:r>
              <a:rPr sz="1200" b="0" err="1">
                <a:solidFill>
                  <a:srgbClr val="070F26"/>
                </a:solidFill>
                <a:latin typeface="Century Gothic"/>
                <a:ea typeface="Century Gothic"/>
                <a:cs typeface="Century Gothic"/>
              </a:rPr>
              <a:t>resolución</a:t>
            </a:r>
            <a:r>
              <a:rPr sz="1200" b="0">
                <a:solidFill>
                  <a:srgbClr val="070F26"/>
                </a:solidFill>
                <a:latin typeface="Century Gothic"/>
                <a:ea typeface="Century Gothic"/>
                <a:cs typeface="Century Gothic"/>
              </a:rPr>
              <a:t>, </a:t>
            </a:r>
            <a:r>
              <a:rPr sz="1200" b="0" err="1">
                <a:solidFill>
                  <a:srgbClr val="070F26"/>
                </a:solidFill>
                <a:latin typeface="Century Gothic"/>
                <a:ea typeface="Century Gothic"/>
                <a:cs typeface="Century Gothic"/>
              </a:rPr>
              <a:t>porque</a:t>
            </a:r>
            <a:r>
              <a:rPr sz="1200" b="0">
                <a:solidFill>
                  <a:srgbClr val="070F26"/>
                </a:solidFill>
                <a:latin typeface="Century Gothic"/>
                <a:ea typeface="Century Gothic"/>
                <a:cs typeface="Century Gothic"/>
              </a:rPr>
              <a:t> no hay </a:t>
            </a:r>
            <a:r>
              <a:rPr sz="1200" b="0" err="1">
                <a:solidFill>
                  <a:srgbClr val="070F26"/>
                </a:solidFill>
                <a:latin typeface="Century Gothic"/>
                <a:ea typeface="Century Gothic"/>
                <a:cs typeface="Century Gothic"/>
              </a:rPr>
              <a:t>ninguno</a:t>
            </a:r>
            <a:r>
              <a:rPr sz="1200" b="0">
                <a:solidFill>
                  <a:srgbClr val="070F26"/>
                </a:solidFill>
                <a:latin typeface="Century Gothic"/>
                <a:ea typeface="Century Gothic"/>
                <a:cs typeface="Century Gothic"/>
              </a:rPr>
              <a:t> </a:t>
            </a:r>
            <a:r>
              <a:rPr sz="1200" b="0" err="1">
                <a:solidFill>
                  <a:srgbClr val="070F26"/>
                </a:solidFill>
                <a:latin typeface="Century Gothic"/>
                <a:ea typeface="Century Gothic"/>
                <a:cs typeface="Century Gothic"/>
              </a:rPr>
              <a:t>resuelto</a:t>
            </a:r>
            <a:r>
              <a:rPr sz="1200" b="0">
                <a:solidFill>
                  <a:srgbClr val="070F26"/>
                </a:solidFill>
                <a:latin typeface="Century Gothic"/>
                <a:ea typeface="Century Gothic"/>
                <a:cs typeface="Century Gothic"/>
              </a:rPr>
              <a:t> </a:t>
            </a:r>
            <a:r>
              <a:rPr sz="1200" b="0" err="1">
                <a:solidFill>
                  <a:srgbClr val="070F26"/>
                </a:solidFill>
                <a:latin typeface="Century Gothic"/>
                <a:ea typeface="Century Gothic"/>
                <a:cs typeface="Century Gothic"/>
              </a:rPr>
              <a:t>que</a:t>
            </a:r>
            <a:r>
              <a:rPr sz="1200" b="0">
                <a:solidFill>
                  <a:srgbClr val="070F26"/>
                </a:solidFill>
                <a:latin typeface="Century Gothic"/>
                <a:ea typeface="Century Gothic"/>
                <a:cs typeface="Century Gothic"/>
              </a:rPr>
              <a:t> </a:t>
            </a:r>
            <a:r>
              <a:rPr sz="1200" b="0" err="1">
                <a:solidFill>
                  <a:srgbClr val="070F26"/>
                </a:solidFill>
                <a:latin typeface="Century Gothic"/>
                <a:ea typeface="Century Gothic"/>
                <a:cs typeface="Century Gothic"/>
              </a:rPr>
              <a:t>medir</a:t>
            </a:r>
            <a:r>
              <a:rPr sz="1200" b="0">
                <a:solidFill>
                  <a:srgbClr val="070F26"/>
                </a:solidFill>
                <a:latin typeface="Century Gothic"/>
                <a:ea typeface="Century Gothic"/>
                <a:cs typeface="Century Gothic"/>
              </a:rPr>
              <a:t>.</a:t>
            </a:r>
          </a:p>
        </p:txBody>
      </p:sp>
      <p:pic>
        <p:nvPicPr>
          <p:cNvPr id="29" name="Imagen 28">
            <a:extLst>
              <a:ext uri="{FF2B5EF4-FFF2-40B4-BE49-F238E27FC236}">
                <a16:creationId xmlns:a16="http://schemas.microsoft.com/office/drawing/2014/main" id="{83C635CE-98F0-8F9E-F621-145A02620A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087" y="1694551"/>
            <a:ext cx="7124065" cy="3380369"/>
          </a:xfrm>
          <a:prstGeom prst="rect">
            <a:avLst/>
          </a:prstGeom>
        </p:spPr>
      </p:pic>
      <p:pic>
        <p:nvPicPr>
          <p:cNvPr id="31" name="Imagen 30">
            <a:extLst>
              <a:ext uri="{FF2B5EF4-FFF2-40B4-BE49-F238E27FC236}">
                <a16:creationId xmlns:a16="http://schemas.microsoft.com/office/drawing/2014/main" id="{3FC1876C-9A17-BE6D-1219-D08782849C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65210" y="1656173"/>
            <a:ext cx="3182112" cy="374799"/>
          </a:xfrm>
          <a:prstGeom prst="rect">
            <a:avLst/>
          </a:prstGeom>
        </p:spPr>
      </p:pic>
      <p:pic>
        <p:nvPicPr>
          <p:cNvPr id="33" name="Imagen 32">
            <a:extLst>
              <a:ext uri="{FF2B5EF4-FFF2-40B4-BE49-F238E27FC236}">
                <a16:creationId xmlns:a16="http://schemas.microsoft.com/office/drawing/2014/main" id="{95C3E008-680D-9A1C-CB11-5045FC40CDE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85716" y="3002006"/>
            <a:ext cx="770278" cy="550199"/>
          </a:xfrm>
          <a:prstGeom prst="rect">
            <a:avLst/>
          </a:prstGeom>
        </p:spPr>
      </p:pic>
      <p:pic>
        <p:nvPicPr>
          <p:cNvPr id="35" name="Imagen 34">
            <a:extLst>
              <a:ext uri="{FF2B5EF4-FFF2-40B4-BE49-F238E27FC236}">
                <a16:creationId xmlns:a16="http://schemas.microsoft.com/office/drawing/2014/main" id="{562F3605-54CF-B463-A9B1-4ACBACB6901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17558" y="3368686"/>
            <a:ext cx="1656101" cy="2692146"/>
          </a:xfrm>
          <a:prstGeom prst="rect">
            <a:avLst/>
          </a:prstGeom>
        </p:spPr>
      </p:pic>
      <p:sp>
        <p:nvSpPr>
          <p:cNvPr id="36" name="Rectángulo 35">
            <a:extLst>
              <a:ext uri="{FF2B5EF4-FFF2-40B4-BE49-F238E27FC236}">
                <a16:creationId xmlns:a16="http://schemas.microsoft.com/office/drawing/2014/main" id="{A1E7BB52-34BE-26C5-A8B9-D638C4904566}"/>
              </a:ext>
            </a:extLst>
          </p:cNvPr>
          <p:cNvSpPr/>
          <p:nvPr/>
        </p:nvSpPr>
        <p:spPr>
          <a:xfrm>
            <a:off x="10391956" y="5653177"/>
            <a:ext cx="1483267" cy="27029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>
              <a:lnSpc>
                <a:spcPct val="110000"/>
              </a:lnSpc>
              <a:spcBef>
                <a:spcPts val="600"/>
              </a:spcBef>
            </a:pPr>
            <a:endParaRPr lang="es-ES" err="1"/>
          </a:p>
        </p:txBody>
      </p:sp>
    </p:spTree>
    <p:extLst>
      <p:ext uri="{BB962C8B-B14F-4D97-AF65-F5344CB8AC3E}">
        <p14:creationId xmlns:p14="http://schemas.microsoft.com/office/powerpoint/2010/main" val="367795288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30C757-A6D3-E72C-2E37-8AB0017FE7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2A2B14-2440-E209-302E-AE11B09097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>
                <a:latin typeface="Century Gothic" panose="020B0502020202020204" pitchFamily="34" charset="0"/>
              </a:rPr>
              <a:t>Filtros</a:t>
            </a:r>
            <a:endParaRPr>
              <a:latin typeface="Century Gothic" panose="020B0502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F039FB6-3C46-16E6-E647-C5737EB9D7B9}"/>
              </a:ext>
            </a:extLst>
          </p:cNvPr>
          <p:cNvSpPr txBox="1"/>
          <p:nvPr/>
        </p:nvSpPr>
        <p:spPr>
          <a:xfrm>
            <a:off x="411480" y="6446520"/>
            <a:ext cx="1005403" cy="2154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B7080"/>
                </a:solidFill>
                <a:latin typeface="Century Gothic" panose="020B0502020202020204" pitchFamily="34" charset="0"/>
              </a:rPr>
              <a:t>© 2026 NTT DATA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6961D72-125E-41D3-C11C-A21FF7763204}"/>
              </a:ext>
            </a:extLst>
          </p:cNvPr>
          <p:cNvSpPr txBox="1"/>
          <p:nvPr/>
        </p:nvSpPr>
        <p:spPr>
          <a:xfrm>
            <a:off x="11498884" y="6446520"/>
            <a:ext cx="296876" cy="2154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>
                <a:solidFill>
                  <a:srgbClr val="6B7080"/>
                </a:solidFill>
                <a:latin typeface="Century Gothic" panose="020B0502020202020204" pitchFamily="34" charset="0"/>
              </a:rPr>
              <a:t>23</a:t>
            </a: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759B9C6D-76AB-CD3C-0C83-83721B5B9672}"/>
              </a:ext>
            </a:extLst>
          </p:cNvPr>
          <p:cNvSpPr txBox="1"/>
          <p:nvPr/>
        </p:nvSpPr>
        <p:spPr>
          <a:xfrm>
            <a:off x="407987" y="781050"/>
            <a:ext cx="904529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1600" b="1">
                <a:latin typeface="Century Gothic"/>
                <a:ea typeface="Century Gothic"/>
                <a:cs typeface="Century Gothic"/>
              </a:rPr>
              <a:t>Chuleta de filtros</a:t>
            </a:r>
            <a:endParaRPr lang="es-ES" sz="1600" b="1">
              <a:latin typeface="Century Gothic" panose="020B0502020202020204" pitchFamily="34" charset="0"/>
              <a:ea typeface="Poppins"/>
              <a:cs typeface="Poppins"/>
              <a:sym typeface="Poppins"/>
            </a:endParaRPr>
          </a:p>
        </p:txBody>
      </p:sp>
      <p:sp>
        <p:nvSpPr>
          <p:cNvPr id="6" name="TextBox 2">
            <a:extLst>
              <a:ext uri="{FF2B5EF4-FFF2-40B4-BE49-F238E27FC236}">
                <a16:creationId xmlns:a16="http://schemas.microsoft.com/office/drawing/2014/main" id="{E0890540-B8E3-B7A4-01CF-F11C4E7C3E6A}"/>
              </a:ext>
            </a:extLst>
          </p:cNvPr>
          <p:cNvSpPr txBox="1"/>
          <p:nvPr/>
        </p:nvSpPr>
        <p:spPr>
          <a:xfrm>
            <a:off x="524363" y="1136552"/>
            <a:ext cx="11375136" cy="276999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lang="es-ES" sz="1200">
                <a:solidFill>
                  <a:srgbClr val="6B7080"/>
                </a:solidFill>
                <a:latin typeface="Century Gothic"/>
                <a:ea typeface="Century Gothic"/>
                <a:cs typeface="Century Gothic"/>
              </a:rPr>
              <a:t>Qué quiero hacer, qué filtro uso</a:t>
            </a: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0F6B3369-F72D-0466-36F7-56F69399902A}"/>
              </a:ext>
            </a:extLst>
          </p:cNvPr>
          <p:cNvGraphicFramePr>
            <a:graphicFrameLocks noGrp="1"/>
          </p:cNvGraphicFramePr>
          <p:nvPr/>
        </p:nvGraphicFramePr>
        <p:xfrm>
          <a:off x="411480" y="1481328"/>
          <a:ext cx="11375136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949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2569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97840">
                <a:tc>
                  <a:txBody>
                    <a:bodyPr/>
                    <a:lstStyle/>
                    <a:p>
                      <a:r>
                        <a:rPr sz="1300" b="1" err="1">
                          <a:solidFill>
                            <a:srgbClr val="FFFFFF"/>
                          </a:solidFill>
                          <a:latin typeface="Century Gothic"/>
                          <a:ea typeface="Century Gothic"/>
                          <a:cs typeface="Century Gothic"/>
                        </a:rPr>
                        <a:t>Quiero</a:t>
                      </a:r>
                      <a:r>
                        <a:rPr sz="1300" b="1">
                          <a:solidFill>
                            <a:srgbClr val="FFFFFF"/>
                          </a:solidFill>
                          <a:latin typeface="Century Gothic"/>
                          <a:ea typeface="Century Gothic"/>
                          <a:cs typeface="Century Gothic"/>
                        </a:rPr>
                        <a:t>…</a:t>
                      </a:r>
                    </a:p>
                  </a:txBody>
                  <a:tcPr>
                    <a:solidFill>
                      <a:srgbClr val="070F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entury Gothic"/>
                          <a:ea typeface="Century Gothic"/>
                          <a:cs typeface="Century Gothic"/>
                        </a:rPr>
                        <a:t>Uso</a:t>
                      </a:r>
                    </a:p>
                  </a:txBody>
                  <a:tcPr>
                    <a:solidFill>
                      <a:srgbClr val="070F2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7840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70F26"/>
                          </a:solidFill>
                          <a:latin typeface="Century Gothic"/>
                          <a:ea typeface="Century Gothic"/>
                          <a:cs typeface="Century Gothic"/>
                        </a:rPr>
                        <a:t>Ver solo una provincia, una etapa o un tipo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070F26"/>
                          </a:solidFill>
                          <a:latin typeface="Century Gothic"/>
                          <a:ea typeface="Century Gothic"/>
                          <a:cs typeface="Century Gothic"/>
                        </a:rPr>
                        <a:t>Filtro de atributo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7840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70F26"/>
                          </a:solidFill>
                          <a:latin typeface="Century Gothic"/>
                          <a:ea typeface="Century Gothic"/>
                          <a:cs typeface="Century Gothic"/>
                        </a:rPr>
                        <a:t>Ver solo los que pasaron por cierta actividad</a:t>
                      </a:r>
                    </a:p>
                  </a:txBody>
                  <a:tcPr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070F26"/>
                          </a:solidFill>
                          <a:latin typeface="Century Gothic"/>
                          <a:ea typeface="Century Gothic"/>
                          <a:cs typeface="Century Gothic"/>
                        </a:rPr>
                        <a:t>Filtro de proceso</a:t>
                      </a:r>
                    </a:p>
                  </a:txBody>
                  <a:tcPr>
                    <a:solidFill>
                      <a:srgbClr val="F2F5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7840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70F26"/>
                          </a:solidFill>
                          <a:latin typeface="Century Gothic"/>
                          <a:ea typeface="Century Gothic"/>
                          <a:cs typeface="Century Gothic"/>
                        </a:rPr>
                        <a:t>Ver los que NO pasaron por ella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070F26"/>
                          </a:solidFill>
                          <a:latin typeface="Century Gothic"/>
                          <a:ea typeface="Century Gothic"/>
                          <a:cs typeface="Century Gothic"/>
                        </a:rPr>
                        <a:t>Filtro de proceso, en negativo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97840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70F26"/>
                          </a:solidFill>
                          <a:latin typeface="Century Gothic"/>
                          <a:ea typeface="Century Gothic"/>
                          <a:cs typeface="Century Gothic"/>
                        </a:rPr>
                        <a:t>Ver los que hicieron A y justo después B</a:t>
                      </a:r>
                    </a:p>
                  </a:txBody>
                  <a:tcPr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070F26"/>
                          </a:solidFill>
                          <a:latin typeface="Century Gothic"/>
                          <a:ea typeface="Century Gothic"/>
                          <a:cs typeface="Century Gothic"/>
                        </a:rPr>
                        <a:t>Filtro de flujo</a:t>
                      </a:r>
                    </a:p>
                  </a:txBody>
                  <a:tcPr>
                    <a:solidFill>
                      <a:srgbClr val="F2F5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97840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70F26"/>
                          </a:solidFill>
                          <a:latin typeface="Century Gothic"/>
                          <a:ea typeface="Century Gothic"/>
                          <a:cs typeface="Century Gothic"/>
                        </a:rPr>
                        <a:t>Ver los que tardaron entre X e Y días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070F26"/>
                          </a:solidFill>
                          <a:latin typeface="Century Gothic"/>
                          <a:ea typeface="Century Gothic"/>
                          <a:cs typeface="Century Gothic"/>
                        </a:rPr>
                        <a:t>Filtro de tiempos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97840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70F26"/>
                          </a:solidFill>
                          <a:latin typeface="Century Gothic"/>
                          <a:ea typeface="Century Gothic"/>
                          <a:cs typeface="Century Gothic"/>
                        </a:rPr>
                        <a:t>Ver los que repitieron algo varias veces</a:t>
                      </a:r>
                    </a:p>
                  </a:txBody>
                  <a:tcPr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070F26"/>
                          </a:solidFill>
                          <a:latin typeface="Century Gothic"/>
                          <a:ea typeface="Century Gothic"/>
                          <a:cs typeface="Century Gothic"/>
                        </a:rPr>
                        <a:t>Recuento de eventos</a:t>
                      </a:r>
                    </a:p>
                  </a:txBody>
                  <a:tcPr>
                    <a:solidFill>
                      <a:srgbClr val="F2F5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97840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70F26"/>
                          </a:solidFill>
                          <a:latin typeface="Century Gothic"/>
                          <a:ea typeface="Century Gothic"/>
                          <a:cs typeface="Century Gothic"/>
                        </a:rPr>
                        <a:t>Centrarme en la primera o la última vez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070F26"/>
                          </a:solidFill>
                          <a:latin typeface="Century Gothic"/>
                          <a:ea typeface="Century Gothic"/>
                          <a:cs typeface="Century Gothic"/>
                        </a:rPr>
                        <a:t>Filtro de eventos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97840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70F26"/>
                          </a:solidFill>
                          <a:latin typeface="Century Gothic"/>
                          <a:ea typeface="Century Gothic"/>
                          <a:cs typeface="Century Gothic"/>
                        </a:rPr>
                        <a:t>Volver al conjunto completo</a:t>
                      </a:r>
                    </a:p>
                  </a:txBody>
                  <a:tcPr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070F26"/>
                          </a:solidFill>
                          <a:latin typeface="Century Gothic"/>
                          <a:ea typeface="Century Gothic"/>
                          <a:cs typeface="Century Gothic"/>
                        </a:rPr>
                        <a:t>Reset filters</a:t>
                      </a:r>
                    </a:p>
                  </a:txBody>
                  <a:tcPr>
                    <a:solidFill>
                      <a:srgbClr val="F2F5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3293793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Century Gothic" panose="020B0502020202020204" pitchFamily="34" charset="0"/>
              </a:rPr>
              <a:t>0</a:t>
            </a:r>
            <a:r>
              <a:rPr lang="es-ES">
                <a:latin typeface="Century Gothic" panose="020B0502020202020204" pitchFamily="34" charset="0"/>
              </a:rPr>
              <a:t>2</a:t>
            </a:r>
            <a:endParaRPr>
              <a:latin typeface="Century Gothic" panose="020B0502020202020204" pitchFamily="34" charset="0"/>
            </a:endParaRP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>
                <a:latin typeface="Century Gothic" panose="020B0502020202020204" pitchFamily="34" charset="0"/>
              </a:rPr>
              <a:t>Caso práctico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1400">
                <a:latin typeface="Century Gothic" panose="020B0502020202020204" pitchFamily="34" charset="0"/>
              </a:rPr>
              <a:t>Ejercicios guiados sobre el proceso real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>
                <a:latin typeface="Century Gothic"/>
                <a:ea typeface="Century Gothic"/>
                <a:cs typeface="Century Gothic"/>
              </a:rPr>
              <a:t>Lo que acabáis de hacer</a:t>
            </a:r>
            <a:endParaRPr>
              <a:latin typeface="Century Gothic" panose="020B0502020202020204" pitchFamily="34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11480" y="6446520"/>
            <a:ext cx="1005403" cy="2154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B7080"/>
                </a:solidFill>
                <a:latin typeface="Century Gothic" panose="020B0502020202020204" pitchFamily="34" charset="0"/>
              </a:rPr>
              <a:t>© 2026 NTT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98884" y="6446520"/>
            <a:ext cx="296876" cy="2154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>
                <a:solidFill>
                  <a:srgbClr val="6B7080"/>
                </a:solidFill>
                <a:latin typeface="Century Gothic" panose="020B0502020202020204" pitchFamily="34" charset="0"/>
              </a:rPr>
              <a:t>35</a:t>
            </a: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531EFF38-E512-0C34-EEF8-B3C2B4BB1238}"/>
              </a:ext>
            </a:extLst>
          </p:cNvPr>
          <p:cNvSpPr txBox="1"/>
          <p:nvPr/>
        </p:nvSpPr>
        <p:spPr>
          <a:xfrm>
            <a:off x="407987" y="781050"/>
            <a:ext cx="10884853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1600" b="1">
                <a:solidFill>
                  <a:srgbClr val="070F26"/>
                </a:solidFill>
                <a:latin typeface="Century Gothic" panose="020B0502020202020204" pitchFamily="34" charset="0"/>
              </a:rPr>
              <a:t>Cinco preguntas, una sola investigación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371730C1-F15C-6BDD-00CB-43DBD1AFA9CE}"/>
              </a:ext>
            </a:extLst>
          </p:cNvPr>
          <p:cNvSpPr/>
          <p:nvPr/>
        </p:nvSpPr>
        <p:spPr>
          <a:xfrm>
            <a:off x="411480" y="1691640"/>
            <a:ext cx="2148840" cy="1572768"/>
          </a:xfrm>
          <a:prstGeom prst="roundRect">
            <a:avLst>
              <a:gd name="adj" fmla="val 9000"/>
            </a:avLst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09728" rIns="201168" bIns="109728" rtlCol="0" anchor="ctr"/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0080B1"/>
                </a:solidFill>
                <a:latin typeface="Century Gothic"/>
                <a:ea typeface="Century Gothic"/>
                <a:cs typeface="Century Gothic"/>
              </a:rPr>
              <a:t>15 %</a:t>
            </a:r>
          </a:p>
          <a:p>
            <a:pPr>
              <a:spcAft>
                <a:spcPts val="800"/>
              </a:spcAft>
            </a:pPr>
            <a:r>
              <a:rPr sz="1250" b="1">
                <a:solidFill>
                  <a:srgbClr val="070F26"/>
                </a:solidFill>
                <a:latin typeface="Century Gothic"/>
                <a:ea typeface="Century Gothic"/>
                <a:cs typeface="Century Gothic"/>
              </a:rPr>
              <a:t>telemáticas</a:t>
            </a:r>
          </a:p>
          <a:p>
            <a:pPr>
              <a:spcAft>
                <a:spcPts val="0"/>
              </a:spcAft>
            </a:pPr>
            <a:r>
              <a:rPr sz="1050" b="0">
                <a:solidFill>
                  <a:srgbClr val="6B7080"/>
                </a:solidFill>
                <a:latin typeface="Century Gothic"/>
                <a:ea typeface="Century Gothic"/>
                <a:cs typeface="Century Gothic"/>
              </a:rPr>
              <a:t>La foto general, en la cabecera</a:t>
            </a:r>
          </a:p>
        </p:txBody>
      </p:sp>
      <p:sp>
        <p:nvSpPr>
          <p:cNvPr id="8" name="Rounded Rectangle 6">
            <a:extLst>
              <a:ext uri="{FF2B5EF4-FFF2-40B4-BE49-F238E27FC236}">
                <a16:creationId xmlns:a16="http://schemas.microsoft.com/office/drawing/2014/main" id="{4CAEBE12-4A6F-E277-6A48-25B83CBBA7FF}"/>
              </a:ext>
            </a:extLst>
          </p:cNvPr>
          <p:cNvSpPr/>
          <p:nvPr/>
        </p:nvSpPr>
        <p:spPr>
          <a:xfrm>
            <a:off x="2724912" y="1691640"/>
            <a:ext cx="2148840" cy="1572768"/>
          </a:xfrm>
          <a:prstGeom prst="roundRect">
            <a:avLst>
              <a:gd name="adj" fmla="val 9000"/>
            </a:avLst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09728" rIns="201168" bIns="109728" rtlCol="0" anchor="ctr"/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0080B1"/>
                </a:solidFill>
                <a:latin typeface="Century Gothic"/>
                <a:ea typeface="Century Gothic"/>
                <a:cs typeface="Century Gothic"/>
              </a:rPr>
              <a:t>219</a:t>
            </a:r>
          </a:p>
          <a:p>
            <a:pPr>
              <a:spcAft>
                <a:spcPts val="800"/>
              </a:spcAft>
            </a:pPr>
            <a:r>
              <a:rPr sz="1250" b="1">
                <a:solidFill>
                  <a:srgbClr val="070F26"/>
                </a:solidFill>
                <a:latin typeface="Century Gothic"/>
                <a:ea typeface="Century Gothic"/>
                <a:cs typeface="Century Gothic"/>
              </a:rPr>
              <a:t>etapas al día</a:t>
            </a:r>
          </a:p>
          <a:p>
            <a:pPr>
              <a:spcAft>
                <a:spcPts val="0"/>
              </a:spcAft>
            </a:pPr>
            <a:r>
              <a:rPr sz="1050" b="0">
                <a:solidFill>
                  <a:srgbClr val="6B7080"/>
                </a:solidFill>
                <a:latin typeface="Century Gothic"/>
                <a:ea typeface="Century Gothic"/>
                <a:cs typeface="Century Gothic"/>
              </a:rPr>
              <a:t>Con 37 tramitadores</a:t>
            </a:r>
          </a:p>
        </p:txBody>
      </p:sp>
      <p:sp>
        <p:nvSpPr>
          <p:cNvPr id="10" name="Rounded Rectangle 7">
            <a:extLst>
              <a:ext uri="{FF2B5EF4-FFF2-40B4-BE49-F238E27FC236}">
                <a16:creationId xmlns:a16="http://schemas.microsoft.com/office/drawing/2014/main" id="{A8172AEF-4F98-63C3-F14E-100AE190D2E2}"/>
              </a:ext>
            </a:extLst>
          </p:cNvPr>
          <p:cNvSpPr/>
          <p:nvPr/>
        </p:nvSpPr>
        <p:spPr>
          <a:xfrm>
            <a:off x="5038344" y="1691640"/>
            <a:ext cx="2148840" cy="1572768"/>
          </a:xfrm>
          <a:prstGeom prst="roundRect">
            <a:avLst>
              <a:gd name="adj" fmla="val 9000"/>
            </a:avLst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09728" rIns="201168" bIns="109728" rtlCol="0" anchor="ctr"/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0080B1"/>
                </a:solidFill>
                <a:latin typeface="Century Gothic"/>
                <a:ea typeface="Century Gothic"/>
                <a:cs typeface="Century Gothic"/>
              </a:rPr>
              <a:t>2 %</a:t>
            </a:r>
          </a:p>
          <a:p>
            <a:pPr>
              <a:spcAft>
                <a:spcPts val="800"/>
              </a:spcAft>
            </a:pPr>
            <a:r>
              <a:rPr sz="1250" b="1">
                <a:solidFill>
                  <a:srgbClr val="070F26"/>
                </a:solidFill>
                <a:latin typeface="Century Gothic"/>
                <a:ea typeface="Century Gothic"/>
                <a:cs typeface="Century Gothic"/>
              </a:rPr>
              <a:t>en el camino más común</a:t>
            </a:r>
          </a:p>
          <a:p>
            <a:pPr>
              <a:spcAft>
                <a:spcPts val="0"/>
              </a:spcAft>
            </a:pPr>
            <a:r>
              <a:rPr sz="1050" b="0">
                <a:solidFill>
                  <a:srgbClr val="6B7080"/>
                </a:solidFill>
                <a:latin typeface="Century Gothic"/>
                <a:ea typeface="Century Gothic"/>
                <a:cs typeface="Century Gothic"/>
              </a:rPr>
              <a:t>El 90 % va por otros caminos</a:t>
            </a:r>
          </a:p>
        </p:txBody>
      </p:sp>
      <p:sp>
        <p:nvSpPr>
          <p:cNvPr id="15" name="Rounded Rectangle 8">
            <a:extLst>
              <a:ext uri="{FF2B5EF4-FFF2-40B4-BE49-F238E27FC236}">
                <a16:creationId xmlns:a16="http://schemas.microsoft.com/office/drawing/2014/main" id="{1DD26B09-F4B3-A927-DEB6-8BD4F59F6124}"/>
              </a:ext>
            </a:extLst>
          </p:cNvPr>
          <p:cNvSpPr/>
          <p:nvPr/>
        </p:nvSpPr>
        <p:spPr>
          <a:xfrm>
            <a:off x="7351775" y="1691640"/>
            <a:ext cx="2148840" cy="1572768"/>
          </a:xfrm>
          <a:prstGeom prst="roundRect">
            <a:avLst>
              <a:gd name="adj" fmla="val 9000"/>
            </a:avLst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09728" rIns="201168" bIns="109728" rtlCol="0" anchor="ctr"/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0080B1"/>
                </a:solidFill>
                <a:latin typeface="Century Gothic"/>
                <a:ea typeface="Century Gothic"/>
                <a:cs typeface="Century Gothic"/>
              </a:rPr>
              <a:t>3.516</a:t>
            </a:r>
          </a:p>
          <a:p>
            <a:pPr>
              <a:spcAft>
                <a:spcPts val="800"/>
              </a:spcAft>
            </a:pPr>
            <a:r>
              <a:rPr sz="1250" b="1">
                <a:solidFill>
                  <a:srgbClr val="070F26"/>
                </a:solidFill>
                <a:latin typeface="Century Gothic"/>
                <a:ea typeface="Century Gothic"/>
                <a:cs typeface="Century Gothic"/>
              </a:rPr>
              <a:t>días en un migrado</a:t>
            </a:r>
          </a:p>
          <a:p>
            <a:pPr>
              <a:spcAft>
                <a:spcPts val="0"/>
              </a:spcAft>
            </a:pPr>
            <a:r>
              <a:rPr sz="1050" b="0">
                <a:solidFill>
                  <a:srgbClr val="6B7080"/>
                </a:solidFill>
                <a:latin typeface="Century Gothic"/>
                <a:ea typeface="Century Gothic"/>
                <a:cs typeface="Century Gothic"/>
              </a:rPr>
              <a:t>Un dato que hay que validar</a:t>
            </a:r>
          </a:p>
        </p:txBody>
      </p:sp>
      <p:sp>
        <p:nvSpPr>
          <p:cNvPr id="19" name="Rounded Rectangle 9">
            <a:extLst>
              <a:ext uri="{FF2B5EF4-FFF2-40B4-BE49-F238E27FC236}">
                <a16:creationId xmlns:a16="http://schemas.microsoft.com/office/drawing/2014/main" id="{225E05AC-6AD9-A600-1E58-AB68F5C66AFA}"/>
              </a:ext>
            </a:extLst>
          </p:cNvPr>
          <p:cNvSpPr/>
          <p:nvPr/>
        </p:nvSpPr>
        <p:spPr>
          <a:xfrm>
            <a:off x="9665207" y="1691640"/>
            <a:ext cx="2148840" cy="1572768"/>
          </a:xfrm>
          <a:prstGeom prst="roundRect">
            <a:avLst>
              <a:gd name="adj" fmla="val 9000"/>
            </a:avLst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09728" rIns="201168" bIns="109728" rtlCol="0" anchor="ctr"/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0080B1"/>
                </a:solidFill>
                <a:latin typeface="Century Gothic"/>
                <a:ea typeface="Century Gothic"/>
                <a:cs typeface="Century Gothic"/>
              </a:rPr>
              <a:t>114</a:t>
            </a:r>
          </a:p>
          <a:p>
            <a:pPr>
              <a:spcAft>
                <a:spcPts val="800"/>
              </a:spcAft>
            </a:pPr>
            <a:r>
              <a:rPr sz="1250" b="1">
                <a:solidFill>
                  <a:srgbClr val="070F26"/>
                </a:solidFill>
                <a:latin typeface="Century Gothic"/>
                <a:ea typeface="Century Gothic"/>
                <a:cs typeface="Century Gothic"/>
              </a:rPr>
              <a:t>veces un trámite</a:t>
            </a:r>
          </a:p>
          <a:p>
            <a:pPr>
              <a:spcAft>
                <a:spcPts val="0"/>
              </a:spcAft>
            </a:pPr>
            <a:r>
              <a:rPr sz="1050" b="0">
                <a:solidFill>
                  <a:srgbClr val="6B7080"/>
                </a:solidFill>
                <a:latin typeface="Century Gothic"/>
                <a:ea typeface="Century Gothic"/>
                <a:cs typeface="Century Gothic"/>
              </a:rPr>
              <a:t>Para 53 expedientes: hay bucles</a:t>
            </a:r>
          </a:p>
        </p:txBody>
      </p:sp>
      <p:sp>
        <p:nvSpPr>
          <p:cNvPr id="23" name="Rounded Rectangle 10">
            <a:extLst>
              <a:ext uri="{FF2B5EF4-FFF2-40B4-BE49-F238E27FC236}">
                <a16:creationId xmlns:a16="http://schemas.microsoft.com/office/drawing/2014/main" id="{23E5F5D0-890C-EB43-ECB2-D3A52B409DB6}"/>
              </a:ext>
            </a:extLst>
          </p:cNvPr>
          <p:cNvSpPr/>
          <p:nvPr/>
        </p:nvSpPr>
        <p:spPr>
          <a:xfrm>
            <a:off x="411480" y="3703320"/>
            <a:ext cx="11375136" cy="1051560"/>
          </a:xfrm>
          <a:prstGeom prst="roundRect">
            <a:avLst>
              <a:gd name="adj" fmla="val 10000"/>
            </a:avLst>
          </a:prstGeom>
          <a:solidFill>
            <a:srgbClr val="E8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09728" rIns="201168" bIns="109728" rtlCol="0" anchor="ctr"/>
          <a:lstStyle/>
          <a:p>
            <a:pPr algn="ctr">
              <a:spcAft>
                <a:spcPts val="600"/>
              </a:spcAft>
            </a:pPr>
            <a:r>
              <a:rPr sz="1200" b="1" err="1">
                <a:solidFill>
                  <a:srgbClr val="0080B1"/>
                </a:solidFill>
                <a:latin typeface="Century Gothic"/>
                <a:ea typeface="Century Gothic"/>
                <a:cs typeface="Century Gothic"/>
              </a:rPr>
              <a:t>Ninguna</a:t>
            </a:r>
            <a:r>
              <a:rPr sz="1200" b="1">
                <a:solidFill>
                  <a:srgbClr val="0080B1"/>
                </a:solidFill>
                <a:latin typeface="Century Gothic"/>
                <a:ea typeface="Century Gothic"/>
                <a:cs typeface="Century Gothic"/>
              </a:rPr>
              <a:t> de las </a:t>
            </a:r>
            <a:r>
              <a:rPr sz="1200" b="1" err="1">
                <a:solidFill>
                  <a:srgbClr val="0080B1"/>
                </a:solidFill>
                <a:latin typeface="Century Gothic"/>
                <a:ea typeface="Century Gothic"/>
                <a:cs typeface="Century Gothic"/>
              </a:rPr>
              <a:t>cinco</a:t>
            </a:r>
            <a:r>
              <a:rPr sz="1200" b="1">
                <a:solidFill>
                  <a:srgbClr val="0080B1"/>
                </a:solidFill>
                <a:latin typeface="Century Gothic"/>
                <a:ea typeface="Century Gothic"/>
                <a:cs typeface="Century Gothic"/>
              </a:rPr>
              <a:t> </a:t>
            </a:r>
            <a:r>
              <a:rPr sz="1200" b="1" err="1">
                <a:solidFill>
                  <a:srgbClr val="0080B1"/>
                </a:solidFill>
                <a:latin typeface="Century Gothic"/>
                <a:ea typeface="Century Gothic"/>
                <a:cs typeface="Century Gothic"/>
              </a:rPr>
              <a:t>respuestas</a:t>
            </a:r>
            <a:r>
              <a:rPr sz="1200" b="1">
                <a:solidFill>
                  <a:srgbClr val="0080B1"/>
                </a:solidFill>
                <a:latin typeface="Century Gothic"/>
                <a:ea typeface="Century Gothic"/>
                <a:cs typeface="Century Gothic"/>
              </a:rPr>
              <a:t> </a:t>
            </a:r>
            <a:r>
              <a:rPr sz="1200" b="1" err="1">
                <a:solidFill>
                  <a:srgbClr val="0080B1"/>
                </a:solidFill>
                <a:latin typeface="Century Gothic"/>
                <a:ea typeface="Century Gothic"/>
                <a:cs typeface="Century Gothic"/>
              </a:rPr>
              <a:t>está</a:t>
            </a:r>
            <a:r>
              <a:rPr sz="1200" b="1">
                <a:solidFill>
                  <a:srgbClr val="0080B1"/>
                </a:solidFill>
                <a:latin typeface="Century Gothic"/>
                <a:ea typeface="Century Gothic"/>
                <a:cs typeface="Century Gothic"/>
              </a:rPr>
              <a:t> </a:t>
            </a:r>
            <a:r>
              <a:rPr sz="1200" b="1" err="1">
                <a:solidFill>
                  <a:srgbClr val="0080B1"/>
                </a:solidFill>
                <a:latin typeface="Century Gothic"/>
                <a:ea typeface="Century Gothic"/>
                <a:cs typeface="Century Gothic"/>
              </a:rPr>
              <a:t>en</a:t>
            </a:r>
            <a:r>
              <a:rPr sz="1200" b="1">
                <a:solidFill>
                  <a:srgbClr val="0080B1"/>
                </a:solidFill>
                <a:latin typeface="Century Gothic"/>
                <a:ea typeface="Century Gothic"/>
                <a:cs typeface="Century Gothic"/>
              </a:rPr>
              <a:t> un </a:t>
            </a:r>
            <a:r>
              <a:rPr sz="1200" b="1" err="1">
                <a:solidFill>
                  <a:srgbClr val="0080B1"/>
                </a:solidFill>
                <a:latin typeface="Century Gothic"/>
                <a:ea typeface="Century Gothic"/>
                <a:cs typeface="Century Gothic"/>
              </a:rPr>
              <a:t>informe</a:t>
            </a:r>
            <a:endParaRPr sz="1200" b="1">
              <a:solidFill>
                <a:srgbClr val="0080B1"/>
              </a:solidFill>
              <a:latin typeface="Century Gothic"/>
              <a:ea typeface="Century Gothic"/>
              <a:cs typeface="Century Gothic"/>
            </a:endParaRPr>
          </a:p>
          <a:p>
            <a:pPr>
              <a:spcAft>
                <a:spcPts val="0"/>
              </a:spcAft>
            </a:pPr>
            <a:r>
              <a:rPr sz="1400" b="0">
                <a:solidFill>
                  <a:srgbClr val="070F26"/>
                </a:solidFill>
                <a:latin typeface="Century Gothic"/>
                <a:ea typeface="Century Gothic"/>
                <a:cs typeface="Century Gothic"/>
              </a:rPr>
              <a:t>Se </a:t>
            </a:r>
            <a:r>
              <a:rPr sz="1400" b="0" err="1">
                <a:solidFill>
                  <a:srgbClr val="070F26"/>
                </a:solidFill>
                <a:latin typeface="Century Gothic"/>
                <a:ea typeface="Century Gothic"/>
                <a:cs typeface="Century Gothic"/>
              </a:rPr>
              <a:t>llega</a:t>
            </a:r>
            <a:r>
              <a:rPr sz="1400" b="0">
                <a:solidFill>
                  <a:srgbClr val="070F26"/>
                </a:solidFill>
                <a:latin typeface="Century Gothic"/>
                <a:ea typeface="Century Gothic"/>
                <a:cs typeface="Century Gothic"/>
              </a:rPr>
              <a:t> a </a:t>
            </a:r>
            <a:r>
              <a:rPr sz="1400" b="0" err="1">
                <a:solidFill>
                  <a:srgbClr val="070F26"/>
                </a:solidFill>
                <a:latin typeface="Century Gothic"/>
                <a:ea typeface="Century Gothic"/>
                <a:cs typeface="Century Gothic"/>
              </a:rPr>
              <a:t>todas</a:t>
            </a:r>
            <a:r>
              <a:rPr sz="1400" b="0">
                <a:solidFill>
                  <a:srgbClr val="070F26"/>
                </a:solidFill>
                <a:latin typeface="Century Gothic"/>
                <a:ea typeface="Century Gothic"/>
                <a:cs typeface="Century Gothic"/>
              </a:rPr>
              <a:t> </a:t>
            </a:r>
            <a:r>
              <a:rPr sz="1400" b="0" err="1">
                <a:solidFill>
                  <a:srgbClr val="070F26"/>
                </a:solidFill>
                <a:latin typeface="Century Gothic"/>
                <a:ea typeface="Century Gothic"/>
                <a:cs typeface="Century Gothic"/>
              </a:rPr>
              <a:t>en</a:t>
            </a:r>
            <a:r>
              <a:rPr sz="1400" b="0">
                <a:solidFill>
                  <a:srgbClr val="070F26"/>
                </a:solidFill>
                <a:latin typeface="Century Gothic"/>
                <a:ea typeface="Century Gothic"/>
                <a:cs typeface="Century Gothic"/>
              </a:rPr>
              <a:t> </a:t>
            </a:r>
            <a:r>
              <a:rPr sz="1400" b="0" err="1">
                <a:solidFill>
                  <a:srgbClr val="070F26"/>
                </a:solidFill>
                <a:latin typeface="Century Gothic"/>
                <a:ea typeface="Century Gothic"/>
                <a:cs typeface="Century Gothic"/>
              </a:rPr>
              <a:t>menos</a:t>
            </a:r>
            <a:r>
              <a:rPr sz="1400" b="0">
                <a:solidFill>
                  <a:srgbClr val="070F26"/>
                </a:solidFill>
                <a:latin typeface="Century Gothic"/>
                <a:ea typeface="Century Gothic"/>
                <a:cs typeface="Century Gothic"/>
              </a:rPr>
              <a:t> de dos </a:t>
            </a:r>
            <a:r>
              <a:rPr sz="1400" b="0" err="1">
                <a:solidFill>
                  <a:srgbClr val="070F26"/>
                </a:solidFill>
                <a:latin typeface="Century Gothic"/>
                <a:ea typeface="Century Gothic"/>
                <a:cs typeface="Century Gothic"/>
              </a:rPr>
              <a:t>minutos</a:t>
            </a:r>
            <a:r>
              <a:rPr sz="1400" b="0">
                <a:solidFill>
                  <a:srgbClr val="070F26"/>
                </a:solidFill>
                <a:latin typeface="Century Gothic"/>
                <a:ea typeface="Century Gothic"/>
                <a:cs typeface="Century Gothic"/>
              </a:rPr>
              <a:t>, sin </a:t>
            </a:r>
            <a:r>
              <a:rPr sz="1400" b="0" err="1">
                <a:solidFill>
                  <a:srgbClr val="070F26"/>
                </a:solidFill>
                <a:latin typeface="Century Gothic"/>
                <a:ea typeface="Century Gothic"/>
                <a:cs typeface="Century Gothic"/>
              </a:rPr>
              <a:t>pedir</a:t>
            </a:r>
            <a:r>
              <a:rPr sz="1400" b="0">
                <a:solidFill>
                  <a:srgbClr val="070F26"/>
                </a:solidFill>
                <a:latin typeface="Century Gothic"/>
                <a:ea typeface="Century Gothic"/>
                <a:cs typeface="Century Gothic"/>
              </a:rPr>
              <a:t> un </a:t>
            </a:r>
            <a:r>
              <a:rPr sz="1400" b="0" err="1">
                <a:solidFill>
                  <a:srgbClr val="070F26"/>
                </a:solidFill>
                <a:latin typeface="Century Gothic"/>
                <a:ea typeface="Century Gothic"/>
                <a:cs typeface="Century Gothic"/>
              </a:rPr>
              <a:t>dato</a:t>
            </a:r>
            <a:r>
              <a:rPr sz="1400" b="0">
                <a:solidFill>
                  <a:srgbClr val="070F26"/>
                </a:solidFill>
                <a:latin typeface="Century Gothic"/>
                <a:ea typeface="Century Gothic"/>
                <a:cs typeface="Century Gothic"/>
              </a:rPr>
              <a:t> a </a:t>
            </a:r>
            <a:r>
              <a:rPr sz="1400" b="0" err="1">
                <a:solidFill>
                  <a:srgbClr val="070F26"/>
                </a:solidFill>
                <a:latin typeface="Century Gothic"/>
                <a:ea typeface="Century Gothic"/>
                <a:cs typeface="Century Gothic"/>
              </a:rPr>
              <a:t>nadie</a:t>
            </a:r>
            <a:r>
              <a:rPr sz="1400" b="0">
                <a:solidFill>
                  <a:srgbClr val="070F26"/>
                </a:solidFill>
                <a:latin typeface="Century Gothic"/>
                <a:ea typeface="Century Gothic"/>
                <a:cs typeface="Century Gothic"/>
              </a:rPr>
              <a:t> y sin </a:t>
            </a:r>
            <a:r>
              <a:rPr sz="1400" b="0" err="1">
                <a:solidFill>
                  <a:srgbClr val="070F26"/>
                </a:solidFill>
                <a:latin typeface="Century Gothic"/>
                <a:ea typeface="Century Gothic"/>
                <a:cs typeface="Century Gothic"/>
              </a:rPr>
              <a:t>abrir</a:t>
            </a:r>
            <a:r>
              <a:rPr sz="1400" b="0">
                <a:solidFill>
                  <a:srgbClr val="070F26"/>
                </a:solidFill>
                <a:latin typeface="Century Gothic"/>
                <a:ea typeface="Century Gothic"/>
                <a:cs typeface="Century Gothic"/>
              </a:rPr>
              <a:t> </a:t>
            </a:r>
            <a:r>
              <a:rPr sz="1400" b="0" err="1">
                <a:solidFill>
                  <a:srgbClr val="070F26"/>
                </a:solidFill>
                <a:latin typeface="Century Gothic"/>
                <a:ea typeface="Century Gothic"/>
                <a:cs typeface="Century Gothic"/>
              </a:rPr>
              <a:t>una</a:t>
            </a:r>
            <a:r>
              <a:rPr sz="1400" b="0">
                <a:solidFill>
                  <a:srgbClr val="070F26"/>
                </a:solidFill>
                <a:latin typeface="Century Gothic"/>
                <a:ea typeface="Century Gothic"/>
                <a:cs typeface="Century Gothic"/>
              </a:rPr>
              <a:t> hoja de </a:t>
            </a:r>
            <a:r>
              <a:rPr sz="1400" b="0" err="1">
                <a:solidFill>
                  <a:srgbClr val="070F26"/>
                </a:solidFill>
                <a:latin typeface="Century Gothic"/>
                <a:ea typeface="Century Gothic"/>
                <a:cs typeface="Century Gothic"/>
              </a:rPr>
              <a:t>cálculo</a:t>
            </a:r>
            <a:r>
              <a:rPr sz="1400" b="0">
                <a:solidFill>
                  <a:srgbClr val="070F26"/>
                </a:solidFill>
                <a:latin typeface="Century Gothic"/>
                <a:ea typeface="Century Gothic"/>
                <a:cs typeface="Century Gothic"/>
              </a:rPr>
              <a:t>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Century Gothic" panose="020B0502020202020204" pitchFamily="34" charset="0"/>
              </a:rPr>
              <a:t>0</a:t>
            </a:r>
            <a:r>
              <a:rPr lang="es-ES">
                <a:latin typeface="Century Gothic" panose="020B0502020202020204" pitchFamily="34" charset="0"/>
              </a:rPr>
              <a:t>4</a:t>
            </a:r>
            <a:endParaRPr>
              <a:latin typeface="Century Gothic" panose="020B0502020202020204" pitchFamily="34" charset="0"/>
            </a:endParaRP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>
                <a:latin typeface="Century Gothic" panose="020B0502020202020204" pitchFamily="34" charset="0"/>
              </a:rPr>
              <a:t>Comentarios, dudas y preguntas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1400">
                <a:latin typeface="Century Gothic" panose="020B0502020202020204" pitchFamily="34" charset="0"/>
              </a:rPr>
              <a:t>Minería de Procesos · Celonis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Century Gothic" panose="020B0502020202020204" pitchFamily="34" charset="0"/>
              </a:rPr>
              <a:t>Gracias.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1400">
                <a:latin typeface="Century Gothic" panose="020B0502020202020204" pitchFamily="34" charset="0"/>
              </a:rPr>
              <a:t>Minería de Procesos con Celonis</a:t>
            </a:r>
          </a:p>
          <a:p>
            <a:pPr>
              <a:spcAft>
                <a:spcPts val="600"/>
              </a:spcAft>
            </a:pPr>
            <a:r>
              <a:rPr sz="1400">
                <a:latin typeface="Century Gothic" panose="020B0502020202020204" pitchFamily="34" charset="0"/>
              </a:rPr>
              <a:t>Plan de Formación · Pensiones no Contributivas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69B87E-B26E-4513-C95A-3CFBDE32C3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81EC55-3563-5378-F34B-07979093D4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Century Gothic" panose="020B0502020202020204" pitchFamily="34" charset="0"/>
              </a:rPr>
              <a:t>Navegación por los cuadros de mando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4B0F80B-53B2-B1B1-D200-D36AF104F243}"/>
              </a:ext>
            </a:extLst>
          </p:cNvPr>
          <p:cNvSpPr txBox="1"/>
          <p:nvPr/>
        </p:nvSpPr>
        <p:spPr>
          <a:xfrm>
            <a:off x="411480" y="6446520"/>
            <a:ext cx="1005403" cy="2154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B7080"/>
                </a:solidFill>
                <a:latin typeface="Century Gothic" panose="020B0502020202020204" pitchFamily="34" charset="0"/>
              </a:rPr>
              <a:t>© 2026 NTT DATA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CB40D4E-5CC2-3DAE-7308-7F5C4CE7507B}"/>
              </a:ext>
            </a:extLst>
          </p:cNvPr>
          <p:cNvSpPr txBox="1"/>
          <p:nvPr/>
        </p:nvSpPr>
        <p:spPr>
          <a:xfrm>
            <a:off x="11554988" y="6446520"/>
            <a:ext cx="240772" cy="2154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>
                <a:solidFill>
                  <a:srgbClr val="6B7080"/>
                </a:solidFill>
                <a:latin typeface="Century Gothic" panose="020B0502020202020204" pitchFamily="34" charset="0"/>
              </a:rPr>
              <a:t>14</a:t>
            </a:r>
          </a:p>
        </p:txBody>
      </p:sp>
      <p:sp>
        <p:nvSpPr>
          <p:cNvPr id="101" name="Subtítulo 101"/>
          <p:cNvSpPr txBox="1"/>
          <p:nvPr/>
        </p:nvSpPr>
        <p:spPr>
          <a:xfrm>
            <a:off x="407822" y="731520"/>
            <a:ext cx="10515600" cy="384048"/>
          </a:xfrm>
          <a:prstGeom prst="rect">
            <a:avLst/>
          </a:prstGeom>
          <a:noFill/>
          <a:ln>
            <a:noFill/>
          </a:ln>
        </p:spPr>
        <p:txBody>
          <a:bodyPr wrap="square" lIns="91440" tIns="36576" rIns="91440" bIns="36576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b="1" dirty="0">
                <a:solidFill>
                  <a:srgbClr val="070F26"/>
                </a:solidFill>
                <a:latin typeface="Century Gothic" panose="020B0502020202020204" pitchFamily="34" charset="0"/>
              </a:rPr>
              <a:t>Vista Ejecutiva</a:t>
            </a:r>
            <a:endParaRPr lang="es-ES" sz="1600" dirty="0">
              <a:latin typeface="Century Gothic" panose="020B0502020202020204" pitchFamily="34" charset="0"/>
            </a:endParaRPr>
          </a:p>
        </p:txBody>
      </p:sp>
      <p:pic>
        <p:nvPicPr>
          <p:cNvPr id="102" name="Botón de acceso desde la página de inicio 102" descr="Botón de acceso desde la página de inicio"/>
          <p:cNvPicPr>
            <a:picLocks noChangeAspect="1"/>
          </p:cNvPicPr>
          <p:nvPr/>
        </p:nvPicPr>
        <p:blipFill>
          <a:blip r:embed="rId200"/>
          <a:stretch>
            <a:fillRect/>
          </a:stretch>
        </p:blipFill>
        <p:spPr>
          <a:xfrm>
            <a:off x="2743200" y="841248"/>
            <a:ext cx="2743200" cy="132735"/>
          </a:xfrm>
          <a:prstGeom prst="rect">
            <a:avLst/>
          </a:prstGeom>
        </p:spPr>
      </p:pic>
      <p:pic>
        <p:nvPicPr>
          <p:cNvPr id="103" name="Captura del cuadro de mando de PnC 103" descr="Captura del cuadro de mando de PnC"/>
          <p:cNvPicPr>
            <a:picLocks noChangeAspect="1"/>
          </p:cNvPicPr>
          <p:nvPr/>
        </p:nvPicPr>
        <p:blipFill>
          <a:blip r:embed="rId201"/>
          <a:stretch>
            <a:fillRect/>
          </a:stretch>
        </p:blipFill>
        <p:spPr>
          <a:xfrm>
            <a:off x="407822" y="1437162"/>
            <a:ext cx="7680960" cy="4120835"/>
          </a:xfrm>
          <a:prstGeom prst="rect">
            <a:avLst/>
          </a:prstGeom>
          <a:ln w="9525">
            <a:solidFill>
              <a:srgbClr val="D9DEE8"/>
            </a:solidFill>
          </a:ln>
        </p:spPr>
      </p:pic>
      <p:sp>
        <p:nvSpPr>
          <p:cNvPr id="104" name="Para quién es 104"/>
          <p:cNvSpPr/>
          <p:nvPr/>
        </p:nvSpPr>
        <p:spPr>
          <a:xfrm>
            <a:off x="8366760" y="1325880"/>
            <a:ext cx="3429000" cy="43434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19050">
            <a:solidFill>
              <a:srgbClr val="0072BD"/>
            </a:solidFill>
          </a:ln>
        </p:spPr>
        <p:txBody>
          <a:bodyPr wrap="square" lIns="164592" tIns="91440" rIns="164592" bIns="91440" rtlCol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800"/>
              </a:spcAft>
              <a:buNone/>
            </a:pPr>
            <a:r>
              <a:rPr lang="es-ES" sz="1300" b="1" dirty="0">
                <a:solidFill>
                  <a:srgbClr val="070F26"/>
                </a:solidFill>
                <a:latin typeface="Century Gothic" panose="020B0502020202020204" pitchFamily="34" charset="0"/>
              </a:rPr>
              <a:t xml:space="preserve">Para quién es: </a:t>
            </a:r>
            <a:r>
              <a:rPr lang="es-ES" sz="1300" b="1" dirty="0">
                <a:solidFill>
                  <a:srgbClr val="0072BD"/>
                </a:solidFill>
                <a:latin typeface="Century Gothic" panose="020B0502020202020204" pitchFamily="34" charset="0"/>
              </a:rPr>
              <a:t>Dirección y responsables.</a:t>
            </a:r>
            <a:endParaRPr lang="es-ES" sz="1300" dirty="0">
              <a:latin typeface="Century Gothic" panose="020B0502020202020204" pitchFamily="34" charset="0"/>
            </a:endParaRPr>
          </a:p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lang="es-ES" sz="1050" b="1" dirty="0">
                <a:solidFill>
                  <a:srgbClr val="070F26"/>
                </a:solidFill>
                <a:latin typeface="Century Gothic" panose="020B0502020202020204" pitchFamily="34" charset="0"/>
              </a:rPr>
              <a:t>Responde</a:t>
            </a:r>
            <a:r>
              <a:rPr lang="es-ES" sz="1050" dirty="0">
                <a:solidFill>
                  <a:srgbClr val="070F26"/>
                </a:solidFill>
                <a:latin typeface="Century Gothic" panose="020B0502020202020204" pitchFamily="34" charset="0"/>
              </a:rPr>
              <a:t xml:space="preserve"> «¿cómo va el servicio?» de un vistazo, con el objetivo de 90 días como referencia.</a:t>
            </a:r>
            <a:endParaRPr lang="es-ES" sz="1050" dirty="0">
              <a:latin typeface="Century Gothic" panose="020B0502020202020204" pitchFamily="34" charset="0"/>
            </a:endParaRPr>
          </a:p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lang="es-ES" sz="1050" b="1" dirty="0">
                <a:solidFill>
                  <a:srgbClr val="070F26"/>
                </a:solidFill>
                <a:latin typeface="Century Gothic" panose="020B0502020202020204" pitchFamily="34" charset="0"/>
              </a:rPr>
              <a:t>Arriba:</a:t>
            </a:r>
            <a:r>
              <a:rPr lang="es-ES" sz="1050" dirty="0">
                <a:solidFill>
                  <a:srgbClr val="070F26"/>
                </a:solidFill>
                <a:latin typeface="Century Gothic" panose="020B0502020202020204" pitchFamily="34" charset="0"/>
              </a:rPr>
              <a:t xml:space="preserve"> expedientes, tiempos, % cumplimiento, % resueltos y % telemáticas.</a:t>
            </a:r>
            <a:endParaRPr lang="es-ES" sz="1050" dirty="0">
              <a:latin typeface="Century Gothic" panose="020B0502020202020204" pitchFamily="34" charset="0"/>
            </a:endParaRPr>
          </a:p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lang="es-ES" sz="1050" b="1" dirty="0">
                <a:solidFill>
                  <a:srgbClr val="070F26"/>
                </a:solidFill>
                <a:latin typeface="Century Gothic" panose="020B0502020202020204" pitchFamily="34" charset="0"/>
              </a:rPr>
              <a:t>Tres bloques:</a:t>
            </a:r>
            <a:r>
              <a:rPr lang="es-ES" sz="1050" dirty="0">
                <a:solidFill>
                  <a:srgbClr val="070F26"/>
                </a:solidFill>
                <a:latin typeface="Century Gothic" panose="020B0502020202020204" pitchFamily="34" charset="0"/>
              </a:rPr>
              <a:t xml:space="preserve"> Tiempo medio, Cumplimiento / Calidad y Eficiencia operacional.</a:t>
            </a:r>
            <a:endParaRPr lang="es-ES" sz="1050" dirty="0">
              <a:latin typeface="Century Gothic" panose="020B0502020202020204" pitchFamily="34" charset="0"/>
            </a:endParaRPr>
          </a:p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lang="es-ES" sz="1050" b="1" dirty="0">
                <a:solidFill>
                  <a:srgbClr val="070F26"/>
                </a:solidFill>
                <a:latin typeface="Century Gothic" panose="020B0502020202020204" pitchFamily="34" charset="0"/>
              </a:rPr>
              <a:t>Abajo:</a:t>
            </a:r>
            <a:r>
              <a:rPr lang="es-ES" sz="1050" dirty="0">
                <a:solidFill>
                  <a:srgbClr val="070F26"/>
                </a:solidFill>
                <a:latin typeface="Century Gothic" panose="020B0502020202020204" pitchFamily="34" charset="0"/>
              </a:rPr>
              <a:t xml:space="preserve"> evolución mensual de solicitudes, de estados y de tramitaciones frente a capacidad.</a:t>
            </a:r>
            <a:endParaRPr lang="es-ES" sz="1050" dirty="0">
              <a:latin typeface="Century Gothic" panose="020B0502020202020204" pitchFamily="34" charset="0"/>
            </a:endParaRPr>
          </a:p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lang="es-ES" sz="1050" b="1" dirty="0">
                <a:solidFill>
                  <a:srgbClr val="070F26"/>
                </a:solidFill>
                <a:latin typeface="Century Gothic" panose="020B0502020202020204" pitchFamily="34" charset="0"/>
              </a:rPr>
              <a:t>La barra de filtros</a:t>
            </a:r>
            <a:r>
              <a:rPr lang="es-ES" sz="1050" dirty="0">
                <a:solidFill>
                  <a:srgbClr val="070F26"/>
                </a:solidFill>
                <a:latin typeface="Century Gothic" panose="020B0502020202020204" pitchFamily="34" charset="0"/>
              </a:rPr>
              <a:t xml:space="preserve"> (fecha de presentación, desplegables y tramitador) recalcula la pantalla entera.</a:t>
            </a:r>
            <a:endParaRPr lang="es-ES" sz="1050" dirty="0"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50070585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69B87E-B26E-4513-C95A-3CFBDE32C3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81EC55-3563-5378-F34B-07979093D4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Century Gothic" panose="020B0502020202020204" pitchFamily="34" charset="0"/>
              </a:rPr>
              <a:t>Navegación por los cuadros de mando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4B0F80B-53B2-B1B1-D200-D36AF104F243}"/>
              </a:ext>
            </a:extLst>
          </p:cNvPr>
          <p:cNvSpPr txBox="1"/>
          <p:nvPr/>
        </p:nvSpPr>
        <p:spPr>
          <a:xfrm>
            <a:off x="411480" y="6446520"/>
            <a:ext cx="1005403" cy="2154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B7080"/>
                </a:solidFill>
                <a:latin typeface="Century Gothic" panose="020B0502020202020204" pitchFamily="34" charset="0"/>
              </a:rPr>
              <a:t>© 2026 NTT DATA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CB40D4E-5CC2-3DAE-7308-7F5C4CE7507B}"/>
              </a:ext>
            </a:extLst>
          </p:cNvPr>
          <p:cNvSpPr txBox="1"/>
          <p:nvPr/>
        </p:nvSpPr>
        <p:spPr>
          <a:xfrm>
            <a:off x="11554988" y="6446520"/>
            <a:ext cx="240772" cy="2154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>
                <a:solidFill>
                  <a:srgbClr val="6B7080"/>
                </a:solidFill>
                <a:latin typeface="Century Gothic" panose="020B0502020202020204" pitchFamily="34" charset="0"/>
              </a:rPr>
              <a:t>15</a:t>
            </a:r>
          </a:p>
        </p:txBody>
      </p:sp>
      <p:sp>
        <p:nvSpPr>
          <p:cNvPr id="101" name="Subtítulo 101"/>
          <p:cNvSpPr txBox="1"/>
          <p:nvPr/>
        </p:nvSpPr>
        <p:spPr>
          <a:xfrm>
            <a:off x="407822" y="731520"/>
            <a:ext cx="10515600" cy="384048"/>
          </a:xfrm>
          <a:prstGeom prst="rect">
            <a:avLst/>
          </a:prstGeom>
          <a:noFill/>
          <a:ln>
            <a:noFill/>
          </a:ln>
        </p:spPr>
        <p:txBody>
          <a:bodyPr wrap="square" lIns="91440" tIns="36576" rIns="91440" bIns="36576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b="1" dirty="0">
                <a:solidFill>
                  <a:srgbClr val="070F26"/>
                </a:solidFill>
                <a:latin typeface="Century Gothic" panose="020B0502020202020204" pitchFamily="34" charset="0"/>
              </a:rPr>
              <a:t>Vista Operativa</a:t>
            </a:r>
            <a:endParaRPr lang="es-ES" sz="1600" dirty="0">
              <a:latin typeface="Century Gothic" panose="020B0502020202020204" pitchFamily="34" charset="0"/>
            </a:endParaRPr>
          </a:p>
        </p:txBody>
      </p:sp>
      <p:pic>
        <p:nvPicPr>
          <p:cNvPr id="102" name="Botón de acceso desde la página de inicio 102" descr="Botón de acceso desde la página de inicio"/>
          <p:cNvPicPr>
            <a:picLocks noChangeAspect="1"/>
          </p:cNvPicPr>
          <p:nvPr/>
        </p:nvPicPr>
        <p:blipFill>
          <a:blip r:embed="rId200"/>
          <a:stretch>
            <a:fillRect/>
          </a:stretch>
        </p:blipFill>
        <p:spPr>
          <a:xfrm>
            <a:off x="2743200" y="841248"/>
            <a:ext cx="2743200" cy="132735"/>
          </a:xfrm>
          <a:prstGeom prst="rect">
            <a:avLst/>
          </a:prstGeom>
        </p:spPr>
      </p:pic>
      <p:pic>
        <p:nvPicPr>
          <p:cNvPr id="103" name="Captura del cuadro de mando de PnC 103" descr="Captura del cuadro de mando de PnC"/>
          <p:cNvPicPr>
            <a:picLocks noChangeAspect="1"/>
          </p:cNvPicPr>
          <p:nvPr/>
        </p:nvPicPr>
        <p:blipFill>
          <a:blip r:embed="rId201"/>
          <a:stretch>
            <a:fillRect/>
          </a:stretch>
        </p:blipFill>
        <p:spPr>
          <a:xfrm>
            <a:off x="407822" y="1419880"/>
            <a:ext cx="7680960" cy="4155399"/>
          </a:xfrm>
          <a:prstGeom prst="rect">
            <a:avLst/>
          </a:prstGeom>
          <a:ln w="9525">
            <a:solidFill>
              <a:srgbClr val="D9DEE8"/>
            </a:solidFill>
          </a:ln>
        </p:spPr>
      </p:pic>
      <p:sp>
        <p:nvSpPr>
          <p:cNvPr id="104" name="Para quién es 104"/>
          <p:cNvSpPr/>
          <p:nvPr/>
        </p:nvSpPr>
        <p:spPr>
          <a:xfrm>
            <a:off x="8366760" y="1325880"/>
            <a:ext cx="3429000" cy="43434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19050">
            <a:solidFill>
              <a:srgbClr val="0072BD"/>
            </a:solidFill>
          </a:ln>
        </p:spPr>
        <p:txBody>
          <a:bodyPr wrap="square" lIns="164592" tIns="91440" rIns="164592" bIns="91440" rtlCol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800"/>
              </a:spcAft>
              <a:buNone/>
            </a:pPr>
            <a:r>
              <a:rPr lang="es-ES" sz="1300" b="1" dirty="0">
                <a:solidFill>
                  <a:srgbClr val="070F26"/>
                </a:solidFill>
                <a:latin typeface="Century Gothic" panose="020B0502020202020204" pitchFamily="34" charset="0"/>
              </a:rPr>
              <a:t xml:space="preserve">Para quién es: </a:t>
            </a:r>
            <a:r>
              <a:rPr lang="es-ES" sz="1300" b="1" dirty="0">
                <a:solidFill>
                  <a:srgbClr val="0072BD"/>
                </a:solidFill>
                <a:latin typeface="Century Gothic" panose="020B0502020202020204" pitchFamily="34" charset="0"/>
              </a:rPr>
              <a:t>Tramitación y coordinación.</a:t>
            </a:r>
            <a:endParaRPr lang="es-ES" sz="1300" dirty="0">
              <a:latin typeface="Century Gothic" panose="020B0502020202020204" pitchFamily="34" charset="0"/>
            </a:endParaRPr>
          </a:p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lang="es-ES" sz="1050" b="1" dirty="0">
                <a:solidFill>
                  <a:srgbClr val="070F26"/>
                </a:solidFill>
                <a:latin typeface="Century Gothic" panose="020B0502020202020204" pitchFamily="34" charset="0"/>
              </a:rPr>
              <a:t>Responde</a:t>
            </a:r>
            <a:r>
              <a:rPr lang="es-ES" sz="1050" dirty="0">
                <a:solidFill>
                  <a:srgbClr val="070F26"/>
                </a:solidFill>
                <a:latin typeface="Century Gothic" panose="020B0502020202020204" pitchFamily="34" charset="0"/>
              </a:rPr>
              <a:t xml:space="preserve"> «¿qué expediente miro primero?».</a:t>
            </a:r>
            <a:endParaRPr lang="es-ES" sz="1050" dirty="0">
              <a:latin typeface="Century Gothic" panose="020B0502020202020204" pitchFamily="34" charset="0"/>
            </a:endParaRPr>
          </a:p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lang="es-ES" sz="1050" b="1" dirty="0">
                <a:solidFill>
                  <a:srgbClr val="070F26"/>
                </a:solidFill>
                <a:latin typeface="Century Gothic" panose="020B0502020202020204" pitchFamily="34" charset="0"/>
              </a:rPr>
              <a:t>Arriba:</a:t>
            </a:r>
            <a:r>
              <a:rPr lang="es-ES" sz="1050" dirty="0">
                <a:solidFill>
                  <a:srgbClr val="070F26"/>
                </a:solidFill>
                <a:latin typeface="Century Gothic" panose="020B0502020202020204" pitchFamily="34" charset="0"/>
              </a:rPr>
              <a:t xml:space="preserve"> los mismos KPIs y el número de etapas registradas.</a:t>
            </a:r>
            <a:endParaRPr lang="es-ES" sz="1050" dirty="0">
              <a:latin typeface="Century Gothic" panose="020B0502020202020204" pitchFamily="34" charset="0"/>
            </a:endParaRPr>
          </a:p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lang="es-ES" sz="1050" b="1" dirty="0">
                <a:solidFill>
                  <a:srgbClr val="070F26"/>
                </a:solidFill>
                <a:latin typeface="Century Gothic" panose="020B0502020202020204" pitchFamily="34" charset="0"/>
              </a:rPr>
              <a:t>Priorización:</a:t>
            </a:r>
            <a:r>
              <a:rPr lang="es-ES" sz="1050" dirty="0">
                <a:solidFill>
                  <a:srgbClr val="070F26"/>
                </a:solidFill>
                <a:latin typeface="Century Gothic" panose="020B0502020202020204" pitchFamily="34" charset="0"/>
              </a:rPr>
              <a:t xml:space="preserve"> cada expediente con su tiempo efectivo de tramitación y su último trámite.</a:t>
            </a:r>
            <a:endParaRPr lang="es-ES" sz="1050" dirty="0">
              <a:latin typeface="Century Gothic" panose="020B0502020202020204" pitchFamily="34" charset="0"/>
            </a:endParaRPr>
          </a:p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lang="es-ES" sz="1050" b="1" dirty="0">
                <a:solidFill>
                  <a:srgbClr val="070F26"/>
                </a:solidFill>
                <a:latin typeface="Century Gothic" panose="020B0502020202020204" pitchFamily="34" charset="0"/>
              </a:rPr>
              <a:t>Reasignación:</a:t>
            </a:r>
            <a:r>
              <a:rPr lang="es-ES" sz="1050" dirty="0">
                <a:solidFill>
                  <a:srgbClr val="070F26"/>
                </a:solidFill>
                <a:latin typeface="Century Gothic" panose="020B0502020202020204" pitchFamily="34" charset="0"/>
              </a:rPr>
              <a:t xml:space="preserve"> a quién ha pasado cada expediente.</a:t>
            </a:r>
            <a:endParaRPr lang="es-ES" sz="1050" dirty="0">
              <a:latin typeface="Century Gothic" panose="020B0502020202020204" pitchFamily="34" charset="0"/>
            </a:endParaRPr>
          </a:p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lang="es-ES" sz="1050" b="1" dirty="0">
                <a:solidFill>
                  <a:srgbClr val="070F26"/>
                </a:solidFill>
                <a:latin typeface="Century Gothic" panose="020B0502020202020204" pitchFamily="34" charset="0"/>
              </a:rPr>
              <a:t>Explorador expediente:</a:t>
            </a:r>
            <a:r>
              <a:rPr lang="es-ES" sz="1050" dirty="0">
                <a:solidFill>
                  <a:srgbClr val="070F26"/>
                </a:solidFill>
                <a:latin typeface="Century Gothic" panose="020B0502020202020204" pitchFamily="34" charset="0"/>
              </a:rPr>
              <a:t xml:space="preserve"> el detalle de uno, trámite a trámite.</a:t>
            </a:r>
            <a:endParaRPr lang="es-ES" sz="1050" dirty="0"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50070585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69B87E-B26E-4513-C95A-3CFBDE32C3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81EC55-3563-5378-F34B-07979093D4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Century Gothic" panose="020B0502020202020204" pitchFamily="34" charset="0"/>
              </a:rPr>
              <a:t>Navegación por los cuadros de mando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4B0F80B-53B2-B1B1-D200-D36AF104F243}"/>
              </a:ext>
            </a:extLst>
          </p:cNvPr>
          <p:cNvSpPr txBox="1"/>
          <p:nvPr/>
        </p:nvSpPr>
        <p:spPr>
          <a:xfrm>
            <a:off x="411480" y="6446520"/>
            <a:ext cx="1005403" cy="2154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B7080"/>
                </a:solidFill>
                <a:latin typeface="Century Gothic" panose="020B0502020202020204" pitchFamily="34" charset="0"/>
              </a:rPr>
              <a:t>© 2026 NTT DATA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CB40D4E-5CC2-3DAE-7308-7F5C4CE7507B}"/>
              </a:ext>
            </a:extLst>
          </p:cNvPr>
          <p:cNvSpPr txBox="1"/>
          <p:nvPr/>
        </p:nvSpPr>
        <p:spPr>
          <a:xfrm>
            <a:off x="11554988" y="6446520"/>
            <a:ext cx="240772" cy="2154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>
                <a:solidFill>
                  <a:srgbClr val="6B7080"/>
                </a:solidFill>
                <a:latin typeface="Century Gothic" panose="020B0502020202020204" pitchFamily="34" charset="0"/>
              </a:rPr>
              <a:t>16</a:t>
            </a:r>
          </a:p>
        </p:txBody>
      </p:sp>
      <p:sp>
        <p:nvSpPr>
          <p:cNvPr id="101" name="Subtítulo 101"/>
          <p:cNvSpPr txBox="1"/>
          <p:nvPr/>
        </p:nvSpPr>
        <p:spPr>
          <a:xfrm>
            <a:off x="407822" y="731520"/>
            <a:ext cx="10515600" cy="384048"/>
          </a:xfrm>
          <a:prstGeom prst="rect">
            <a:avLst/>
          </a:prstGeom>
          <a:noFill/>
          <a:ln>
            <a:noFill/>
          </a:ln>
        </p:spPr>
        <p:txBody>
          <a:bodyPr wrap="square" lIns="91440" tIns="36576" rIns="91440" bIns="36576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b="1" dirty="0">
                <a:solidFill>
                  <a:srgbClr val="070F26"/>
                </a:solidFill>
                <a:latin typeface="Century Gothic" panose="020B0502020202020204" pitchFamily="34" charset="0"/>
              </a:rPr>
              <a:t>Análisis del proceso</a:t>
            </a:r>
            <a:endParaRPr lang="es-ES" sz="1600" dirty="0">
              <a:latin typeface="Century Gothic" panose="020B0502020202020204" pitchFamily="34" charset="0"/>
            </a:endParaRPr>
          </a:p>
        </p:txBody>
      </p:sp>
      <p:pic>
        <p:nvPicPr>
          <p:cNvPr id="102" name="Botón de acceso desde la página de inicio 102" descr="Botón de acceso desde la página de inicio"/>
          <p:cNvPicPr>
            <a:picLocks noChangeAspect="1"/>
          </p:cNvPicPr>
          <p:nvPr/>
        </p:nvPicPr>
        <p:blipFill>
          <a:blip r:embed="rId200"/>
          <a:stretch>
            <a:fillRect/>
          </a:stretch>
        </p:blipFill>
        <p:spPr>
          <a:xfrm>
            <a:off x="2743200" y="841248"/>
            <a:ext cx="2103120" cy="131445"/>
          </a:xfrm>
          <a:prstGeom prst="rect">
            <a:avLst/>
          </a:prstGeom>
        </p:spPr>
      </p:pic>
      <p:pic>
        <p:nvPicPr>
          <p:cNvPr id="103" name="Captura del cuadro de mando de PnC 103" descr="Captura del cuadro de mando de PnC"/>
          <p:cNvPicPr>
            <a:picLocks noChangeAspect="1"/>
          </p:cNvPicPr>
          <p:nvPr/>
        </p:nvPicPr>
        <p:blipFill>
          <a:blip r:embed="rId201"/>
          <a:stretch>
            <a:fillRect/>
          </a:stretch>
        </p:blipFill>
        <p:spPr>
          <a:xfrm>
            <a:off x="1694563" y="1325880"/>
            <a:ext cx="5107479" cy="4343400"/>
          </a:xfrm>
          <a:prstGeom prst="rect">
            <a:avLst/>
          </a:prstGeom>
          <a:ln w="9525">
            <a:solidFill>
              <a:srgbClr val="D9DEE8"/>
            </a:solidFill>
          </a:ln>
        </p:spPr>
      </p:pic>
      <p:sp>
        <p:nvSpPr>
          <p:cNvPr id="104" name="Para quién es 104"/>
          <p:cNvSpPr/>
          <p:nvPr/>
        </p:nvSpPr>
        <p:spPr>
          <a:xfrm>
            <a:off x="8366760" y="1325880"/>
            <a:ext cx="3429000" cy="43434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19050">
            <a:solidFill>
              <a:srgbClr val="0072BD"/>
            </a:solidFill>
          </a:ln>
        </p:spPr>
        <p:txBody>
          <a:bodyPr wrap="square" lIns="164592" tIns="91440" rIns="164592" bIns="91440" rtlCol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800"/>
              </a:spcAft>
              <a:buNone/>
            </a:pPr>
            <a:r>
              <a:rPr lang="es-ES" sz="1300" b="1" dirty="0">
                <a:solidFill>
                  <a:srgbClr val="070F26"/>
                </a:solidFill>
                <a:latin typeface="Century Gothic" panose="020B0502020202020204" pitchFamily="34" charset="0"/>
              </a:rPr>
              <a:t xml:space="preserve">Para quién es: </a:t>
            </a:r>
            <a:r>
              <a:rPr lang="es-ES" sz="1300" b="1" dirty="0">
                <a:solidFill>
                  <a:srgbClr val="0072BD"/>
                </a:solidFill>
                <a:latin typeface="Century Gothic" panose="020B0502020202020204" pitchFamily="34" charset="0"/>
              </a:rPr>
              <a:t>Quien necesita entender el proceso, no medirlo.</a:t>
            </a:r>
            <a:endParaRPr lang="es-ES" sz="1300" dirty="0">
              <a:latin typeface="Century Gothic" panose="020B0502020202020204" pitchFamily="34" charset="0"/>
            </a:endParaRPr>
          </a:p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lang="es-ES" sz="1050" b="1" dirty="0">
                <a:solidFill>
                  <a:srgbClr val="070F26"/>
                </a:solidFill>
                <a:latin typeface="Century Gothic" panose="020B0502020202020204" pitchFamily="34" charset="0"/>
              </a:rPr>
              <a:t>Responde</a:t>
            </a:r>
            <a:r>
              <a:rPr lang="es-ES" sz="1050" dirty="0">
                <a:solidFill>
                  <a:srgbClr val="070F26"/>
                </a:solidFill>
                <a:latin typeface="Century Gothic" panose="020B0502020202020204" pitchFamily="34" charset="0"/>
              </a:rPr>
              <a:t xml:space="preserve"> «¿por dónde pasan de verdad los expedientes?». Nadie lo ha dibujado: se reconstruye desde los trámites registrados.</a:t>
            </a:r>
            <a:endParaRPr lang="es-ES" sz="1050" dirty="0">
              <a:latin typeface="Century Gothic" panose="020B0502020202020204" pitchFamily="34" charset="0"/>
            </a:endParaRPr>
          </a:p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lang="es-ES" sz="1050" b="1" dirty="0">
                <a:solidFill>
                  <a:srgbClr val="070F26"/>
                </a:solidFill>
                <a:latin typeface="Century Gothic" panose="020B0502020202020204" pitchFamily="34" charset="0"/>
              </a:rPr>
              <a:t>Variant Explorer:</a:t>
            </a:r>
            <a:r>
              <a:rPr lang="es-ES" sz="1050" dirty="0">
                <a:solidFill>
                  <a:srgbClr val="070F26"/>
                </a:solidFill>
                <a:latin typeface="Century Gothic" panose="020B0502020202020204" pitchFamily="34" charset="0"/>
              </a:rPr>
              <a:t xml:space="preserve"> los caminos distintos, del más al menos frecuente, con cuántos expedientes y cuántos días.</a:t>
            </a:r>
            <a:endParaRPr lang="es-ES" sz="1050" dirty="0">
              <a:latin typeface="Century Gothic" panose="020B0502020202020204" pitchFamily="34" charset="0"/>
            </a:endParaRPr>
          </a:p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lang="es-ES" sz="1050" b="1" dirty="0">
                <a:solidFill>
                  <a:srgbClr val="070F26"/>
                </a:solidFill>
                <a:latin typeface="Century Gothic" panose="020B0502020202020204" pitchFamily="34" charset="0"/>
              </a:rPr>
              <a:t>Los números:</a:t>
            </a:r>
            <a:r>
              <a:rPr lang="es-ES" sz="1050" dirty="0">
                <a:solidFill>
                  <a:srgbClr val="070F26"/>
                </a:solidFill>
                <a:latin typeface="Century Gothic" panose="020B0502020202020204" pitchFamily="34" charset="0"/>
              </a:rPr>
              <a:t xml:space="preserve"> en la caja, cuántas veces ocurrió el trámite. En la flecha, cuántos expedientes pasaron.</a:t>
            </a:r>
            <a:endParaRPr lang="es-ES" sz="1050" dirty="0">
              <a:latin typeface="Century Gothic" panose="020B0502020202020204" pitchFamily="34" charset="0"/>
            </a:endParaRPr>
          </a:p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lang="es-ES" sz="1050" b="1" dirty="0">
                <a:solidFill>
                  <a:srgbClr val="070F26"/>
                </a:solidFill>
                <a:latin typeface="Century Gothic" panose="020B0502020202020204" pitchFamily="34" charset="0"/>
              </a:rPr>
              <a:t>Más pestañas:</a:t>
            </a:r>
            <a:r>
              <a:rPr lang="es-ES" sz="1050" dirty="0">
                <a:solidFill>
                  <a:srgbClr val="070F26"/>
                </a:solidFill>
                <a:latin typeface="Century Gothic" panose="020B0502020202020204" pitchFamily="34" charset="0"/>
              </a:rPr>
              <a:t xml:space="preserve"> Process Explorer, trámites finales, dimensiones, comparador, Case Explorer y listado de trámites.</a:t>
            </a:r>
            <a:endParaRPr lang="es-ES" sz="1050" dirty="0"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50070585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69B87E-B26E-4513-C95A-3CFBDE32C3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81EC55-3563-5378-F34B-07979093D4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Century Gothic" panose="020B0502020202020204" pitchFamily="34" charset="0"/>
              </a:rPr>
              <a:t>Validación del cuadro de mando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4B0F80B-53B2-B1B1-D200-D36AF104F243}"/>
              </a:ext>
            </a:extLst>
          </p:cNvPr>
          <p:cNvSpPr txBox="1"/>
          <p:nvPr/>
        </p:nvSpPr>
        <p:spPr>
          <a:xfrm>
            <a:off x="411480" y="6446520"/>
            <a:ext cx="1005403" cy="2154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B7080"/>
                </a:solidFill>
                <a:latin typeface="Century Gothic" panose="020B0502020202020204" pitchFamily="34" charset="0"/>
              </a:rPr>
              <a:t>© 2026 NTT DATA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CB40D4E-5CC2-3DAE-7308-7F5C4CE7507B}"/>
              </a:ext>
            </a:extLst>
          </p:cNvPr>
          <p:cNvSpPr txBox="1"/>
          <p:nvPr/>
        </p:nvSpPr>
        <p:spPr>
          <a:xfrm>
            <a:off x="11554988" y="6446520"/>
            <a:ext cx="240772" cy="2154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>
                <a:solidFill>
                  <a:srgbClr val="6B7080"/>
                </a:solidFill>
                <a:latin typeface="Century Gothic" panose="020B0502020202020204" pitchFamily="34" charset="0"/>
              </a:rPr>
              <a:t>37</a:t>
            </a:r>
          </a:p>
        </p:txBody>
      </p:sp>
      <p:sp>
        <p:nvSpPr>
          <p:cNvPr id="101" name="Subtítulo 101"/>
          <p:cNvSpPr txBox="1"/>
          <p:nvPr/>
        </p:nvSpPr>
        <p:spPr>
          <a:xfrm>
            <a:off x="407822" y="731520"/>
            <a:ext cx="10515600" cy="384048"/>
          </a:xfrm>
          <a:prstGeom prst="rect">
            <a:avLst/>
          </a:prstGeom>
          <a:noFill/>
          <a:ln>
            <a:noFill/>
          </a:ln>
        </p:spPr>
        <p:txBody>
          <a:bodyPr wrap="square" lIns="91440" tIns="36576" rIns="91440" bIns="36576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b="1" dirty="0">
                <a:solidFill>
                  <a:srgbClr val="070F26"/>
                </a:solidFill>
                <a:latin typeface="Century Gothic" panose="020B0502020202020204" pitchFamily="34" charset="0"/>
              </a:rPr>
              <a:t>Cómo lo vamos a hacer</a:t>
            </a:r>
            <a:endParaRPr lang="es-ES" sz="1600" dirty="0">
              <a:latin typeface="Century Gothic" panose="020B0502020202020204" pitchFamily="34" charset="0"/>
            </a:endParaRPr>
          </a:p>
        </p:txBody>
      </p:sp>
      <p:sp>
        <p:nvSpPr>
          <p:cNvPr id="102" name="Texto 102"/>
          <p:cNvSpPr txBox="1"/>
          <p:nvPr/>
        </p:nvSpPr>
        <p:spPr>
          <a:xfrm>
            <a:off x="407822" y="1234440"/>
            <a:ext cx="11338560" cy="457200"/>
          </a:xfrm>
          <a:prstGeom prst="rect">
            <a:avLst/>
          </a:prstGeom>
          <a:noFill/>
          <a:ln>
            <a:noFill/>
          </a:ln>
        </p:spPr>
        <p:txBody>
          <a:bodyPr wrap="square" lIns="91440" tIns="0" rIns="91440" bIns="0" rtlCol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300" b="1" dirty="0">
                <a:solidFill>
                  <a:srgbClr val="0080B1"/>
                </a:solidFill>
                <a:latin typeface="Century Gothic" panose="020B0502020202020204" pitchFamily="34" charset="0"/>
              </a:rPr>
              <a:t xml:space="preserve">Objetivo: </a:t>
            </a:r>
            <a:r>
              <a:rPr lang="es-ES" sz="1300" dirty="0">
                <a:solidFill>
                  <a:srgbClr val="070F26"/>
                </a:solidFill>
                <a:latin typeface="Century Gothic" panose="020B0502020202020204" pitchFamily="34" charset="0"/>
              </a:rPr>
              <a:t>confirmar, indicador a indicador, que cada cifra mide lo que esperáis y coincide con vuestro dato.</a:t>
            </a:r>
            <a:endParaRPr lang="es-ES" sz="1300" dirty="0">
              <a:latin typeface="Century Gothic" panose="020B0502020202020204" pitchFamily="34" charset="0"/>
            </a:endParaRPr>
          </a:p>
        </p:txBody>
      </p:sp>
      <p:sp>
        <p:nvSpPr>
          <p:cNvPr id="103" name="Paso 103"/>
          <p:cNvSpPr/>
          <p:nvPr/>
        </p:nvSpPr>
        <p:spPr>
          <a:xfrm>
            <a:off x="407822" y="1920240"/>
            <a:ext cx="3657600" cy="1600200"/>
          </a:xfrm>
          <a:prstGeom prst="roundRect">
            <a:avLst>
              <a:gd name="adj" fmla="val 8000"/>
            </a:avLst>
          </a:prstGeom>
          <a:solidFill>
            <a:srgbClr val="F2F5FA"/>
          </a:solidFill>
          <a:ln>
            <a:noFill/>
          </a:ln>
        </p:spPr>
        <p:txBody>
          <a:bodyPr wrap="square" lIns="274320" tIns="566928" rIns="274320" bIns="13716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1500" b="1" dirty="0">
                <a:solidFill>
                  <a:srgbClr val="070F26"/>
                </a:solidFill>
                <a:latin typeface="Century Gothic" panose="020B0502020202020204" pitchFamily="34" charset="0"/>
              </a:rPr>
              <a:t>Mirar</a:t>
            </a:r>
            <a:endParaRPr lang="es-ES" sz="1500" dirty="0">
              <a:latin typeface="Century Gothic" panose="020B0502020202020204" pitchFamily="34" charset="0"/>
            </a:endParaRP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dirty="0">
                <a:solidFill>
                  <a:srgbClr val="6B7080"/>
                </a:solidFill>
                <a:latin typeface="Century Gothic" panose="020B0502020202020204" pitchFamily="34" charset="0"/>
              </a:rPr>
              <a:t>Qué mide el indicador, de qué fecha o estado sale y qué filtros tiene puestos.</a:t>
            </a:r>
            <a:endParaRPr lang="es-ES" sz="1200" dirty="0">
              <a:latin typeface="Century Gothic" panose="020B0502020202020204" pitchFamily="34" charset="0"/>
            </a:endParaRPr>
          </a:p>
        </p:txBody>
      </p:sp>
      <p:sp>
        <p:nvSpPr>
          <p:cNvPr id="104" name="Número 104"/>
          <p:cNvSpPr/>
          <p:nvPr/>
        </p:nvSpPr>
        <p:spPr>
          <a:xfrm>
            <a:off x="682142" y="2057400"/>
            <a:ext cx="384048" cy="384048"/>
          </a:xfrm>
          <a:prstGeom prst="ellipse">
            <a:avLst/>
          </a:prstGeom>
          <a:solidFill>
            <a:srgbClr val="0080B1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1" dirty="0">
                <a:solidFill>
                  <a:srgbClr val="FFFFFF"/>
                </a:solidFill>
                <a:latin typeface="Century Gothic" panose="020B0502020202020204" pitchFamily="34" charset="0"/>
              </a:rPr>
              <a:t>1</a:t>
            </a:r>
            <a:endParaRPr lang="es-ES" sz="1200" dirty="0">
              <a:latin typeface="Century Gothic" panose="020B0502020202020204" pitchFamily="34" charset="0"/>
            </a:endParaRPr>
          </a:p>
        </p:txBody>
      </p:sp>
      <p:sp>
        <p:nvSpPr>
          <p:cNvPr id="105" name="Flecha 105"/>
          <p:cNvSpPr/>
          <p:nvPr/>
        </p:nvSpPr>
        <p:spPr>
          <a:xfrm>
            <a:off x="4083710" y="2587752"/>
            <a:ext cx="164592" cy="274320"/>
          </a:xfrm>
          <a:prstGeom prst="rightArrow">
            <a:avLst/>
          </a:prstGeom>
          <a:solidFill>
            <a:srgbClr val="C9D3E3"/>
          </a:solidFill>
          <a:ln>
            <a:noFill/>
          </a:ln>
        </p:spPr>
        <p:txBody>
          <a:bodyPr wrap="square" lIns="109728" tIns="73152" rIns="109728" bIns="73152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endParaRPr lang="es-ES" sz="1000" dirty="0">
              <a:latin typeface="Century Gothic" panose="020B0502020202020204" pitchFamily="34" charset="0"/>
            </a:endParaRPr>
          </a:p>
        </p:txBody>
      </p:sp>
      <p:sp>
        <p:nvSpPr>
          <p:cNvPr id="106" name="Paso 106"/>
          <p:cNvSpPr/>
          <p:nvPr/>
        </p:nvSpPr>
        <p:spPr>
          <a:xfrm>
            <a:off x="4266590" y="1920240"/>
            <a:ext cx="3657600" cy="1600200"/>
          </a:xfrm>
          <a:prstGeom prst="roundRect">
            <a:avLst>
              <a:gd name="adj" fmla="val 8000"/>
            </a:avLst>
          </a:prstGeom>
          <a:solidFill>
            <a:srgbClr val="F2F5FA"/>
          </a:solidFill>
          <a:ln>
            <a:noFill/>
          </a:ln>
        </p:spPr>
        <p:txBody>
          <a:bodyPr wrap="square" lIns="274320" tIns="566928" rIns="274320" bIns="13716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1500" b="1" dirty="0">
                <a:solidFill>
                  <a:srgbClr val="070F26"/>
                </a:solidFill>
                <a:latin typeface="Century Gothic" panose="020B0502020202020204" pitchFamily="34" charset="0"/>
              </a:rPr>
              <a:t>Contrastar</a:t>
            </a:r>
            <a:endParaRPr lang="es-ES" sz="1500" dirty="0">
              <a:latin typeface="Century Gothic" panose="020B0502020202020204" pitchFamily="34" charset="0"/>
            </a:endParaRP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dirty="0">
                <a:solidFill>
                  <a:srgbClr val="6B7080"/>
                </a:solidFill>
                <a:latin typeface="Century Gothic" panose="020B0502020202020204" pitchFamily="34" charset="0"/>
              </a:rPr>
              <a:t>Con vuestro dato, vuestro informe o vuestra experiencia del día a día.</a:t>
            </a:r>
            <a:endParaRPr lang="es-ES" sz="1200" dirty="0">
              <a:latin typeface="Century Gothic" panose="020B0502020202020204" pitchFamily="34" charset="0"/>
            </a:endParaRPr>
          </a:p>
        </p:txBody>
      </p:sp>
      <p:sp>
        <p:nvSpPr>
          <p:cNvPr id="107" name="Número 107"/>
          <p:cNvSpPr/>
          <p:nvPr/>
        </p:nvSpPr>
        <p:spPr>
          <a:xfrm>
            <a:off x="4540910" y="2057400"/>
            <a:ext cx="384048" cy="384048"/>
          </a:xfrm>
          <a:prstGeom prst="ellipse">
            <a:avLst/>
          </a:prstGeom>
          <a:solidFill>
            <a:srgbClr val="0080B1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1" dirty="0">
                <a:solidFill>
                  <a:srgbClr val="FFFFFF"/>
                </a:solidFill>
                <a:latin typeface="Century Gothic" panose="020B0502020202020204" pitchFamily="34" charset="0"/>
              </a:rPr>
              <a:t>2</a:t>
            </a:r>
            <a:endParaRPr lang="es-ES" sz="1200" dirty="0">
              <a:latin typeface="Century Gothic" panose="020B0502020202020204" pitchFamily="34" charset="0"/>
            </a:endParaRPr>
          </a:p>
        </p:txBody>
      </p:sp>
      <p:sp>
        <p:nvSpPr>
          <p:cNvPr id="108" name="Flecha 108"/>
          <p:cNvSpPr/>
          <p:nvPr/>
        </p:nvSpPr>
        <p:spPr>
          <a:xfrm>
            <a:off x="7942478" y="2587752"/>
            <a:ext cx="164592" cy="274320"/>
          </a:xfrm>
          <a:prstGeom prst="rightArrow">
            <a:avLst/>
          </a:prstGeom>
          <a:solidFill>
            <a:srgbClr val="C9D3E3"/>
          </a:solidFill>
          <a:ln>
            <a:noFill/>
          </a:ln>
        </p:spPr>
        <p:txBody>
          <a:bodyPr wrap="square" lIns="109728" tIns="73152" rIns="109728" bIns="73152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endParaRPr lang="es-ES" sz="1000" dirty="0">
              <a:latin typeface="Century Gothic" panose="020B0502020202020204" pitchFamily="34" charset="0"/>
            </a:endParaRPr>
          </a:p>
        </p:txBody>
      </p:sp>
      <p:sp>
        <p:nvSpPr>
          <p:cNvPr id="109" name="Paso 109"/>
          <p:cNvSpPr/>
          <p:nvPr/>
        </p:nvSpPr>
        <p:spPr>
          <a:xfrm>
            <a:off x="8125358" y="1920240"/>
            <a:ext cx="3657600" cy="1600200"/>
          </a:xfrm>
          <a:prstGeom prst="roundRect">
            <a:avLst>
              <a:gd name="adj" fmla="val 8000"/>
            </a:avLst>
          </a:prstGeom>
          <a:solidFill>
            <a:srgbClr val="F2F5FA"/>
          </a:solidFill>
          <a:ln>
            <a:noFill/>
          </a:ln>
        </p:spPr>
        <p:txBody>
          <a:bodyPr wrap="square" lIns="274320" tIns="566928" rIns="274320" bIns="13716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1500" b="1" dirty="0">
                <a:solidFill>
                  <a:srgbClr val="070F26"/>
                </a:solidFill>
                <a:latin typeface="Century Gothic" panose="020B0502020202020204" pitchFamily="34" charset="0"/>
              </a:rPr>
              <a:t>Anotar</a:t>
            </a:r>
            <a:endParaRPr lang="es-ES" sz="1500" dirty="0">
              <a:latin typeface="Century Gothic" panose="020B0502020202020204" pitchFamily="34" charset="0"/>
            </a:endParaRP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dirty="0">
                <a:solidFill>
                  <a:srgbClr val="6B7080"/>
                </a:solidFill>
                <a:latin typeface="Century Gothic" panose="020B0502020202020204" pitchFamily="34" charset="0"/>
              </a:rPr>
              <a:t>Cada indicador queda como Cuadra, Revisar o No cuadra, con un comentario.</a:t>
            </a:r>
            <a:endParaRPr lang="es-ES" sz="1200" dirty="0">
              <a:latin typeface="Century Gothic" panose="020B0502020202020204" pitchFamily="34" charset="0"/>
            </a:endParaRPr>
          </a:p>
        </p:txBody>
      </p:sp>
      <p:sp>
        <p:nvSpPr>
          <p:cNvPr id="110" name="Número 110"/>
          <p:cNvSpPr/>
          <p:nvPr/>
        </p:nvSpPr>
        <p:spPr>
          <a:xfrm>
            <a:off x="8399678" y="2057400"/>
            <a:ext cx="384048" cy="384048"/>
          </a:xfrm>
          <a:prstGeom prst="ellipse">
            <a:avLst/>
          </a:prstGeom>
          <a:solidFill>
            <a:srgbClr val="0080B1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1" dirty="0">
                <a:solidFill>
                  <a:srgbClr val="FFFFFF"/>
                </a:solidFill>
                <a:latin typeface="Century Gothic" panose="020B0502020202020204" pitchFamily="34" charset="0"/>
              </a:rPr>
              <a:t>3</a:t>
            </a:r>
            <a:endParaRPr lang="es-ES" sz="1200" dirty="0">
              <a:latin typeface="Century Gothic" panose="020B0502020202020204" pitchFamily="34" charset="0"/>
            </a:endParaRPr>
          </a:p>
        </p:txBody>
      </p:sp>
      <p:sp>
        <p:nvSpPr>
          <p:cNvPr id="111" name="Estado 111"/>
          <p:cNvSpPr/>
          <p:nvPr/>
        </p:nvSpPr>
        <p:spPr>
          <a:xfrm>
            <a:off x="407822" y="3794760"/>
            <a:ext cx="3657600" cy="566928"/>
          </a:xfrm>
          <a:prstGeom prst="roundRect">
            <a:avLst>
              <a:gd name="adj" fmla="val 30000"/>
            </a:avLst>
          </a:prstGeom>
          <a:solidFill>
            <a:srgbClr val="E7F4EC"/>
          </a:solidFill>
          <a:ln w="12700">
            <a:solidFill>
              <a:srgbClr val="1E7B4F"/>
            </a:solidFill>
          </a:ln>
        </p:spPr>
        <p:txBody>
          <a:bodyPr wrap="square" lIns="109728" tIns="73152" rIns="109728" bIns="73152" rtlCol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1" dirty="0">
                <a:solidFill>
                  <a:srgbClr val="1E7B4F"/>
                </a:solidFill>
                <a:latin typeface="Century Gothic" panose="020B0502020202020204" pitchFamily="34" charset="0"/>
              </a:rPr>
              <a:t>Cuadra</a:t>
            </a:r>
            <a:r>
              <a:rPr lang="es-ES" sz="1050" dirty="0">
                <a:solidFill>
                  <a:srgbClr val="070F26"/>
                </a:solidFill>
                <a:latin typeface="Century Gothic" panose="020B0502020202020204" pitchFamily="34" charset="0"/>
              </a:rPr>
              <a:t xml:space="preserve">  ·  el dato es correcto</a:t>
            </a:r>
            <a:endParaRPr lang="es-ES" sz="1100" dirty="0">
              <a:latin typeface="Century Gothic" panose="020B0502020202020204" pitchFamily="34" charset="0"/>
            </a:endParaRPr>
          </a:p>
        </p:txBody>
      </p:sp>
      <p:sp>
        <p:nvSpPr>
          <p:cNvPr id="112" name="Estado 112"/>
          <p:cNvSpPr/>
          <p:nvPr/>
        </p:nvSpPr>
        <p:spPr>
          <a:xfrm>
            <a:off x="4266590" y="3794760"/>
            <a:ext cx="3657600" cy="566928"/>
          </a:xfrm>
          <a:prstGeom prst="roundRect">
            <a:avLst>
              <a:gd name="adj" fmla="val 30000"/>
            </a:avLst>
          </a:prstGeom>
          <a:solidFill>
            <a:srgbClr val="FDF6E9"/>
          </a:solidFill>
          <a:ln w="12700">
            <a:solidFill>
              <a:srgbClr val="B45309"/>
            </a:solidFill>
          </a:ln>
        </p:spPr>
        <p:txBody>
          <a:bodyPr wrap="square" lIns="109728" tIns="73152" rIns="109728" bIns="73152" rtlCol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1" dirty="0">
                <a:solidFill>
                  <a:srgbClr val="B45309"/>
                </a:solidFill>
                <a:latin typeface="Century Gothic" panose="020B0502020202020204" pitchFamily="34" charset="0"/>
              </a:rPr>
              <a:t>Revisar</a:t>
            </a:r>
            <a:r>
              <a:rPr lang="es-ES" sz="1050" dirty="0">
                <a:solidFill>
                  <a:srgbClr val="070F26"/>
                </a:solidFill>
                <a:latin typeface="Century Gothic" panose="020B0502020202020204" pitchFamily="34" charset="0"/>
              </a:rPr>
              <a:t xml:space="preserve">  ·  hay dudas sobre la definición o el origen</a:t>
            </a:r>
            <a:endParaRPr lang="es-ES" sz="1100" dirty="0">
              <a:latin typeface="Century Gothic" panose="020B0502020202020204" pitchFamily="34" charset="0"/>
            </a:endParaRPr>
          </a:p>
        </p:txBody>
      </p:sp>
      <p:sp>
        <p:nvSpPr>
          <p:cNvPr id="113" name="Estado 113"/>
          <p:cNvSpPr/>
          <p:nvPr/>
        </p:nvSpPr>
        <p:spPr>
          <a:xfrm>
            <a:off x="8125358" y="3794760"/>
            <a:ext cx="3657600" cy="566928"/>
          </a:xfrm>
          <a:prstGeom prst="roundRect">
            <a:avLst>
              <a:gd name="adj" fmla="val 30000"/>
            </a:avLst>
          </a:prstGeom>
          <a:solidFill>
            <a:srgbClr val="FBEAEA"/>
          </a:solidFill>
          <a:ln w="12700">
            <a:solidFill>
              <a:srgbClr val="C0262D"/>
            </a:solidFill>
          </a:ln>
        </p:spPr>
        <p:txBody>
          <a:bodyPr wrap="square" lIns="109728" tIns="73152" rIns="109728" bIns="73152" rtlCol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1" dirty="0">
                <a:solidFill>
                  <a:srgbClr val="C0262D"/>
                </a:solidFill>
                <a:latin typeface="Century Gothic" panose="020B0502020202020204" pitchFamily="34" charset="0"/>
              </a:rPr>
              <a:t>No cuadra</a:t>
            </a:r>
            <a:r>
              <a:rPr lang="es-ES" sz="1050" dirty="0">
                <a:solidFill>
                  <a:srgbClr val="070F26"/>
                </a:solidFill>
                <a:latin typeface="Century Gothic" panose="020B0502020202020204" pitchFamily="34" charset="0"/>
              </a:rPr>
              <a:t xml:space="preserve">  ·  la cifra no se corresponde con la realidad</a:t>
            </a:r>
            <a:endParaRPr lang="es-ES" sz="1100" dirty="0">
              <a:latin typeface="Century Gothic" panose="020B0502020202020204" pitchFamily="34" charset="0"/>
            </a:endParaRPr>
          </a:p>
        </p:txBody>
      </p:sp>
      <p:sp>
        <p:nvSpPr>
          <p:cNvPr id="114" name="Nota 114"/>
          <p:cNvSpPr/>
          <p:nvPr/>
        </p:nvSpPr>
        <p:spPr>
          <a:xfrm>
            <a:off x="407822" y="4663440"/>
            <a:ext cx="11365992" cy="731520"/>
          </a:xfrm>
          <a:prstGeom prst="roundRect">
            <a:avLst>
              <a:gd name="adj" fmla="val 12000"/>
            </a:avLst>
          </a:prstGeom>
          <a:solidFill>
            <a:srgbClr val="FDF6E9"/>
          </a:solidFill>
          <a:ln>
            <a:noFill/>
          </a:ln>
        </p:spPr>
        <p:txBody>
          <a:bodyPr wrap="square" lIns="182880" tIns="73152" rIns="182880" bIns="73152" rtlCol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  <a:buNone/>
            </a:pPr>
            <a:r>
              <a:rPr lang="es-ES" sz="1100" b="1" dirty="0">
                <a:solidFill>
                  <a:srgbClr val="B45309"/>
                </a:solidFill>
                <a:latin typeface="Century Gothic" panose="020B0502020202020204" pitchFamily="34" charset="0"/>
              </a:rPr>
              <a:t>Lo que buscamos</a:t>
            </a:r>
            <a:endParaRPr lang="es-ES" sz="1100" dirty="0">
              <a:latin typeface="Century Gothic" panose="020B0502020202020204" pitchFamily="34" charset="0"/>
            </a:endParaRPr>
          </a:p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100" dirty="0">
                <a:solidFill>
                  <a:srgbClr val="070F26"/>
                </a:solidFill>
                <a:latin typeface="Century Gothic" panose="020B0502020202020204" pitchFamily="34" charset="0"/>
              </a:rPr>
              <a:t>Que el cuadro de mando refleje vuestro proceso. Cada «Revisar» y cada «No cuadra» nos dice qué ajustar antes de darlo por bueno.</a:t>
            </a:r>
            <a:endParaRPr lang="es-ES" sz="1100" dirty="0"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50070585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69B87E-B26E-4513-C95A-3CFBDE32C3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81EC55-3563-5378-F34B-07979093D4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Century Gothic" panose="020B0502020202020204" pitchFamily="34" charset="0"/>
              </a:rPr>
              <a:t>Validación del cuadro de mando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4B0F80B-53B2-B1B1-D200-D36AF104F243}"/>
              </a:ext>
            </a:extLst>
          </p:cNvPr>
          <p:cNvSpPr txBox="1"/>
          <p:nvPr/>
        </p:nvSpPr>
        <p:spPr>
          <a:xfrm>
            <a:off x="411480" y="6446520"/>
            <a:ext cx="1005403" cy="2154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B7080"/>
                </a:solidFill>
                <a:latin typeface="Century Gothic" panose="020B0502020202020204" pitchFamily="34" charset="0"/>
              </a:rPr>
              <a:t>© 2026 NTT DATA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CB40D4E-5CC2-3DAE-7308-7F5C4CE7507B}"/>
              </a:ext>
            </a:extLst>
          </p:cNvPr>
          <p:cNvSpPr txBox="1"/>
          <p:nvPr/>
        </p:nvSpPr>
        <p:spPr>
          <a:xfrm>
            <a:off x="11554988" y="6446520"/>
            <a:ext cx="240772" cy="2154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>
                <a:solidFill>
                  <a:srgbClr val="6B7080"/>
                </a:solidFill>
                <a:latin typeface="Century Gothic" panose="020B0502020202020204" pitchFamily="34" charset="0"/>
              </a:rPr>
              <a:t>38</a:t>
            </a:r>
          </a:p>
        </p:txBody>
      </p:sp>
      <p:sp>
        <p:nvSpPr>
          <p:cNvPr id="101" name="Subtítulo 101"/>
          <p:cNvSpPr txBox="1"/>
          <p:nvPr/>
        </p:nvSpPr>
        <p:spPr>
          <a:xfrm>
            <a:off x="407822" y="731520"/>
            <a:ext cx="10515600" cy="384048"/>
          </a:xfrm>
          <a:prstGeom prst="rect">
            <a:avLst/>
          </a:prstGeom>
          <a:noFill/>
          <a:ln>
            <a:noFill/>
          </a:ln>
        </p:spPr>
        <p:txBody>
          <a:bodyPr wrap="square" lIns="91440" tIns="36576" rIns="91440" bIns="36576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b="1" dirty="0">
                <a:solidFill>
                  <a:srgbClr val="070F26"/>
                </a:solidFill>
                <a:latin typeface="Century Gothic" panose="020B0502020202020204" pitchFamily="34" charset="0"/>
              </a:rPr>
              <a:t>Vista Ejecutiva · Indicadores de cabecera</a:t>
            </a:r>
            <a:endParaRPr lang="es-ES" sz="1600" dirty="0">
              <a:latin typeface="Century Gothic" panose="020B0502020202020204" pitchFamily="34" charset="0"/>
            </a:endParaRPr>
          </a:p>
        </p:txBody>
      </p:sp>
      <p:pic>
        <p:nvPicPr>
          <p:cNvPr id="102" name="Captura del cuadro de mando de PnC 102" descr="Captura del cuadro de mando de PnC"/>
          <p:cNvPicPr>
            <a:picLocks noChangeAspect="1"/>
          </p:cNvPicPr>
          <p:nvPr/>
        </p:nvPicPr>
        <p:blipFill>
          <a:blip r:embed="rId200"/>
          <a:stretch>
            <a:fillRect/>
          </a:stretch>
        </p:blipFill>
        <p:spPr>
          <a:xfrm>
            <a:off x="1701698" y="1207008"/>
            <a:ext cx="8778240" cy="1005840"/>
          </a:xfrm>
          <a:prstGeom prst="rect">
            <a:avLst/>
          </a:prstGeom>
          <a:ln w="9525">
            <a:solidFill>
              <a:srgbClr val="D9DEE8"/>
            </a:solidFill>
          </a:ln>
        </p:spPr>
      </p:pic>
      <p:graphicFrame>
        <p:nvGraphicFramePr>
          <p:cNvPr id="103" name="Tabla 103"/>
          <p:cNvGraphicFramePr>
            <a:graphicFrameLocks noGrp="1"/>
          </p:cNvGraphicFramePr>
          <p:nvPr/>
        </p:nvGraphicFramePr>
        <p:xfrm>
          <a:off x="407822" y="2377440"/>
          <a:ext cx="11365992" cy="3200400"/>
        </p:xfrm>
        <a:graphic>
          <a:graphicData uri="http://schemas.openxmlformats.org/drawingml/2006/table">
            <a:tbl>
              <a:tblPr firstRow="1" bandRow="1"/>
              <a:tblGrid>
                <a:gridCol w="2148840"/>
                <a:gridCol w="1417320"/>
                <a:gridCol w="3108960"/>
                <a:gridCol w="4690872"/>
              </a:tblGrid>
              <a:tr h="4572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950" b="1" dirty="0">
                          <a:solidFill>
                            <a:srgbClr val="FFFFFF"/>
                          </a:solidFill>
                          <a:latin typeface="Century Gothic" panose="020B0502020202020204" pitchFamily="34" charset="0"/>
                        </a:rPr>
                        <a:t>Indicador</a:t>
                      </a:r>
                    </a:p>
                  </a:txBody>
                  <a:tcPr marL="73152" marR="73152" marT="41148" marB="41148" anchor="ctr">
                    <a:lnL w="6350">
                      <a:solidFill>
                        <a:srgbClr val="D9DEE8"/>
                      </a:solidFill>
                    </a:lnL>
                    <a:lnR w="6350">
                      <a:solidFill>
                        <a:srgbClr val="D9DEE8"/>
                      </a:solidFill>
                    </a:lnR>
                    <a:lnT w="6350">
                      <a:solidFill>
                        <a:srgbClr val="D9DEE8"/>
                      </a:solidFill>
                    </a:lnT>
                    <a:lnB w="6350">
                      <a:solidFill>
                        <a:srgbClr val="D9DEE8"/>
                      </a:solidFill>
                    </a:lnB>
                    <a:solidFill>
                      <a:srgbClr val="070F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950" b="1" dirty="0">
                          <a:solidFill>
                            <a:srgbClr val="FFFFFF"/>
                          </a:solidFill>
                          <a:latin typeface="Century Gothic" panose="020B0502020202020204" pitchFamily="34" charset="0"/>
                        </a:rPr>
                        <a:t>Valor hoy</a:t>
                      </a:r>
                    </a:p>
                  </a:txBody>
                  <a:tcPr marL="73152" marR="73152" marT="41148" marB="41148" anchor="ctr">
                    <a:lnL w="6350">
                      <a:solidFill>
                        <a:srgbClr val="D9DEE8"/>
                      </a:solidFill>
                    </a:lnL>
                    <a:lnR w="6350">
                      <a:solidFill>
                        <a:srgbClr val="D9DEE8"/>
                      </a:solidFill>
                    </a:lnR>
                    <a:lnT w="6350">
                      <a:solidFill>
                        <a:srgbClr val="D9DEE8"/>
                      </a:solidFill>
                    </a:lnT>
                    <a:lnB w="6350">
                      <a:solidFill>
                        <a:srgbClr val="D9DEE8"/>
                      </a:solidFill>
                    </a:lnB>
                    <a:solidFill>
                      <a:srgbClr val="070F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950" b="1" dirty="0">
                          <a:solidFill>
                            <a:srgbClr val="FFFFFF"/>
                          </a:solidFill>
                          <a:latin typeface="Century Gothic" panose="020B0502020202020204" pitchFamily="34" charset="0"/>
                        </a:rPr>
                        <a:t>Qué debería medir</a:t>
                      </a:r>
                    </a:p>
                  </a:txBody>
                  <a:tcPr marL="73152" marR="73152" marT="41148" marB="41148" anchor="ctr">
                    <a:lnL w="6350">
                      <a:solidFill>
                        <a:srgbClr val="D9DEE8"/>
                      </a:solidFill>
                    </a:lnL>
                    <a:lnR w="6350">
                      <a:solidFill>
                        <a:srgbClr val="D9DEE8"/>
                      </a:solidFill>
                    </a:lnR>
                    <a:lnT w="6350">
                      <a:solidFill>
                        <a:srgbClr val="D9DEE8"/>
                      </a:solidFill>
                    </a:lnT>
                    <a:lnB w="6350">
                      <a:solidFill>
                        <a:srgbClr val="D9DEE8"/>
                      </a:solidFill>
                    </a:lnB>
                    <a:solidFill>
                      <a:srgbClr val="070F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950" b="1" dirty="0">
                          <a:solidFill>
                            <a:srgbClr val="FFFFFF"/>
                          </a:solidFill>
                          <a:latin typeface="Century Gothic" panose="020B0502020202020204" pitchFamily="34" charset="0"/>
                        </a:rPr>
                        <a:t>Para validar</a:t>
                      </a:r>
                    </a:p>
                  </a:txBody>
                  <a:tcPr marL="73152" marR="73152" marT="41148" marB="41148" anchor="ctr">
                    <a:lnL w="6350">
                      <a:solidFill>
                        <a:srgbClr val="D9DEE8"/>
                      </a:solidFill>
                    </a:lnL>
                    <a:lnR w="6350">
                      <a:solidFill>
                        <a:srgbClr val="D9DEE8"/>
                      </a:solidFill>
                    </a:lnR>
                    <a:lnT w="6350">
                      <a:solidFill>
                        <a:srgbClr val="D9DEE8"/>
                      </a:solidFill>
                    </a:lnT>
                    <a:lnB w="6350">
                      <a:solidFill>
                        <a:srgbClr val="D9DEE8"/>
                      </a:solidFill>
                    </a:lnB>
                    <a:solidFill>
                      <a:srgbClr val="070F2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950" b="1" dirty="0">
                          <a:solidFill>
                            <a:srgbClr val="070F26"/>
                          </a:solidFill>
                          <a:latin typeface="Century Gothic" panose="020B0502020202020204" pitchFamily="34" charset="0"/>
                        </a:rPr>
                        <a:t>Expedientes</a:t>
                      </a:r>
                    </a:p>
                  </a:txBody>
                  <a:tcPr marL="73152" marR="73152" marT="41148" marB="41148" anchor="ctr">
                    <a:lnL w="6350">
                      <a:solidFill>
                        <a:srgbClr val="D9DEE8"/>
                      </a:solidFill>
                    </a:lnL>
                    <a:lnR w="6350">
                      <a:solidFill>
                        <a:srgbClr val="D9DEE8"/>
                      </a:solidFill>
                    </a:lnR>
                    <a:lnT w="6350">
                      <a:solidFill>
                        <a:srgbClr val="D9DEE8"/>
                      </a:solidFill>
                    </a:lnT>
                    <a:lnB w="6350">
                      <a:solidFill>
                        <a:srgbClr val="D9DE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950" dirty="0">
                          <a:solidFill>
                            <a:srgbClr val="070F26"/>
                          </a:solidFill>
                          <a:latin typeface="Century Gothic" panose="020B0502020202020204" pitchFamily="34" charset="0"/>
                        </a:rPr>
                        <a:t>105K</a:t>
                      </a:r>
                    </a:p>
                  </a:txBody>
                  <a:tcPr marL="73152" marR="73152" marT="41148" marB="41148" anchor="ctr">
                    <a:lnL w="6350">
                      <a:solidFill>
                        <a:srgbClr val="D9DEE8"/>
                      </a:solidFill>
                    </a:lnL>
                    <a:lnR w="6350">
                      <a:solidFill>
                        <a:srgbClr val="D9DEE8"/>
                      </a:solidFill>
                    </a:lnR>
                    <a:lnT w="6350">
                      <a:solidFill>
                        <a:srgbClr val="D9DEE8"/>
                      </a:solidFill>
                    </a:lnT>
                    <a:lnB w="6350">
                      <a:solidFill>
                        <a:srgbClr val="D9DE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950" dirty="0">
                          <a:solidFill>
                            <a:srgbClr val="070F26"/>
                          </a:solidFill>
                          <a:latin typeface="Century Gothic" panose="020B0502020202020204" pitchFamily="34" charset="0"/>
                        </a:rPr>
                        <a:t>Expedientes de PnC dentro del intervalo de datos</a:t>
                      </a:r>
                    </a:p>
                  </a:txBody>
                  <a:tcPr marL="73152" marR="73152" marT="41148" marB="41148" anchor="ctr">
                    <a:lnL w="6350">
                      <a:solidFill>
                        <a:srgbClr val="D9DEE8"/>
                      </a:solidFill>
                    </a:lnL>
                    <a:lnR w="6350">
                      <a:solidFill>
                        <a:srgbClr val="D9DEE8"/>
                      </a:solidFill>
                    </a:lnR>
                    <a:lnT w="6350">
                      <a:solidFill>
                        <a:srgbClr val="D9DEE8"/>
                      </a:solidFill>
                    </a:lnT>
                    <a:lnB w="6350">
                      <a:solidFill>
                        <a:srgbClr val="D9DE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950" dirty="0">
                          <a:solidFill>
                            <a:srgbClr val="070F26"/>
                          </a:solidFill>
                          <a:latin typeface="Century Gothic" panose="020B0502020202020204" pitchFamily="34" charset="0"/>
                        </a:rPr>
                        <a:t>¿Os cuadra el volumen? ¿Incluye migrados, revisiones y reclamaciones?</a:t>
                      </a:r>
                    </a:p>
                  </a:txBody>
                  <a:tcPr marL="73152" marR="73152" marT="41148" marB="41148" anchor="ctr">
                    <a:lnL w="6350">
                      <a:solidFill>
                        <a:srgbClr val="D9DEE8"/>
                      </a:solidFill>
                    </a:lnL>
                    <a:lnR w="6350">
                      <a:solidFill>
                        <a:srgbClr val="D9DEE8"/>
                      </a:solidFill>
                    </a:lnR>
                    <a:lnT w="6350">
                      <a:solidFill>
                        <a:srgbClr val="D9DEE8"/>
                      </a:solidFill>
                    </a:lnT>
                    <a:lnB w="6350">
                      <a:solidFill>
                        <a:srgbClr val="D9DEE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950" b="1" dirty="0">
                          <a:solidFill>
                            <a:srgbClr val="070F26"/>
                          </a:solidFill>
                          <a:latin typeface="Century Gothic" panose="020B0502020202020204" pitchFamily="34" charset="0"/>
                        </a:rPr>
                        <a:t>Tiempo medio resolución trámite</a:t>
                      </a:r>
                    </a:p>
                  </a:txBody>
                  <a:tcPr marL="73152" marR="73152" marT="41148" marB="41148" anchor="ctr">
                    <a:lnL w="6350">
                      <a:solidFill>
                        <a:srgbClr val="D9DEE8"/>
                      </a:solidFill>
                    </a:lnL>
                    <a:lnR w="6350">
                      <a:solidFill>
                        <a:srgbClr val="D9DEE8"/>
                      </a:solidFill>
                    </a:lnR>
                    <a:lnT w="6350">
                      <a:solidFill>
                        <a:srgbClr val="D9DEE8"/>
                      </a:solidFill>
                    </a:lnT>
                    <a:lnB w="6350">
                      <a:solidFill>
                        <a:srgbClr val="D9DEE8"/>
                      </a:solidFill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950" dirty="0">
                          <a:solidFill>
                            <a:srgbClr val="070F26"/>
                          </a:solidFill>
                          <a:latin typeface="Century Gothic" panose="020B0502020202020204" pitchFamily="34" charset="0"/>
                        </a:rPr>
                        <a:t>–  (obj. 90 días)</a:t>
                      </a:r>
                    </a:p>
                  </a:txBody>
                  <a:tcPr marL="73152" marR="73152" marT="41148" marB="41148" anchor="ctr">
                    <a:lnL w="6350">
                      <a:solidFill>
                        <a:srgbClr val="D9DEE8"/>
                      </a:solidFill>
                    </a:lnL>
                    <a:lnR w="6350">
                      <a:solidFill>
                        <a:srgbClr val="D9DEE8"/>
                      </a:solidFill>
                    </a:lnR>
                    <a:lnT w="6350">
                      <a:solidFill>
                        <a:srgbClr val="D9DEE8"/>
                      </a:solidFill>
                    </a:lnT>
                    <a:lnB w="6350">
                      <a:solidFill>
                        <a:srgbClr val="D9DEE8"/>
                      </a:solidFill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950" dirty="0">
                          <a:solidFill>
                            <a:srgbClr val="070F26"/>
                          </a:solidFill>
                          <a:latin typeface="Century Gothic" panose="020B0502020202020204" pitchFamily="34" charset="0"/>
                        </a:rPr>
                        <a:t>Días desde la presentación hasta la resolución</a:t>
                      </a:r>
                    </a:p>
                  </a:txBody>
                  <a:tcPr marL="73152" marR="73152" marT="41148" marB="41148" anchor="ctr">
                    <a:lnL w="6350">
                      <a:solidFill>
                        <a:srgbClr val="D9DEE8"/>
                      </a:solidFill>
                    </a:lnL>
                    <a:lnR w="6350">
                      <a:solidFill>
                        <a:srgbClr val="D9DEE8"/>
                      </a:solidFill>
                    </a:lnR>
                    <a:lnT w="6350">
                      <a:solidFill>
                        <a:srgbClr val="D9DEE8"/>
                      </a:solidFill>
                    </a:lnT>
                    <a:lnB w="6350">
                      <a:solidFill>
                        <a:srgbClr val="D9DEE8"/>
                      </a:solidFill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950" dirty="0">
                          <a:solidFill>
                            <a:srgbClr val="070F26"/>
                          </a:solidFill>
                          <a:latin typeface="Century Gothic" panose="020B0502020202020204" pitchFamily="34" charset="0"/>
                        </a:rPr>
                        <a:t>Sale vacío: ¿qué fecha marca la resolución en vuestro sistema?</a:t>
                      </a:r>
                    </a:p>
                  </a:txBody>
                  <a:tcPr marL="73152" marR="73152" marT="41148" marB="41148" anchor="ctr">
                    <a:lnL w="6350">
                      <a:solidFill>
                        <a:srgbClr val="D9DEE8"/>
                      </a:solidFill>
                    </a:lnL>
                    <a:lnR w="6350">
                      <a:solidFill>
                        <a:srgbClr val="D9DEE8"/>
                      </a:solidFill>
                    </a:lnR>
                    <a:lnT w="6350">
                      <a:solidFill>
                        <a:srgbClr val="D9DEE8"/>
                      </a:solidFill>
                    </a:lnT>
                    <a:lnB w="6350">
                      <a:solidFill>
                        <a:srgbClr val="D9DEE8"/>
                      </a:solidFill>
                    </a:lnB>
                    <a:solidFill>
                      <a:srgbClr val="F2F5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950" b="1" dirty="0">
                          <a:solidFill>
                            <a:srgbClr val="070F26"/>
                          </a:solidFill>
                          <a:latin typeface="Century Gothic" panose="020B0502020202020204" pitchFamily="34" charset="0"/>
                        </a:rPr>
                        <a:t>Tiempo medio tramitación</a:t>
                      </a:r>
                    </a:p>
                  </a:txBody>
                  <a:tcPr marL="73152" marR="73152" marT="41148" marB="41148" anchor="ctr">
                    <a:lnL w="6350">
                      <a:solidFill>
                        <a:srgbClr val="D9DEE8"/>
                      </a:solidFill>
                    </a:lnL>
                    <a:lnR w="6350">
                      <a:solidFill>
                        <a:srgbClr val="D9DEE8"/>
                      </a:solidFill>
                    </a:lnR>
                    <a:lnT w="6350">
                      <a:solidFill>
                        <a:srgbClr val="D9DEE8"/>
                      </a:solidFill>
                    </a:lnT>
                    <a:lnB w="6350">
                      <a:solidFill>
                        <a:srgbClr val="D9DE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950" dirty="0">
                          <a:solidFill>
                            <a:srgbClr val="070F26"/>
                          </a:solidFill>
                          <a:latin typeface="Century Gothic" panose="020B0502020202020204" pitchFamily="34" charset="0"/>
                        </a:rPr>
                        <a:t>111 días  (obj. 90)</a:t>
                      </a:r>
                    </a:p>
                  </a:txBody>
                  <a:tcPr marL="73152" marR="73152" marT="41148" marB="41148" anchor="ctr">
                    <a:lnL w="6350">
                      <a:solidFill>
                        <a:srgbClr val="D9DEE8"/>
                      </a:solidFill>
                    </a:lnL>
                    <a:lnR w="6350">
                      <a:solidFill>
                        <a:srgbClr val="D9DEE8"/>
                      </a:solidFill>
                    </a:lnR>
                    <a:lnT w="6350">
                      <a:solidFill>
                        <a:srgbClr val="D9DEE8"/>
                      </a:solidFill>
                    </a:lnT>
                    <a:lnB w="6350">
                      <a:solidFill>
                        <a:srgbClr val="D9DE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950" dirty="0">
                          <a:solidFill>
                            <a:srgbClr val="070F26"/>
                          </a:solidFill>
                          <a:latin typeface="Century Gothic" panose="020B0502020202020204" pitchFamily="34" charset="0"/>
                        </a:rPr>
                        <a:t>Días de tramitación efectiva del expediente</a:t>
                      </a:r>
                    </a:p>
                  </a:txBody>
                  <a:tcPr marL="73152" marR="73152" marT="41148" marB="41148" anchor="ctr">
                    <a:lnL w="6350">
                      <a:solidFill>
                        <a:srgbClr val="D9DEE8"/>
                      </a:solidFill>
                    </a:lnL>
                    <a:lnR w="6350">
                      <a:solidFill>
                        <a:srgbClr val="D9DEE8"/>
                      </a:solidFill>
                    </a:lnR>
                    <a:lnT w="6350">
                      <a:solidFill>
                        <a:srgbClr val="D9DEE8"/>
                      </a:solidFill>
                    </a:lnT>
                    <a:lnB w="6350">
                      <a:solidFill>
                        <a:srgbClr val="D9DE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950" dirty="0">
                          <a:solidFill>
                            <a:srgbClr val="070F26"/>
                          </a:solidFill>
                          <a:latin typeface="Century Gothic" panose="020B0502020202020204" pitchFamily="34" charset="0"/>
                        </a:rPr>
                        <a:t>¿Es correcto el objetivo de 90 días? ¿Se cuenta desde la presentación o desde la apertura?</a:t>
                      </a:r>
                    </a:p>
                  </a:txBody>
                  <a:tcPr marL="73152" marR="73152" marT="41148" marB="41148" anchor="ctr">
                    <a:lnL w="6350">
                      <a:solidFill>
                        <a:srgbClr val="D9DEE8"/>
                      </a:solidFill>
                    </a:lnL>
                    <a:lnR w="6350">
                      <a:solidFill>
                        <a:srgbClr val="D9DEE8"/>
                      </a:solidFill>
                    </a:lnR>
                    <a:lnT w="6350">
                      <a:solidFill>
                        <a:srgbClr val="D9DEE8"/>
                      </a:solidFill>
                    </a:lnT>
                    <a:lnB w="6350">
                      <a:solidFill>
                        <a:srgbClr val="D9DEE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950" b="1" dirty="0">
                          <a:solidFill>
                            <a:srgbClr val="070F26"/>
                          </a:solidFill>
                          <a:latin typeface="Century Gothic" panose="020B0502020202020204" pitchFamily="34" charset="0"/>
                        </a:rPr>
                        <a:t>% cumplimiento</a:t>
                      </a:r>
                    </a:p>
                  </a:txBody>
                  <a:tcPr marL="73152" marR="73152" marT="41148" marB="41148" anchor="ctr">
                    <a:lnL w="6350">
                      <a:solidFill>
                        <a:srgbClr val="D9DEE8"/>
                      </a:solidFill>
                    </a:lnL>
                    <a:lnR w="6350">
                      <a:solidFill>
                        <a:srgbClr val="D9DEE8"/>
                      </a:solidFill>
                    </a:lnR>
                    <a:lnT w="6350">
                      <a:solidFill>
                        <a:srgbClr val="D9DEE8"/>
                      </a:solidFill>
                    </a:lnT>
                    <a:lnB w="6350">
                      <a:solidFill>
                        <a:srgbClr val="D9DEE8"/>
                      </a:solidFill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950" dirty="0">
                          <a:solidFill>
                            <a:srgbClr val="070F26"/>
                          </a:solidFill>
                          <a:latin typeface="Century Gothic" panose="020B0502020202020204" pitchFamily="34" charset="0"/>
                        </a:rPr>
                        <a:t>0 %</a:t>
                      </a:r>
                    </a:p>
                  </a:txBody>
                  <a:tcPr marL="73152" marR="73152" marT="41148" marB="41148" anchor="ctr">
                    <a:lnL w="6350">
                      <a:solidFill>
                        <a:srgbClr val="D9DEE8"/>
                      </a:solidFill>
                    </a:lnL>
                    <a:lnR w="6350">
                      <a:solidFill>
                        <a:srgbClr val="D9DEE8"/>
                      </a:solidFill>
                    </a:lnR>
                    <a:lnT w="6350">
                      <a:solidFill>
                        <a:srgbClr val="D9DEE8"/>
                      </a:solidFill>
                    </a:lnT>
                    <a:lnB w="6350">
                      <a:solidFill>
                        <a:srgbClr val="D9DEE8"/>
                      </a:solidFill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950" dirty="0">
                          <a:solidFill>
                            <a:srgbClr val="070F26"/>
                          </a:solidFill>
                          <a:latin typeface="Century Gothic" panose="020B0502020202020204" pitchFamily="34" charset="0"/>
                        </a:rPr>
                        <a:t>Expedientes resueltos dentro de plazo</a:t>
                      </a:r>
                    </a:p>
                  </a:txBody>
                  <a:tcPr marL="73152" marR="73152" marT="41148" marB="41148" anchor="ctr">
                    <a:lnL w="6350">
                      <a:solidFill>
                        <a:srgbClr val="D9DEE8"/>
                      </a:solidFill>
                    </a:lnL>
                    <a:lnR w="6350">
                      <a:solidFill>
                        <a:srgbClr val="D9DEE8"/>
                      </a:solidFill>
                    </a:lnR>
                    <a:lnT w="6350">
                      <a:solidFill>
                        <a:srgbClr val="D9DEE8"/>
                      </a:solidFill>
                    </a:lnT>
                    <a:lnB w="6350">
                      <a:solidFill>
                        <a:srgbClr val="D9DEE8"/>
                      </a:solidFill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950" dirty="0">
                          <a:solidFill>
                            <a:srgbClr val="070F26"/>
                          </a:solidFill>
                          <a:latin typeface="Century Gothic" panose="020B0502020202020204" pitchFamily="34" charset="0"/>
                        </a:rPr>
                        <a:t>Sale 0 %: ¿qué plazo se considera «en plazo»?</a:t>
                      </a:r>
                    </a:p>
                  </a:txBody>
                  <a:tcPr marL="73152" marR="73152" marT="41148" marB="41148" anchor="ctr">
                    <a:lnL w="6350">
                      <a:solidFill>
                        <a:srgbClr val="D9DEE8"/>
                      </a:solidFill>
                    </a:lnL>
                    <a:lnR w="6350">
                      <a:solidFill>
                        <a:srgbClr val="D9DEE8"/>
                      </a:solidFill>
                    </a:lnR>
                    <a:lnT w="6350">
                      <a:solidFill>
                        <a:srgbClr val="D9DEE8"/>
                      </a:solidFill>
                    </a:lnT>
                    <a:lnB w="6350">
                      <a:solidFill>
                        <a:srgbClr val="D9DEE8"/>
                      </a:solidFill>
                    </a:lnB>
                    <a:solidFill>
                      <a:srgbClr val="F2F5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950" b="1" dirty="0">
                          <a:solidFill>
                            <a:srgbClr val="070F26"/>
                          </a:solidFill>
                          <a:latin typeface="Century Gothic" panose="020B0502020202020204" pitchFamily="34" charset="0"/>
                        </a:rPr>
                        <a:t>% Resueltos</a:t>
                      </a:r>
                    </a:p>
                  </a:txBody>
                  <a:tcPr marL="73152" marR="73152" marT="41148" marB="41148" anchor="ctr">
                    <a:lnL w="6350">
                      <a:solidFill>
                        <a:srgbClr val="D9DEE8"/>
                      </a:solidFill>
                    </a:lnL>
                    <a:lnR w="6350">
                      <a:solidFill>
                        <a:srgbClr val="D9DEE8"/>
                      </a:solidFill>
                    </a:lnR>
                    <a:lnT w="6350">
                      <a:solidFill>
                        <a:srgbClr val="D9DEE8"/>
                      </a:solidFill>
                    </a:lnT>
                    <a:lnB w="6350">
                      <a:solidFill>
                        <a:srgbClr val="D9DE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950" dirty="0">
                          <a:solidFill>
                            <a:srgbClr val="070F26"/>
                          </a:solidFill>
                          <a:latin typeface="Century Gothic" panose="020B0502020202020204" pitchFamily="34" charset="0"/>
                        </a:rPr>
                        <a:t>0</a:t>
                      </a:r>
                    </a:p>
                  </a:txBody>
                  <a:tcPr marL="73152" marR="73152" marT="41148" marB="41148" anchor="ctr">
                    <a:lnL w="6350">
                      <a:solidFill>
                        <a:srgbClr val="D9DEE8"/>
                      </a:solidFill>
                    </a:lnL>
                    <a:lnR w="6350">
                      <a:solidFill>
                        <a:srgbClr val="D9DEE8"/>
                      </a:solidFill>
                    </a:lnR>
                    <a:lnT w="6350">
                      <a:solidFill>
                        <a:srgbClr val="D9DEE8"/>
                      </a:solidFill>
                    </a:lnT>
                    <a:lnB w="6350">
                      <a:solidFill>
                        <a:srgbClr val="D9DE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950" dirty="0">
                          <a:solidFill>
                            <a:srgbClr val="070F26"/>
                          </a:solidFill>
                          <a:latin typeface="Century Gothic" panose="020B0502020202020204" pitchFamily="34" charset="0"/>
                        </a:rPr>
                        <a:t>Expedientes con resolución sobre el total</a:t>
                      </a:r>
                    </a:p>
                  </a:txBody>
                  <a:tcPr marL="73152" marR="73152" marT="41148" marB="41148" anchor="ctr">
                    <a:lnL w="6350">
                      <a:solidFill>
                        <a:srgbClr val="D9DEE8"/>
                      </a:solidFill>
                    </a:lnL>
                    <a:lnR w="6350">
                      <a:solidFill>
                        <a:srgbClr val="D9DEE8"/>
                      </a:solidFill>
                    </a:lnR>
                    <a:lnT w="6350">
                      <a:solidFill>
                        <a:srgbClr val="D9DEE8"/>
                      </a:solidFill>
                    </a:lnT>
                    <a:lnB w="6350">
                      <a:solidFill>
                        <a:srgbClr val="D9DE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950" dirty="0">
                          <a:solidFill>
                            <a:srgbClr val="070F26"/>
                          </a:solidFill>
                          <a:latin typeface="Century Gothic" panose="020B0502020202020204" pitchFamily="34" charset="0"/>
                        </a:rPr>
                        <a:t>Sale 0, pero el 48 % figura como aprobado: ¿qué estados cuentan como resuelto?</a:t>
                      </a:r>
                    </a:p>
                  </a:txBody>
                  <a:tcPr marL="73152" marR="73152" marT="41148" marB="41148" anchor="ctr">
                    <a:lnL w="6350">
                      <a:solidFill>
                        <a:srgbClr val="D9DEE8"/>
                      </a:solidFill>
                    </a:lnL>
                    <a:lnR w="6350">
                      <a:solidFill>
                        <a:srgbClr val="D9DEE8"/>
                      </a:solidFill>
                    </a:lnR>
                    <a:lnT w="6350">
                      <a:solidFill>
                        <a:srgbClr val="D9DEE8"/>
                      </a:solidFill>
                    </a:lnT>
                    <a:lnB w="6350">
                      <a:solidFill>
                        <a:srgbClr val="D9DEE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950" b="1" dirty="0">
                          <a:solidFill>
                            <a:srgbClr val="070F26"/>
                          </a:solidFill>
                          <a:latin typeface="Century Gothic" panose="020B0502020202020204" pitchFamily="34" charset="0"/>
                        </a:rPr>
                        <a:t>% Telemáticas</a:t>
                      </a:r>
                    </a:p>
                  </a:txBody>
                  <a:tcPr marL="73152" marR="73152" marT="41148" marB="41148" anchor="ctr">
                    <a:lnL w="6350">
                      <a:solidFill>
                        <a:srgbClr val="D9DEE8"/>
                      </a:solidFill>
                    </a:lnL>
                    <a:lnR w="6350">
                      <a:solidFill>
                        <a:srgbClr val="D9DEE8"/>
                      </a:solidFill>
                    </a:lnR>
                    <a:lnT w="6350">
                      <a:solidFill>
                        <a:srgbClr val="D9DEE8"/>
                      </a:solidFill>
                    </a:lnT>
                    <a:lnB w="6350">
                      <a:solidFill>
                        <a:srgbClr val="D9DEE8"/>
                      </a:solidFill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950" dirty="0">
                          <a:solidFill>
                            <a:srgbClr val="070F26"/>
                          </a:solidFill>
                          <a:latin typeface="Century Gothic" panose="020B0502020202020204" pitchFamily="34" charset="0"/>
                        </a:rPr>
                        <a:t>15 %</a:t>
                      </a:r>
                    </a:p>
                  </a:txBody>
                  <a:tcPr marL="73152" marR="73152" marT="41148" marB="41148" anchor="ctr">
                    <a:lnL w="6350">
                      <a:solidFill>
                        <a:srgbClr val="D9DEE8"/>
                      </a:solidFill>
                    </a:lnL>
                    <a:lnR w="6350">
                      <a:solidFill>
                        <a:srgbClr val="D9DEE8"/>
                      </a:solidFill>
                    </a:lnR>
                    <a:lnT w="6350">
                      <a:solidFill>
                        <a:srgbClr val="D9DEE8"/>
                      </a:solidFill>
                    </a:lnT>
                    <a:lnB w="6350">
                      <a:solidFill>
                        <a:srgbClr val="D9DEE8"/>
                      </a:solidFill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950" dirty="0">
                          <a:solidFill>
                            <a:srgbClr val="070F26"/>
                          </a:solidFill>
                          <a:latin typeface="Century Gothic" panose="020B0502020202020204" pitchFamily="34" charset="0"/>
                        </a:rPr>
                        <a:t>Solicitudes presentadas por vía electrónica</a:t>
                      </a:r>
                    </a:p>
                  </a:txBody>
                  <a:tcPr marL="73152" marR="73152" marT="41148" marB="41148" anchor="ctr">
                    <a:lnL w="6350">
                      <a:solidFill>
                        <a:srgbClr val="D9DEE8"/>
                      </a:solidFill>
                    </a:lnL>
                    <a:lnR w="6350">
                      <a:solidFill>
                        <a:srgbClr val="D9DEE8"/>
                      </a:solidFill>
                    </a:lnR>
                    <a:lnT w="6350">
                      <a:solidFill>
                        <a:srgbClr val="D9DEE8"/>
                      </a:solidFill>
                    </a:lnT>
                    <a:lnB w="6350">
                      <a:solidFill>
                        <a:srgbClr val="D9DEE8"/>
                      </a:solidFill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950" dirty="0">
                          <a:solidFill>
                            <a:srgbClr val="070F26"/>
                          </a:solidFill>
                          <a:latin typeface="Century Gothic" panose="020B0502020202020204" pitchFamily="34" charset="0"/>
                        </a:rPr>
                        <a:t>¿Os parece realista? ¿De qué campo sale el canal de entrada?</a:t>
                      </a:r>
                    </a:p>
                  </a:txBody>
                  <a:tcPr marL="73152" marR="73152" marT="41148" marB="41148" anchor="ctr">
                    <a:lnL w="6350">
                      <a:solidFill>
                        <a:srgbClr val="D9DEE8"/>
                      </a:solidFill>
                    </a:lnL>
                    <a:lnR w="6350">
                      <a:solidFill>
                        <a:srgbClr val="D9DEE8"/>
                      </a:solidFill>
                    </a:lnR>
                    <a:lnT w="6350">
                      <a:solidFill>
                        <a:srgbClr val="D9DEE8"/>
                      </a:solidFill>
                    </a:lnT>
                    <a:lnB w="6350">
                      <a:solidFill>
                        <a:srgbClr val="D9DEE8"/>
                      </a:solidFill>
                    </a:lnB>
                    <a:solidFill>
                      <a:srgbClr val="F2F5FA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50070585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69B87E-B26E-4513-C95A-3CFBDE32C3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81EC55-3563-5378-F34B-07979093D4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Century Gothic" panose="020B0502020202020204" pitchFamily="34" charset="0"/>
              </a:rPr>
              <a:t>Validación del cuadro de mando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4B0F80B-53B2-B1B1-D200-D36AF104F243}"/>
              </a:ext>
            </a:extLst>
          </p:cNvPr>
          <p:cNvSpPr txBox="1"/>
          <p:nvPr/>
        </p:nvSpPr>
        <p:spPr>
          <a:xfrm>
            <a:off x="411480" y="6446520"/>
            <a:ext cx="1005403" cy="2154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B7080"/>
                </a:solidFill>
                <a:latin typeface="Century Gothic" panose="020B0502020202020204" pitchFamily="34" charset="0"/>
              </a:rPr>
              <a:t>© 2026 NTT DATA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CB40D4E-5CC2-3DAE-7308-7F5C4CE7507B}"/>
              </a:ext>
            </a:extLst>
          </p:cNvPr>
          <p:cNvSpPr txBox="1"/>
          <p:nvPr/>
        </p:nvSpPr>
        <p:spPr>
          <a:xfrm>
            <a:off x="11554988" y="6446520"/>
            <a:ext cx="240772" cy="2154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>
                <a:solidFill>
                  <a:srgbClr val="6B7080"/>
                </a:solidFill>
                <a:latin typeface="Century Gothic" panose="020B0502020202020204" pitchFamily="34" charset="0"/>
              </a:rPr>
              <a:t>39</a:t>
            </a:r>
          </a:p>
        </p:txBody>
      </p:sp>
      <p:sp>
        <p:nvSpPr>
          <p:cNvPr id="101" name="Subtítulo 101"/>
          <p:cNvSpPr txBox="1"/>
          <p:nvPr/>
        </p:nvSpPr>
        <p:spPr>
          <a:xfrm>
            <a:off x="407822" y="731520"/>
            <a:ext cx="10515600" cy="384048"/>
          </a:xfrm>
          <a:prstGeom prst="rect">
            <a:avLst/>
          </a:prstGeom>
          <a:noFill/>
          <a:ln>
            <a:noFill/>
          </a:ln>
        </p:spPr>
        <p:txBody>
          <a:bodyPr wrap="square" lIns="91440" tIns="36576" rIns="91440" bIns="36576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b="1" dirty="0">
                <a:solidFill>
                  <a:srgbClr val="070F26"/>
                </a:solidFill>
                <a:latin typeface="Century Gothic" panose="020B0502020202020204" pitchFamily="34" charset="0"/>
              </a:rPr>
              <a:t>Vista Ejecutiva · Los tres bloques</a:t>
            </a:r>
            <a:endParaRPr lang="es-ES" sz="1600" dirty="0">
              <a:latin typeface="Century Gothic" panose="020B0502020202020204" pitchFamily="34" charset="0"/>
            </a:endParaRPr>
          </a:p>
        </p:txBody>
      </p:sp>
      <p:sp>
        <p:nvSpPr>
          <p:cNvPr id="102" name="Texto 102"/>
          <p:cNvSpPr txBox="1"/>
          <p:nvPr/>
        </p:nvSpPr>
        <p:spPr>
          <a:xfrm>
            <a:off x="407822" y="1207008"/>
            <a:ext cx="3657600" cy="365760"/>
          </a:xfrm>
          <a:prstGeom prst="rect">
            <a:avLst/>
          </a:prstGeom>
          <a:noFill/>
          <a:ln>
            <a:noFill/>
          </a:ln>
        </p:spPr>
        <p:txBody>
          <a:bodyPr wrap="square" lIns="18288" tIns="0" rIns="0" bIns="0" rtlCol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1" dirty="0">
                <a:solidFill>
                  <a:srgbClr val="0080B1"/>
                </a:solidFill>
                <a:latin typeface="Century Gothic" panose="020B0502020202020204" pitchFamily="34" charset="0"/>
              </a:rPr>
              <a:t>TIEMPO MEDIO</a:t>
            </a:r>
            <a:endParaRPr lang="es-ES" sz="1200" dirty="0">
              <a:latin typeface="Century Gothic" panose="020B0502020202020204" pitchFamily="34" charset="0"/>
            </a:endParaRPr>
          </a:p>
        </p:txBody>
      </p:sp>
      <p:pic>
        <p:nvPicPr>
          <p:cNvPr id="103" name="Captura del cuadro de mando de PnC 103" descr="Captura del cuadro de mando de PnC"/>
          <p:cNvPicPr>
            <a:picLocks noChangeAspect="1"/>
          </p:cNvPicPr>
          <p:nvPr/>
        </p:nvPicPr>
        <p:blipFill>
          <a:blip r:embed="rId200"/>
          <a:stretch>
            <a:fillRect/>
          </a:stretch>
        </p:blipFill>
        <p:spPr>
          <a:xfrm>
            <a:off x="407822" y="1628463"/>
            <a:ext cx="3657600" cy="565265"/>
          </a:xfrm>
          <a:prstGeom prst="rect">
            <a:avLst/>
          </a:prstGeom>
          <a:ln w="9525">
            <a:solidFill>
              <a:srgbClr val="D9DEE8"/>
            </a:solidFill>
          </a:ln>
        </p:spPr>
      </p:pic>
      <p:sp>
        <p:nvSpPr>
          <p:cNvPr id="104" name="Texto 104"/>
          <p:cNvSpPr/>
          <p:nvPr/>
        </p:nvSpPr>
        <p:spPr>
          <a:xfrm>
            <a:off x="407822" y="2377440"/>
            <a:ext cx="3657600" cy="342900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>
            <a:noFill/>
          </a:ln>
        </p:spPr>
        <p:txBody>
          <a:bodyPr wrap="square" lIns="201168" tIns="164592" rIns="201168" bIns="109728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s-ES" sz="1150" b="1" dirty="0">
                <a:solidFill>
                  <a:srgbClr val="6B7080"/>
                </a:solidFill>
                <a:latin typeface="Century Gothic" panose="020B0502020202020204" pitchFamily="34" charset="0"/>
              </a:rPr>
              <a:t>Qué vemos</a:t>
            </a:r>
            <a:endParaRPr lang="es-ES" sz="1150" dirty="0">
              <a:latin typeface="Century Gothic" panose="020B0502020202020204" pitchFamily="34" charset="0"/>
            </a:endParaRPr>
          </a:p>
          <a:p>
            <a:pPr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s-ES" sz="1150" dirty="0">
                <a:solidFill>
                  <a:srgbClr val="070F26"/>
                </a:solidFill>
                <a:latin typeface="Century Gothic" panose="020B0502020202020204" pitchFamily="34" charset="0"/>
              </a:rPr>
              <a:t>7.10K expedientes · 3 días de tramitación · resolución vacía («–»).</a:t>
            </a:r>
            <a:endParaRPr lang="es-ES" sz="1150" dirty="0">
              <a:latin typeface="Century Gothic" panose="020B0502020202020204" pitchFamily="34" charset="0"/>
            </a:endParaRP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lang="es-ES" sz="1150" b="1" dirty="0">
                <a:solidFill>
                  <a:srgbClr val="0080B1"/>
                </a:solidFill>
                <a:latin typeface="Century Gothic" panose="020B0502020202020204" pitchFamily="34" charset="0"/>
              </a:rPr>
              <a:t>Para validar</a:t>
            </a:r>
            <a:endParaRPr lang="es-ES" sz="1150" dirty="0">
              <a:latin typeface="Century Gothic" panose="020B0502020202020204" pitchFamily="34" charset="0"/>
            </a:endParaRPr>
          </a:p>
          <a:p>
            <a:pPr algn="l" marL="164592" indent="-164592">
              <a:spcBef>
                <a:spcPts val="0"/>
              </a:spcBef>
              <a:spcAft>
                <a:spcPts val="800"/>
              </a:spcAft>
              <a:buClr>
                <a:srgbClr val="0080B1"/>
              </a:buClr>
              <a:buFont typeface="Arial"/>
              <a:buChar char="•"/>
            </a:pPr>
            <a:r>
              <a:rPr lang="es-ES" sz="1150" dirty="0">
                <a:solidFill>
                  <a:srgbClr val="070F26"/>
                </a:solidFill>
                <a:latin typeface="Century Gothic" panose="020B0502020202020204" pitchFamily="34" charset="0"/>
              </a:rPr>
              <a:t>¿Por qué 7.100 aquí y 105.000 en la cabecera? ¿Qué expedientes cuenta este bloque?</a:t>
            </a:r>
            <a:endParaRPr lang="es-ES" sz="1150" dirty="0">
              <a:latin typeface="Century Gothic" panose="020B0502020202020204" pitchFamily="34" charset="0"/>
            </a:endParaRPr>
          </a:p>
          <a:p>
            <a:pPr algn="l" marL="164592" indent="-164592">
              <a:spcBef>
                <a:spcPts val="0"/>
              </a:spcBef>
              <a:spcAft>
                <a:spcPts val="800"/>
              </a:spcAft>
              <a:buClr>
                <a:srgbClr val="0080B1"/>
              </a:buClr>
              <a:buFont typeface="Arial"/>
              <a:buChar char="•"/>
            </a:pPr>
            <a:r>
              <a:rPr lang="es-ES" sz="1150" dirty="0">
                <a:solidFill>
                  <a:srgbClr val="070F26"/>
                </a:solidFill>
                <a:latin typeface="Century Gothic" panose="020B0502020202020204" pitchFamily="34" charset="0"/>
              </a:rPr>
              <a:t>3 días frente a 111 en la cabecera: ¿miden lo mismo?</a:t>
            </a:r>
            <a:endParaRPr lang="es-ES" sz="1150" dirty="0">
              <a:latin typeface="Century Gothic" panose="020B0502020202020204" pitchFamily="34" charset="0"/>
            </a:endParaRPr>
          </a:p>
          <a:p>
            <a:pPr algn="l" marL="164592" indent="-164592">
              <a:spcBef>
                <a:spcPts val="0"/>
              </a:spcBef>
              <a:spcAft>
                <a:spcPts val="800"/>
              </a:spcAft>
              <a:buClr>
                <a:srgbClr val="0080B1"/>
              </a:buClr>
              <a:buFont typeface="Arial"/>
              <a:buChar char="•"/>
            </a:pPr>
            <a:r>
              <a:rPr lang="es-ES" sz="1150" dirty="0">
                <a:solidFill>
                  <a:srgbClr val="070F26"/>
                </a:solidFill>
                <a:latin typeface="Century Gothic" panose="020B0502020202020204" pitchFamily="34" charset="0"/>
              </a:rPr>
              <a:t>¿Qué fecha marca la resolución de un expediente?</a:t>
            </a:r>
            <a:endParaRPr lang="es-ES" sz="1150" dirty="0">
              <a:latin typeface="Century Gothic" panose="020B0502020202020204" pitchFamily="34" charset="0"/>
            </a:endParaRPr>
          </a:p>
        </p:txBody>
      </p:sp>
      <p:sp>
        <p:nvSpPr>
          <p:cNvPr id="105" name="Texto 105"/>
          <p:cNvSpPr txBox="1"/>
          <p:nvPr/>
        </p:nvSpPr>
        <p:spPr>
          <a:xfrm>
            <a:off x="4266590" y="1207008"/>
            <a:ext cx="3657600" cy="365760"/>
          </a:xfrm>
          <a:prstGeom prst="rect">
            <a:avLst/>
          </a:prstGeom>
          <a:noFill/>
          <a:ln>
            <a:noFill/>
          </a:ln>
        </p:spPr>
        <p:txBody>
          <a:bodyPr wrap="square" lIns="18288" tIns="0" rIns="0" bIns="0" rtlCol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1" dirty="0">
                <a:solidFill>
                  <a:srgbClr val="0080B1"/>
                </a:solidFill>
                <a:latin typeface="Century Gothic" panose="020B0502020202020204" pitchFamily="34" charset="0"/>
              </a:rPr>
              <a:t>CUMPLIMIENTO / CALIDAD</a:t>
            </a:r>
            <a:endParaRPr lang="es-ES" sz="1200" dirty="0">
              <a:latin typeface="Century Gothic" panose="020B0502020202020204" pitchFamily="34" charset="0"/>
            </a:endParaRPr>
          </a:p>
        </p:txBody>
      </p:sp>
      <p:pic>
        <p:nvPicPr>
          <p:cNvPr id="106" name="Captura del cuadro de mando de PnC 106" descr="Captura del cuadro de mando de PnC"/>
          <p:cNvPicPr>
            <a:picLocks noChangeAspect="1"/>
          </p:cNvPicPr>
          <p:nvPr/>
        </p:nvPicPr>
        <p:blipFill>
          <a:blip r:embed="rId201"/>
          <a:stretch>
            <a:fillRect/>
          </a:stretch>
        </p:blipFill>
        <p:spPr>
          <a:xfrm>
            <a:off x="4266590" y="1628463"/>
            <a:ext cx="3657600" cy="565265"/>
          </a:xfrm>
          <a:prstGeom prst="rect">
            <a:avLst/>
          </a:prstGeom>
          <a:ln w="9525">
            <a:solidFill>
              <a:srgbClr val="D9DEE8"/>
            </a:solidFill>
          </a:ln>
        </p:spPr>
      </p:pic>
      <p:sp>
        <p:nvSpPr>
          <p:cNvPr id="107" name="Texto 107"/>
          <p:cNvSpPr/>
          <p:nvPr/>
        </p:nvSpPr>
        <p:spPr>
          <a:xfrm>
            <a:off x="4266590" y="2377440"/>
            <a:ext cx="3657600" cy="342900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>
            <a:noFill/>
          </a:ln>
        </p:spPr>
        <p:txBody>
          <a:bodyPr wrap="square" lIns="201168" tIns="164592" rIns="201168" bIns="109728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s-ES" sz="1150" b="1" dirty="0">
                <a:solidFill>
                  <a:srgbClr val="6B7080"/>
                </a:solidFill>
                <a:latin typeface="Century Gothic" panose="020B0502020202020204" pitchFamily="34" charset="0"/>
              </a:rPr>
              <a:t>Qué vemos</a:t>
            </a:r>
            <a:endParaRPr lang="es-ES" sz="1150" dirty="0">
              <a:latin typeface="Century Gothic" panose="020B0502020202020204" pitchFamily="34" charset="0"/>
            </a:endParaRPr>
          </a:p>
          <a:p>
            <a:pPr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s-ES" sz="1150" dirty="0">
                <a:solidFill>
                  <a:srgbClr val="070F26"/>
                </a:solidFill>
                <a:latin typeface="Century Gothic" panose="020B0502020202020204" pitchFamily="34" charset="0"/>
              </a:rPr>
              <a:t>48 % aprobados · 20 % denegaciones · 2 % archivados · 30 % sin resolución. Suman 100 %.</a:t>
            </a:r>
            <a:endParaRPr lang="es-ES" sz="1150" dirty="0">
              <a:latin typeface="Century Gothic" panose="020B0502020202020204" pitchFamily="34" charset="0"/>
            </a:endParaRP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lang="es-ES" sz="1150" b="1" dirty="0">
                <a:solidFill>
                  <a:srgbClr val="0080B1"/>
                </a:solidFill>
                <a:latin typeface="Century Gothic" panose="020B0502020202020204" pitchFamily="34" charset="0"/>
              </a:rPr>
              <a:t>Para validar</a:t>
            </a:r>
            <a:endParaRPr lang="es-ES" sz="1150" dirty="0">
              <a:latin typeface="Century Gothic" panose="020B0502020202020204" pitchFamily="34" charset="0"/>
            </a:endParaRPr>
          </a:p>
          <a:p>
            <a:pPr algn="l" marL="164592" indent="-164592">
              <a:spcBef>
                <a:spcPts val="0"/>
              </a:spcBef>
              <a:spcAft>
                <a:spcPts val="800"/>
              </a:spcAft>
              <a:buClr>
                <a:srgbClr val="0080B1"/>
              </a:buClr>
              <a:buFont typeface="Arial"/>
              <a:buChar char="•"/>
            </a:pPr>
            <a:r>
              <a:rPr lang="es-ES" sz="1150" dirty="0">
                <a:solidFill>
                  <a:srgbClr val="070F26"/>
                </a:solidFill>
                <a:latin typeface="Century Gothic" panose="020B0502020202020204" pitchFamily="34" charset="0"/>
              </a:rPr>
              <a:t>¿Es el reparto que esperáis?</a:t>
            </a:r>
            <a:endParaRPr lang="es-ES" sz="1150" dirty="0">
              <a:latin typeface="Century Gothic" panose="020B0502020202020204" pitchFamily="34" charset="0"/>
            </a:endParaRPr>
          </a:p>
          <a:p>
            <a:pPr algn="l" marL="164592" indent="-164592">
              <a:spcBef>
                <a:spcPts val="0"/>
              </a:spcBef>
              <a:spcAft>
                <a:spcPts val="800"/>
              </a:spcAft>
              <a:buClr>
                <a:srgbClr val="0080B1"/>
              </a:buClr>
              <a:buFont typeface="Arial"/>
              <a:buChar char="•"/>
            </a:pPr>
            <a:r>
              <a:rPr lang="es-ES" sz="1150" dirty="0">
                <a:solidFill>
                  <a:srgbClr val="070F26"/>
                </a:solidFill>
                <a:latin typeface="Century Gothic" panose="020B0502020202020204" pitchFamily="34" charset="0"/>
              </a:rPr>
              <a:t>¿Dónde caen desistimientos, renuncias y revisiones?</a:t>
            </a:r>
            <a:endParaRPr lang="es-ES" sz="1150" dirty="0">
              <a:latin typeface="Century Gothic" panose="020B0502020202020204" pitchFamily="34" charset="0"/>
            </a:endParaRPr>
          </a:p>
          <a:p>
            <a:pPr algn="l" marL="164592" indent="-164592">
              <a:spcBef>
                <a:spcPts val="0"/>
              </a:spcBef>
              <a:spcAft>
                <a:spcPts val="800"/>
              </a:spcAft>
              <a:buClr>
                <a:srgbClr val="0080B1"/>
              </a:buClr>
              <a:buFont typeface="Arial"/>
              <a:buChar char="•"/>
            </a:pPr>
            <a:r>
              <a:rPr lang="es-ES" sz="1150" dirty="0">
                <a:solidFill>
                  <a:srgbClr val="070F26"/>
                </a:solidFill>
                <a:latin typeface="Century Gothic" panose="020B0502020202020204" pitchFamily="34" charset="0"/>
              </a:rPr>
              <a:t>Si el 70 % tiene resolución, ¿por qué % Resueltos marca 0?</a:t>
            </a:r>
            <a:endParaRPr lang="es-ES" sz="1150" dirty="0">
              <a:latin typeface="Century Gothic" panose="020B0502020202020204" pitchFamily="34" charset="0"/>
            </a:endParaRPr>
          </a:p>
        </p:txBody>
      </p:sp>
      <p:sp>
        <p:nvSpPr>
          <p:cNvPr id="108" name="Texto 108"/>
          <p:cNvSpPr txBox="1"/>
          <p:nvPr/>
        </p:nvSpPr>
        <p:spPr>
          <a:xfrm>
            <a:off x="8125358" y="1207008"/>
            <a:ext cx="3657600" cy="365760"/>
          </a:xfrm>
          <a:prstGeom prst="rect">
            <a:avLst/>
          </a:prstGeom>
          <a:noFill/>
          <a:ln>
            <a:noFill/>
          </a:ln>
        </p:spPr>
        <p:txBody>
          <a:bodyPr wrap="square" lIns="18288" tIns="0" rIns="0" bIns="0" rtlCol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1" dirty="0">
                <a:solidFill>
                  <a:srgbClr val="0080B1"/>
                </a:solidFill>
                <a:latin typeface="Century Gothic" panose="020B0502020202020204" pitchFamily="34" charset="0"/>
              </a:rPr>
              <a:t>EFICIENCIA OPERACIONAL</a:t>
            </a:r>
            <a:endParaRPr lang="es-ES" sz="1200" dirty="0">
              <a:latin typeface="Century Gothic" panose="020B0502020202020204" pitchFamily="34" charset="0"/>
            </a:endParaRPr>
          </a:p>
        </p:txBody>
      </p:sp>
      <p:pic>
        <p:nvPicPr>
          <p:cNvPr id="109" name="Captura del cuadro de mando de PnC 109" descr="Captura del cuadro de mando de PnC"/>
          <p:cNvPicPr>
            <a:picLocks noChangeAspect="1"/>
          </p:cNvPicPr>
          <p:nvPr/>
        </p:nvPicPr>
        <p:blipFill>
          <a:blip r:embed="rId202"/>
          <a:stretch>
            <a:fillRect/>
          </a:stretch>
        </p:blipFill>
        <p:spPr>
          <a:xfrm>
            <a:off x="8125358" y="1628463"/>
            <a:ext cx="3657600" cy="565265"/>
          </a:xfrm>
          <a:prstGeom prst="rect">
            <a:avLst/>
          </a:prstGeom>
          <a:ln w="9525">
            <a:solidFill>
              <a:srgbClr val="D9DEE8"/>
            </a:solidFill>
          </a:ln>
        </p:spPr>
      </p:pic>
      <p:sp>
        <p:nvSpPr>
          <p:cNvPr id="110" name="Texto 110"/>
          <p:cNvSpPr/>
          <p:nvPr/>
        </p:nvSpPr>
        <p:spPr>
          <a:xfrm>
            <a:off x="8125358" y="2377440"/>
            <a:ext cx="3657600" cy="342900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>
            <a:noFill/>
          </a:ln>
        </p:spPr>
        <p:txBody>
          <a:bodyPr wrap="square" lIns="201168" tIns="164592" rIns="201168" bIns="109728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s-ES" sz="1150" b="1" dirty="0">
                <a:solidFill>
                  <a:srgbClr val="6B7080"/>
                </a:solidFill>
                <a:latin typeface="Century Gothic" panose="020B0502020202020204" pitchFamily="34" charset="0"/>
              </a:rPr>
              <a:t>Qué vemos</a:t>
            </a:r>
            <a:endParaRPr lang="es-ES" sz="1150" dirty="0">
              <a:latin typeface="Century Gothic" panose="020B0502020202020204" pitchFamily="34" charset="0"/>
            </a:endParaRPr>
          </a:p>
          <a:p>
            <a:pPr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s-ES" sz="1150" dirty="0">
                <a:solidFill>
                  <a:srgbClr val="070F26"/>
                </a:solidFill>
                <a:latin typeface="Century Gothic" panose="020B0502020202020204" pitchFamily="34" charset="0"/>
              </a:rPr>
              <a:t>37 tramitadores · 8 auxiliares · 219 etapas al día · 352 expedientes al día.</a:t>
            </a:r>
            <a:endParaRPr lang="es-ES" sz="1150" dirty="0">
              <a:latin typeface="Century Gothic" panose="020B0502020202020204" pitchFamily="34" charset="0"/>
            </a:endParaRP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lang="es-ES" sz="1150" b="1" dirty="0">
                <a:solidFill>
                  <a:srgbClr val="0080B1"/>
                </a:solidFill>
                <a:latin typeface="Century Gothic" panose="020B0502020202020204" pitchFamily="34" charset="0"/>
              </a:rPr>
              <a:t>Para validar</a:t>
            </a:r>
            <a:endParaRPr lang="es-ES" sz="1150" dirty="0">
              <a:latin typeface="Century Gothic" panose="020B0502020202020204" pitchFamily="34" charset="0"/>
            </a:endParaRPr>
          </a:p>
          <a:p>
            <a:pPr algn="l" marL="164592" indent="-164592">
              <a:spcBef>
                <a:spcPts val="0"/>
              </a:spcBef>
              <a:spcAft>
                <a:spcPts val="800"/>
              </a:spcAft>
              <a:buClr>
                <a:srgbClr val="0080B1"/>
              </a:buClr>
              <a:buFont typeface="Arial"/>
              <a:buChar char="•"/>
            </a:pPr>
            <a:r>
              <a:rPr lang="es-ES" sz="1150" dirty="0">
                <a:solidFill>
                  <a:srgbClr val="070F26"/>
                </a:solidFill>
                <a:latin typeface="Century Gothic" panose="020B0502020202020204" pitchFamily="34" charset="0"/>
              </a:rPr>
              <a:t>¿Son 37 tramitadores reales? ¿Cómo se distingue tramitador de auxiliar?</a:t>
            </a:r>
            <a:endParaRPr lang="es-ES" sz="1150" dirty="0">
              <a:latin typeface="Century Gothic" panose="020B0502020202020204" pitchFamily="34" charset="0"/>
            </a:endParaRPr>
          </a:p>
          <a:p>
            <a:pPr algn="l" marL="164592" indent="-164592">
              <a:spcBef>
                <a:spcPts val="0"/>
              </a:spcBef>
              <a:spcAft>
                <a:spcPts val="800"/>
              </a:spcAft>
              <a:buClr>
                <a:srgbClr val="0080B1"/>
              </a:buClr>
              <a:buFont typeface="Arial"/>
              <a:buChar char="•"/>
            </a:pPr>
            <a:r>
              <a:rPr lang="es-ES" sz="1150" dirty="0">
                <a:solidFill>
                  <a:srgbClr val="070F26"/>
                </a:solidFill>
                <a:latin typeface="Century Gothic" panose="020B0502020202020204" pitchFamily="34" charset="0"/>
              </a:rPr>
              <a:t>¿Qué entendéis por «etapa al día» y por «eficiencia global»?</a:t>
            </a:r>
            <a:endParaRPr lang="es-ES" sz="1150" dirty="0">
              <a:latin typeface="Century Gothic" panose="020B0502020202020204" pitchFamily="34" charset="0"/>
            </a:endParaRPr>
          </a:p>
          <a:p>
            <a:pPr algn="l" marL="164592" indent="-164592">
              <a:spcBef>
                <a:spcPts val="0"/>
              </a:spcBef>
              <a:spcAft>
                <a:spcPts val="800"/>
              </a:spcAft>
              <a:buClr>
                <a:srgbClr val="0080B1"/>
              </a:buClr>
              <a:buFont typeface="Arial"/>
              <a:buChar char="•"/>
            </a:pPr>
            <a:r>
              <a:rPr lang="es-ES" sz="1150" dirty="0">
                <a:solidFill>
                  <a:srgbClr val="070F26"/>
                </a:solidFill>
                <a:latin typeface="Century Gothic" panose="020B0502020202020204" pitchFamily="34" charset="0"/>
              </a:rPr>
              <a:t>352 expedientes al día frente a 219 etapas: ¿cómo se calcula?</a:t>
            </a:r>
            <a:endParaRPr lang="es-ES" sz="1150" dirty="0"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50070585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69B87E-B26E-4513-C95A-3CFBDE32C3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81EC55-3563-5378-F34B-07979093D4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Century Gothic" panose="020B0502020202020204" pitchFamily="34" charset="0"/>
              </a:rPr>
              <a:t>Validación del cuadro de mando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4B0F80B-53B2-B1B1-D200-D36AF104F243}"/>
              </a:ext>
            </a:extLst>
          </p:cNvPr>
          <p:cNvSpPr txBox="1"/>
          <p:nvPr/>
        </p:nvSpPr>
        <p:spPr>
          <a:xfrm>
            <a:off x="411480" y="6446520"/>
            <a:ext cx="1005403" cy="2154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B7080"/>
                </a:solidFill>
                <a:latin typeface="Century Gothic" panose="020B0502020202020204" pitchFamily="34" charset="0"/>
              </a:rPr>
              <a:t>© 2026 NTT DATA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CB40D4E-5CC2-3DAE-7308-7F5C4CE7507B}"/>
              </a:ext>
            </a:extLst>
          </p:cNvPr>
          <p:cNvSpPr txBox="1"/>
          <p:nvPr/>
        </p:nvSpPr>
        <p:spPr>
          <a:xfrm>
            <a:off x="11554988" y="6446520"/>
            <a:ext cx="240772" cy="2154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>
                <a:solidFill>
                  <a:srgbClr val="6B7080"/>
                </a:solidFill>
                <a:latin typeface="Century Gothic" panose="020B0502020202020204" pitchFamily="34" charset="0"/>
              </a:rPr>
              <a:t>40</a:t>
            </a:r>
          </a:p>
        </p:txBody>
      </p:sp>
      <p:sp>
        <p:nvSpPr>
          <p:cNvPr id="101" name="Subtítulo 101"/>
          <p:cNvSpPr txBox="1"/>
          <p:nvPr/>
        </p:nvSpPr>
        <p:spPr>
          <a:xfrm>
            <a:off x="407822" y="731520"/>
            <a:ext cx="10515600" cy="384048"/>
          </a:xfrm>
          <a:prstGeom prst="rect">
            <a:avLst/>
          </a:prstGeom>
          <a:noFill/>
          <a:ln>
            <a:noFill/>
          </a:ln>
        </p:spPr>
        <p:txBody>
          <a:bodyPr wrap="square" lIns="91440" tIns="36576" rIns="91440" bIns="36576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b="1" dirty="0">
                <a:solidFill>
                  <a:srgbClr val="070F26"/>
                </a:solidFill>
                <a:latin typeface="Century Gothic" panose="020B0502020202020204" pitchFamily="34" charset="0"/>
              </a:rPr>
              <a:t>Vista Ejecutiva · Gráficas de evolución</a:t>
            </a:r>
            <a:endParaRPr lang="es-ES" sz="1600" dirty="0">
              <a:latin typeface="Century Gothic" panose="020B0502020202020204" pitchFamily="34" charset="0"/>
            </a:endParaRPr>
          </a:p>
        </p:txBody>
      </p:sp>
      <p:pic>
        <p:nvPicPr>
          <p:cNvPr id="102" name="Captura del cuadro de mando de PnC 102" descr="Captura del cuadro de mando de PnC"/>
          <p:cNvPicPr>
            <a:picLocks noChangeAspect="1"/>
          </p:cNvPicPr>
          <p:nvPr/>
        </p:nvPicPr>
        <p:blipFill>
          <a:blip r:embed="rId200"/>
          <a:stretch>
            <a:fillRect/>
          </a:stretch>
        </p:blipFill>
        <p:spPr>
          <a:xfrm>
            <a:off x="1253740" y="1188720"/>
            <a:ext cx="9674157" cy="2971800"/>
          </a:xfrm>
          <a:prstGeom prst="rect">
            <a:avLst/>
          </a:prstGeom>
          <a:ln w="9525">
            <a:solidFill>
              <a:srgbClr val="D9DEE8"/>
            </a:solidFill>
          </a:ln>
        </p:spPr>
      </p:pic>
      <p:sp>
        <p:nvSpPr>
          <p:cNvPr id="103" name="Texto 103"/>
          <p:cNvSpPr/>
          <p:nvPr/>
        </p:nvSpPr>
        <p:spPr>
          <a:xfrm>
            <a:off x="407822" y="4315968"/>
            <a:ext cx="3657600" cy="173736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>
            <a:noFill/>
          </a:ln>
        </p:spPr>
        <p:txBody>
          <a:bodyPr wrap="square" lIns="182880" tIns="109728" rIns="182880" bIns="73152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lang="es-ES" sz="1050" b="1" dirty="0">
                <a:solidFill>
                  <a:srgbClr val="0080B1"/>
                </a:solidFill>
                <a:latin typeface="Century Gothic" panose="020B0502020202020204" pitchFamily="34" charset="0"/>
              </a:rPr>
              <a:t>Evolución temporal de solicitudes</a:t>
            </a:r>
            <a:endParaRPr lang="es-ES" sz="1050" dirty="0">
              <a:latin typeface="Century Gothic" panose="020B0502020202020204" pitchFamily="34" charset="0"/>
            </a:endParaRPr>
          </a:p>
          <a:p>
            <a:pPr algn="l" marL="164592" indent="-164592">
              <a:spcBef>
                <a:spcPts val="0"/>
              </a:spcBef>
              <a:spcAft>
                <a:spcPts val="400"/>
              </a:spcAft>
              <a:buClr>
                <a:srgbClr val="0080B1"/>
              </a:buClr>
              <a:buFont typeface="Arial"/>
              <a:buChar char="•"/>
            </a:pPr>
            <a:r>
              <a:rPr lang="es-ES" sz="1000" dirty="0">
                <a:solidFill>
                  <a:srgbClr val="070F26"/>
                </a:solidFill>
                <a:latin typeface="Century Gothic" panose="020B0502020202020204" pitchFamily="34" charset="0"/>
              </a:rPr>
              <a:t>El eje arranca en 2026-03 y los datos empiezan el 14-07-2025: ¿por qué faltan meses?</a:t>
            </a:r>
            <a:endParaRPr lang="es-ES" sz="1000" dirty="0">
              <a:latin typeface="Century Gothic" panose="020B0502020202020204" pitchFamily="34" charset="0"/>
            </a:endParaRPr>
          </a:p>
          <a:p>
            <a:pPr algn="l" marL="164592" indent="-164592">
              <a:spcBef>
                <a:spcPts val="0"/>
              </a:spcBef>
              <a:spcAft>
                <a:spcPts val="400"/>
              </a:spcAft>
              <a:buClr>
                <a:srgbClr val="0080B1"/>
              </a:buClr>
              <a:buFont typeface="Arial"/>
              <a:buChar char="•"/>
            </a:pPr>
            <a:r>
              <a:rPr lang="es-ES" sz="1000" dirty="0">
                <a:solidFill>
                  <a:srgbClr val="070F26"/>
                </a:solidFill>
                <a:latin typeface="Century Gothic" panose="020B0502020202020204" pitchFamily="34" charset="0"/>
              </a:rPr>
              <a:t>La línea de tiempo medio va de 0 a 3 días y la cabecera dice 111: ¿qué fecha usa el eje?</a:t>
            </a:r>
            <a:endParaRPr lang="es-ES" sz="1000" dirty="0">
              <a:latin typeface="Century Gothic" panose="020B0502020202020204" pitchFamily="34" charset="0"/>
            </a:endParaRPr>
          </a:p>
        </p:txBody>
      </p:sp>
      <p:sp>
        <p:nvSpPr>
          <p:cNvPr id="104" name="Texto 104"/>
          <p:cNvSpPr/>
          <p:nvPr/>
        </p:nvSpPr>
        <p:spPr>
          <a:xfrm>
            <a:off x="4266590" y="4315968"/>
            <a:ext cx="3657600" cy="173736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>
            <a:noFill/>
          </a:ln>
        </p:spPr>
        <p:txBody>
          <a:bodyPr wrap="square" lIns="182880" tIns="109728" rIns="182880" bIns="73152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lang="es-ES" sz="1050" b="1" dirty="0">
                <a:solidFill>
                  <a:srgbClr val="0080B1"/>
                </a:solidFill>
                <a:latin typeface="Century Gothic" panose="020B0502020202020204" pitchFamily="34" charset="0"/>
              </a:rPr>
              <a:t>Evolución de estados</a:t>
            </a:r>
            <a:endParaRPr lang="es-ES" sz="1050" dirty="0">
              <a:latin typeface="Century Gothic" panose="020B0502020202020204" pitchFamily="34" charset="0"/>
            </a:endParaRPr>
          </a:p>
          <a:p>
            <a:pPr algn="l" marL="164592" indent="-164592">
              <a:spcBef>
                <a:spcPts val="0"/>
              </a:spcBef>
              <a:spcAft>
                <a:spcPts val="400"/>
              </a:spcAft>
              <a:buClr>
                <a:srgbClr val="0080B1"/>
              </a:buClr>
              <a:buFont typeface="Arial"/>
              <a:buChar char="•"/>
            </a:pPr>
            <a:r>
              <a:rPr lang="es-ES" sz="1000" dirty="0">
                <a:solidFill>
                  <a:srgbClr val="070F26"/>
                </a:solidFill>
                <a:latin typeface="Century Gothic" panose="020B0502020202020204" pitchFamily="34" charset="0"/>
              </a:rPr>
              <a:t>% cumplimiento solo aparece en 2026-05: ¿dato real o falta la definición de plazo?</a:t>
            </a:r>
            <a:endParaRPr lang="es-ES" sz="1000" dirty="0">
              <a:latin typeface="Century Gothic" panose="020B0502020202020204" pitchFamily="34" charset="0"/>
            </a:endParaRPr>
          </a:p>
          <a:p>
            <a:pPr algn="l" marL="164592" indent="-164592">
              <a:spcBef>
                <a:spcPts val="0"/>
              </a:spcBef>
              <a:spcAft>
                <a:spcPts val="400"/>
              </a:spcAft>
              <a:buClr>
                <a:srgbClr val="0080B1"/>
              </a:buClr>
              <a:buFont typeface="Arial"/>
              <a:buChar char="•"/>
            </a:pPr>
            <a:r>
              <a:rPr lang="es-ES" sz="1000" dirty="0">
                <a:solidFill>
                  <a:srgbClr val="070F26"/>
                </a:solidFill>
                <a:latin typeface="Century Gothic" panose="020B0502020202020204" pitchFamily="34" charset="0"/>
              </a:rPr>
              <a:t>Los aprobados se disparan en 2026-09 y 2026-10: ¿carga real o efecto de la migración?</a:t>
            </a:r>
            <a:endParaRPr lang="es-ES" sz="1000" dirty="0">
              <a:latin typeface="Century Gothic" panose="020B0502020202020204" pitchFamily="34" charset="0"/>
            </a:endParaRPr>
          </a:p>
        </p:txBody>
      </p:sp>
      <p:sp>
        <p:nvSpPr>
          <p:cNvPr id="105" name="Texto 105"/>
          <p:cNvSpPr/>
          <p:nvPr/>
        </p:nvSpPr>
        <p:spPr>
          <a:xfrm>
            <a:off x="8125358" y="4315968"/>
            <a:ext cx="3657600" cy="173736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>
            <a:noFill/>
          </a:ln>
        </p:spPr>
        <p:txBody>
          <a:bodyPr wrap="square" lIns="182880" tIns="109728" rIns="182880" bIns="73152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lang="es-ES" sz="1050" b="1" dirty="0">
                <a:solidFill>
                  <a:srgbClr val="0080B1"/>
                </a:solidFill>
                <a:latin typeface="Century Gothic" panose="020B0502020202020204" pitchFamily="34" charset="0"/>
              </a:rPr>
              <a:t>Tramitaciones vs capacidad</a:t>
            </a:r>
            <a:endParaRPr lang="es-ES" sz="1050" dirty="0">
              <a:latin typeface="Century Gothic" panose="020B0502020202020204" pitchFamily="34" charset="0"/>
            </a:endParaRPr>
          </a:p>
          <a:p>
            <a:pPr algn="l" marL="164592" indent="-164592">
              <a:spcBef>
                <a:spcPts val="0"/>
              </a:spcBef>
              <a:spcAft>
                <a:spcPts val="400"/>
              </a:spcAft>
              <a:buClr>
                <a:srgbClr val="0080B1"/>
              </a:buClr>
              <a:buFont typeface="Arial"/>
              <a:buChar char="•"/>
            </a:pPr>
            <a:r>
              <a:rPr lang="es-ES" sz="1000" dirty="0">
                <a:solidFill>
                  <a:srgbClr val="070F26"/>
                </a:solidFill>
                <a:latin typeface="Century Gothic" panose="020B0502020202020204" pitchFamily="34" charset="0"/>
              </a:rPr>
              <a:t>Los tramitadores pasan de 0 a 35 entre 2025-11 y 2026-08: ¿altas reales o arranque del registro?</a:t>
            </a:r>
            <a:endParaRPr lang="es-ES" sz="1000" dirty="0">
              <a:latin typeface="Century Gothic" panose="020B0502020202020204" pitchFamily="34" charset="0"/>
            </a:endParaRPr>
          </a:p>
          <a:p>
            <a:pPr algn="l" marL="164592" indent="-164592">
              <a:spcBef>
                <a:spcPts val="0"/>
              </a:spcBef>
              <a:spcAft>
                <a:spcPts val="400"/>
              </a:spcAft>
              <a:buClr>
                <a:srgbClr val="0080B1"/>
              </a:buClr>
              <a:buFont typeface="Arial"/>
              <a:buChar char="•"/>
            </a:pPr>
            <a:r>
              <a:rPr lang="es-ES" sz="1000" dirty="0">
                <a:solidFill>
                  <a:srgbClr val="070F26"/>
                </a:solidFill>
                <a:latin typeface="Century Gothic" panose="020B0502020202020204" pitchFamily="34" charset="0"/>
              </a:rPr>
              <a:t>¿Cómo contamos a un tramitador: quien firma, quien cierra etapas…?</a:t>
            </a:r>
            <a:endParaRPr lang="es-ES" sz="1000" dirty="0"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50070585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69B87E-B26E-4513-C95A-3CFBDE32C3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81EC55-3563-5378-F34B-07979093D4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Century Gothic" panose="020B0502020202020204" pitchFamily="34" charset="0"/>
              </a:rPr>
              <a:t>Validación del cuadro de mando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4B0F80B-53B2-B1B1-D200-D36AF104F243}"/>
              </a:ext>
            </a:extLst>
          </p:cNvPr>
          <p:cNvSpPr txBox="1"/>
          <p:nvPr/>
        </p:nvSpPr>
        <p:spPr>
          <a:xfrm>
            <a:off x="411480" y="6446520"/>
            <a:ext cx="1005403" cy="2154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B7080"/>
                </a:solidFill>
                <a:latin typeface="Century Gothic" panose="020B0502020202020204" pitchFamily="34" charset="0"/>
              </a:rPr>
              <a:t>© 2026 NTT DATA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CB40D4E-5CC2-3DAE-7308-7F5C4CE7507B}"/>
              </a:ext>
            </a:extLst>
          </p:cNvPr>
          <p:cNvSpPr txBox="1"/>
          <p:nvPr/>
        </p:nvSpPr>
        <p:spPr>
          <a:xfrm>
            <a:off x="11554988" y="6446520"/>
            <a:ext cx="240772" cy="2154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>
                <a:solidFill>
                  <a:srgbClr val="6B7080"/>
                </a:solidFill>
                <a:latin typeface="Century Gothic" panose="020B0502020202020204" pitchFamily="34" charset="0"/>
              </a:rPr>
              <a:t>41</a:t>
            </a:r>
          </a:p>
        </p:txBody>
      </p:sp>
      <p:sp>
        <p:nvSpPr>
          <p:cNvPr id="101" name="Subtítulo 101"/>
          <p:cNvSpPr txBox="1"/>
          <p:nvPr/>
        </p:nvSpPr>
        <p:spPr>
          <a:xfrm>
            <a:off x="407822" y="731520"/>
            <a:ext cx="10515600" cy="384048"/>
          </a:xfrm>
          <a:prstGeom prst="rect">
            <a:avLst/>
          </a:prstGeom>
          <a:noFill/>
          <a:ln>
            <a:noFill/>
          </a:ln>
        </p:spPr>
        <p:txBody>
          <a:bodyPr wrap="square" lIns="91440" tIns="36576" rIns="91440" bIns="36576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b="1" dirty="0">
                <a:solidFill>
                  <a:srgbClr val="070F26"/>
                </a:solidFill>
                <a:latin typeface="Century Gothic" panose="020B0502020202020204" pitchFamily="34" charset="0"/>
              </a:rPr>
              <a:t>Vista Operativa · Priorización</a:t>
            </a:r>
            <a:endParaRPr lang="es-ES" sz="1600" dirty="0">
              <a:latin typeface="Century Gothic" panose="020B0502020202020204" pitchFamily="34" charset="0"/>
            </a:endParaRPr>
          </a:p>
        </p:txBody>
      </p:sp>
      <p:pic>
        <p:nvPicPr>
          <p:cNvPr id="102" name="Captura del cuadro de mando de PnC 102" descr="Captura del cuadro de mando de PnC"/>
          <p:cNvPicPr>
            <a:picLocks noChangeAspect="1"/>
          </p:cNvPicPr>
          <p:nvPr/>
        </p:nvPicPr>
        <p:blipFill>
          <a:blip r:embed="rId200"/>
          <a:stretch>
            <a:fillRect/>
          </a:stretch>
        </p:blipFill>
        <p:spPr>
          <a:xfrm>
            <a:off x="407822" y="1234440"/>
            <a:ext cx="6949440" cy="849330"/>
          </a:xfrm>
          <a:prstGeom prst="rect">
            <a:avLst/>
          </a:prstGeom>
          <a:ln w="9525">
            <a:solidFill>
              <a:srgbClr val="D9DEE8"/>
            </a:solidFill>
          </a:ln>
        </p:spPr>
      </p:pic>
      <p:pic>
        <p:nvPicPr>
          <p:cNvPr id="103" name="Captura del cuadro de mando de PnC 103" descr="Captura del cuadro de mando de PnC"/>
          <p:cNvPicPr>
            <a:picLocks noChangeAspect="1"/>
          </p:cNvPicPr>
          <p:nvPr/>
        </p:nvPicPr>
        <p:blipFill>
          <a:blip r:embed="rId201"/>
          <a:stretch>
            <a:fillRect/>
          </a:stretch>
        </p:blipFill>
        <p:spPr>
          <a:xfrm>
            <a:off x="407822" y="2240280"/>
            <a:ext cx="6949440" cy="2824202"/>
          </a:xfrm>
          <a:prstGeom prst="rect">
            <a:avLst/>
          </a:prstGeom>
          <a:ln w="9525">
            <a:solidFill>
              <a:srgbClr val="D9DEE8"/>
            </a:solidFill>
          </a:ln>
        </p:spPr>
      </p:pic>
      <p:sp>
        <p:nvSpPr>
          <p:cNvPr id="104" name="Texto 104"/>
          <p:cNvSpPr/>
          <p:nvPr/>
        </p:nvSpPr>
        <p:spPr>
          <a:xfrm>
            <a:off x="7635240" y="1234440"/>
            <a:ext cx="4142232" cy="4754880"/>
          </a:xfrm>
          <a:prstGeom prst="roundRect">
            <a:avLst>
              <a:gd name="adj" fmla="val 5000"/>
            </a:avLst>
          </a:prstGeom>
          <a:solidFill>
            <a:srgbClr val="F2F5FA"/>
          </a:solidFill>
          <a:ln>
            <a:noFill/>
          </a:ln>
        </p:spPr>
        <p:txBody>
          <a:bodyPr wrap="square" lIns="228600" tIns="182880" rIns="228600" bIns="13716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lang="es-ES" sz="1200" b="1" dirty="0">
                <a:solidFill>
                  <a:srgbClr val="0080B1"/>
                </a:solidFill>
                <a:latin typeface="Century Gothic" panose="020B0502020202020204" pitchFamily="34" charset="0"/>
              </a:rPr>
              <a:t>Para validar</a:t>
            </a:r>
            <a:endParaRPr lang="es-ES" sz="1200" dirty="0">
              <a:latin typeface="Century Gothic" panose="020B0502020202020204" pitchFamily="34" charset="0"/>
            </a:endParaRPr>
          </a:p>
          <a:p>
            <a:pPr algn="l" marL="164592" indent="-164592">
              <a:spcBef>
                <a:spcPts val="0"/>
              </a:spcBef>
              <a:spcAft>
                <a:spcPts val="700"/>
              </a:spcAft>
              <a:buClr>
                <a:srgbClr val="0080B1"/>
              </a:buClr>
              <a:buFont typeface="Arial"/>
              <a:buChar char="•"/>
            </a:pPr>
            <a:r>
              <a:rPr lang="es-ES" sz="1050" dirty="0">
                <a:solidFill>
                  <a:srgbClr val="070F26"/>
                </a:solidFill>
                <a:latin typeface="Century Gothic" panose="020B0502020202020204" pitchFamily="34" charset="0"/>
              </a:rPr>
              <a:t>Tiempo medio de finalización (92 días) menor que el efectivo (111): ¿qué diferencia hay entre los dos?</a:t>
            </a:r>
            <a:endParaRPr lang="es-ES" sz="1050" dirty="0">
              <a:latin typeface="Century Gothic" panose="020B0502020202020204" pitchFamily="34" charset="0"/>
            </a:endParaRPr>
          </a:p>
          <a:p>
            <a:pPr algn="l" marL="164592" indent="-164592">
              <a:spcBef>
                <a:spcPts val="0"/>
              </a:spcBef>
              <a:spcAft>
                <a:spcPts val="700"/>
              </a:spcAft>
              <a:buClr>
                <a:srgbClr val="0080B1"/>
              </a:buClr>
              <a:buFont typeface="Arial"/>
              <a:buChar char="•"/>
            </a:pPr>
            <a:r>
              <a:rPr lang="es-ES" sz="1050" dirty="0">
                <a:solidFill>
                  <a:srgbClr val="070F26"/>
                </a:solidFill>
                <a:latin typeface="Century Gothic" panose="020B0502020202020204" pitchFamily="34" charset="0"/>
              </a:rPr>
              <a:t>Expedientes con 3.516 días (casi 10 años) y trámite MIGRACIÓN PNC: ¿se excluyen los migrados de los tiempos?</a:t>
            </a:r>
            <a:endParaRPr lang="es-ES" sz="1050" dirty="0">
              <a:latin typeface="Century Gothic" panose="020B0502020202020204" pitchFamily="34" charset="0"/>
            </a:endParaRPr>
          </a:p>
          <a:p>
            <a:pPr algn="l" marL="164592" indent="-164592">
              <a:spcBef>
                <a:spcPts val="0"/>
              </a:spcBef>
              <a:spcAft>
                <a:spcPts val="700"/>
              </a:spcAft>
              <a:buClr>
                <a:srgbClr val="0080B1"/>
              </a:buClr>
              <a:buFont typeface="Arial"/>
              <a:buChar char="•"/>
            </a:pPr>
            <a:r>
              <a:rPr lang="es-ES" sz="1050" dirty="0">
                <a:solidFill>
                  <a:srgbClr val="070F26"/>
                </a:solidFill>
                <a:latin typeface="Century Gothic" panose="020B0502020202020204" pitchFamily="34" charset="0"/>
              </a:rPr>
              <a:t>La lista sale ordenada por ID: ¿qué orden os sirve para priorizar (días, plazo, etapa)?</a:t>
            </a:r>
            <a:endParaRPr lang="es-ES" sz="1050" dirty="0">
              <a:latin typeface="Century Gothic" panose="020B0502020202020204" pitchFamily="34" charset="0"/>
            </a:endParaRPr>
          </a:p>
          <a:p>
            <a:pPr algn="l" marL="164592" indent="-164592">
              <a:spcBef>
                <a:spcPts val="0"/>
              </a:spcBef>
              <a:spcAft>
                <a:spcPts val="700"/>
              </a:spcAft>
              <a:buClr>
                <a:srgbClr val="0080B1"/>
              </a:buClr>
              <a:buFont typeface="Arial"/>
              <a:buChar char="•"/>
            </a:pPr>
            <a:r>
              <a:rPr lang="es-ES" sz="1050" dirty="0">
                <a:solidFill>
                  <a:srgbClr val="070F26"/>
                </a:solidFill>
                <a:latin typeface="Century Gothic" panose="020B0502020202020204" pitchFamily="34" charset="0"/>
              </a:rPr>
              <a:t>«Usuario tras reasignación» dice «No Hay dato» en todas las filas: ¿se registra la reasignación?</a:t>
            </a:r>
            <a:endParaRPr lang="es-ES" sz="1050" dirty="0">
              <a:latin typeface="Century Gothic" panose="020B0502020202020204" pitchFamily="34" charset="0"/>
            </a:endParaRPr>
          </a:p>
          <a:p>
            <a:pPr algn="l" marL="164592" indent="-164592">
              <a:spcBef>
                <a:spcPts val="0"/>
              </a:spcBef>
              <a:spcAft>
                <a:spcPts val="700"/>
              </a:spcAft>
              <a:buClr>
                <a:srgbClr val="0080B1"/>
              </a:buClr>
              <a:buFont typeface="Arial"/>
              <a:buChar char="•"/>
            </a:pPr>
            <a:r>
              <a:rPr lang="es-ES" sz="1050" dirty="0">
                <a:solidFill>
                  <a:srgbClr val="070F26"/>
                </a:solidFill>
                <a:latin typeface="Century Gothic" panose="020B0502020202020204" pitchFamily="34" charset="0"/>
              </a:rPr>
              <a:t>¿Los nombres de etapa (NM - Notificar resolución…) son los que usáis en el día a día?</a:t>
            </a:r>
            <a:endParaRPr lang="es-ES" sz="1050" dirty="0">
              <a:latin typeface="Century Gothic" panose="020B0502020202020204" pitchFamily="34" charset="0"/>
            </a:endParaRPr>
          </a:p>
          <a:p>
            <a:pPr algn="l" marL="164592" indent="-164592">
              <a:spcBef>
                <a:spcPts val="0"/>
              </a:spcBef>
              <a:spcAft>
                <a:spcPts val="700"/>
              </a:spcAft>
              <a:buClr>
                <a:srgbClr val="0080B1"/>
              </a:buClr>
              <a:buFont typeface="Arial"/>
              <a:buChar char="•"/>
            </a:pPr>
            <a:r>
              <a:rPr lang="es-ES" sz="1050" dirty="0">
                <a:solidFill>
                  <a:srgbClr val="070F26"/>
                </a:solidFill>
                <a:latin typeface="Century Gothic" panose="020B0502020202020204" pitchFamily="34" charset="0"/>
              </a:rPr>
              <a:t>390K etapas para 105K expedientes: ¿unas 4 etapas por expediente os parece normal?</a:t>
            </a:r>
            <a:endParaRPr lang="es-ES" sz="1050" dirty="0"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50070585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69B87E-B26E-4513-C95A-3CFBDE32C3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81EC55-3563-5378-F34B-07979093D4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Century Gothic" panose="020B0502020202020204" pitchFamily="34" charset="0"/>
              </a:rPr>
              <a:t>Validación del cuadro de mando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4B0F80B-53B2-B1B1-D200-D36AF104F243}"/>
              </a:ext>
            </a:extLst>
          </p:cNvPr>
          <p:cNvSpPr txBox="1"/>
          <p:nvPr/>
        </p:nvSpPr>
        <p:spPr>
          <a:xfrm>
            <a:off x="411480" y="6446520"/>
            <a:ext cx="1005403" cy="2154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B7080"/>
                </a:solidFill>
                <a:latin typeface="Century Gothic" panose="020B0502020202020204" pitchFamily="34" charset="0"/>
              </a:rPr>
              <a:t>© 2026 NTT DATA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CB40D4E-5CC2-3DAE-7308-7F5C4CE7507B}"/>
              </a:ext>
            </a:extLst>
          </p:cNvPr>
          <p:cNvSpPr txBox="1"/>
          <p:nvPr/>
        </p:nvSpPr>
        <p:spPr>
          <a:xfrm>
            <a:off x="11554988" y="6446520"/>
            <a:ext cx="240772" cy="2154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>
                <a:solidFill>
                  <a:srgbClr val="6B7080"/>
                </a:solidFill>
                <a:latin typeface="Century Gothic" panose="020B0502020202020204" pitchFamily="34" charset="0"/>
              </a:rPr>
              <a:t>42</a:t>
            </a:r>
          </a:p>
        </p:txBody>
      </p:sp>
      <p:sp>
        <p:nvSpPr>
          <p:cNvPr id="101" name="Subtítulo 101"/>
          <p:cNvSpPr txBox="1"/>
          <p:nvPr/>
        </p:nvSpPr>
        <p:spPr>
          <a:xfrm>
            <a:off x="407822" y="731520"/>
            <a:ext cx="10515600" cy="384048"/>
          </a:xfrm>
          <a:prstGeom prst="rect">
            <a:avLst/>
          </a:prstGeom>
          <a:noFill/>
          <a:ln>
            <a:noFill/>
          </a:ln>
        </p:spPr>
        <p:txBody>
          <a:bodyPr wrap="square" lIns="91440" tIns="36576" rIns="91440" bIns="36576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b="1" dirty="0">
                <a:solidFill>
                  <a:srgbClr val="070F26"/>
                </a:solidFill>
                <a:latin typeface="Century Gothic" panose="020B0502020202020204" pitchFamily="34" charset="0"/>
              </a:rPr>
              <a:t>Análisis del proceso · Variantes y trámites</a:t>
            </a:r>
            <a:endParaRPr lang="es-ES" sz="1600" dirty="0">
              <a:latin typeface="Century Gothic" panose="020B0502020202020204" pitchFamily="34" charset="0"/>
            </a:endParaRPr>
          </a:p>
        </p:txBody>
      </p:sp>
      <p:pic>
        <p:nvPicPr>
          <p:cNvPr id="102" name="Captura del cuadro de mando de PnC 102" descr="Captura del cuadro de mando de PnC"/>
          <p:cNvPicPr>
            <a:picLocks noChangeAspect="1"/>
          </p:cNvPicPr>
          <p:nvPr/>
        </p:nvPicPr>
        <p:blipFill>
          <a:blip r:embed="rId200"/>
          <a:stretch>
            <a:fillRect/>
          </a:stretch>
        </p:blipFill>
        <p:spPr>
          <a:xfrm>
            <a:off x="407822" y="1234440"/>
            <a:ext cx="3291840" cy="4303059"/>
          </a:xfrm>
          <a:prstGeom prst="rect">
            <a:avLst/>
          </a:prstGeom>
          <a:ln w="9525">
            <a:solidFill>
              <a:srgbClr val="D9DEE8"/>
            </a:solidFill>
          </a:ln>
        </p:spPr>
      </p:pic>
      <p:pic>
        <p:nvPicPr>
          <p:cNvPr id="103" name="Captura del cuadro de mando de PnC 103" descr="Captura del cuadro de mando de PnC"/>
          <p:cNvPicPr>
            <a:picLocks noChangeAspect="1"/>
          </p:cNvPicPr>
          <p:nvPr/>
        </p:nvPicPr>
        <p:blipFill>
          <a:blip r:embed="rId201"/>
          <a:stretch>
            <a:fillRect/>
          </a:stretch>
        </p:blipFill>
        <p:spPr>
          <a:xfrm>
            <a:off x="3892731" y="1234440"/>
            <a:ext cx="1358537" cy="4754880"/>
          </a:xfrm>
          <a:prstGeom prst="rect">
            <a:avLst/>
          </a:prstGeom>
          <a:ln w="9525">
            <a:solidFill>
              <a:srgbClr val="D9DEE8"/>
            </a:solidFill>
          </a:ln>
        </p:spPr>
      </p:pic>
      <p:sp>
        <p:nvSpPr>
          <p:cNvPr id="104" name="Texto 104"/>
          <p:cNvSpPr/>
          <p:nvPr/>
        </p:nvSpPr>
        <p:spPr>
          <a:xfrm>
            <a:off x="5532120" y="1234440"/>
            <a:ext cx="6245352" cy="4754880"/>
          </a:xfrm>
          <a:prstGeom prst="roundRect">
            <a:avLst>
              <a:gd name="adj" fmla="val 5000"/>
            </a:avLst>
          </a:prstGeom>
          <a:solidFill>
            <a:srgbClr val="F2F5FA"/>
          </a:solidFill>
          <a:ln>
            <a:noFill/>
          </a:ln>
        </p:spPr>
        <p:txBody>
          <a:bodyPr wrap="square" lIns="274320" tIns="201168" rIns="274320" bIns="13716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lang="es-ES" sz="1200" b="1" dirty="0">
                <a:solidFill>
                  <a:srgbClr val="0080B1"/>
                </a:solidFill>
                <a:latin typeface="Century Gothic" panose="020B0502020202020204" pitchFamily="34" charset="0"/>
              </a:rPr>
              <a:t>Para validar</a:t>
            </a:r>
            <a:endParaRPr lang="es-ES" sz="1200" dirty="0">
              <a:latin typeface="Century Gothic" panose="020B0502020202020204" pitchFamily="34" charset="0"/>
            </a:endParaRPr>
          </a:p>
          <a:p>
            <a:pPr algn="l" marL="164592" indent="-164592">
              <a:spcBef>
                <a:spcPts val="0"/>
              </a:spcBef>
              <a:spcAft>
                <a:spcPts val="900"/>
              </a:spcAft>
              <a:buClr>
                <a:srgbClr val="0080B1"/>
              </a:buClr>
              <a:buFont typeface="Arial"/>
              <a:buChar char="•"/>
            </a:pPr>
            <a:r>
              <a:rPr lang="es-ES" sz="1100" dirty="0">
                <a:solidFill>
                  <a:srgbClr val="070F26"/>
                </a:solidFill>
                <a:latin typeface="Century Gothic" panose="020B0502020202020204" pitchFamily="34" charset="0"/>
              </a:rPr>
              <a:t>5.070 variantes para 7.100 expedientes: casi cada expediente sigue su propio camino. ¿El proceso es así de variable o hay trámites que conviene agrupar?</a:t>
            </a:r>
            <a:endParaRPr lang="es-ES" sz="1100" dirty="0">
              <a:latin typeface="Century Gothic" panose="020B0502020202020204" pitchFamily="34" charset="0"/>
            </a:endParaRPr>
          </a:p>
          <a:p>
            <a:pPr algn="l" marL="164592" indent="-164592">
              <a:spcBef>
                <a:spcPts val="0"/>
              </a:spcBef>
              <a:spcAft>
                <a:spcPts val="900"/>
              </a:spcAft>
              <a:buClr>
                <a:srgbClr val="0080B1"/>
              </a:buClr>
              <a:buFont typeface="Arial"/>
              <a:buChar char="•"/>
            </a:pPr>
            <a:r>
              <a:rPr lang="es-ES" sz="1100" dirty="0">
                <a:solidFill>
                  <a:srgbClr val="070F26"/>
                </a:solidFill>
                <a:latin typeface="Century Gothic" panose="020B0502020202020204" pitchFamily="34" charset="0"/>
              </a:rPr>
              <a:t>El camino más frecuente (174 expedientes, 7 días) solo cubre el 2 %: ¿qué tipo de expediente es?</a:t>
            </a:r>
            <a:endParaRPr lang="es-ES" sz="1100" dirty="0">
              <a:latin typeface="Century Gothic" panose="020B0502020202020204" pitchFamily="34" charset="0"/>
            </a:endParaRPr>
          </a:p>
          <a:p>
            <a:pPr algn="l" marL="164592" indent="-164592">
              <a:spcBef>
                <a:spcPts val="0"/>
              </a:spcBef>
              <a:spcAft>
                <a:spcPts val="900"/>
              </a:spcAft>
              <a:buClr>
                <a:srgbClr val="0080B1"/>
              </a:buClr>
              <a:buFont typeface="Arial"/>
              <a:buChar char="•"/>
            </a:pPr>
            <a:r>
              <a:rPr lang="es-ES" sz="1100" dirty="0">
                <a:solidFill>
                  <a:srgbClr val="070F26"/>
                </a:solidFill>
                <a:latin typeface="Century Gothic" panose="020B0502020202020204" pitchFamily="34" charset="0"/>
              </a:rPr>
              <a:t>Trámites técnicos como Consulta y Respuesta ICDA o Generación y Firma de documento: ¿os aporta verlos o los agrupamos?</a:t>
            </a:r>
            <a:endParaRPr lang="es-ES" sz="1100" dirty="0">
              <a:latin typeface="Century Gothic" panose="020B0502020202020204" pitchFamily="34" charset="0"/>
            </a:endParaRPr>
          </a:p>
          <a:p>
            <a:pPr algn="l" marL="164592" indent="-164592">
              <a:spcBef>
                <a:spcPts val="0"/>
              </a:spcBef>
              <a:spcAft>
                <a:spcPts val="900"/>
              </a:spcAft>
              <a:buClr>
                <a:srgbClr val="0080B1"/>
              </a:buClr>
              <a:buFont typeface="Arial"/>
              <a:buChar char="•"/>
            </a:pPr>
            <a:r>
              <a:rPr lang="es-ES" sz="1100" dirty="0">
                <a:solidFill>
                  <a:srgbClr val="070F26"/>
                </a:solidFill>
                <a:latin typeface="Century Gothic" panose="020B0502020202020204" pitchFamily="34" charset="0"/>
              </a:rPr>
              <a:t>Hay un filtro puesto («Exclude any event Finalización de la Etapa…»): ¿qué trámites marcan de verdad el inicio y el fin del expediente?</a:t>
            </a:r>
            <a:endParaRPr lang="es-ES" sz="1100" dirty="0">
              <a:latin typeface="Century Gothic" panose="020B0502020202020204" pitchFamily="34" charset="0"/>
            </a:endParaRPr>
          </a:p>
          <a:p>
            <a:pPr algn="l" marL="164592" indent="-164592">
              <a:spcBef>
                <a:spcPts val="0"/>
              </a:spcBef>
              <a:spcAft>
                <a:spcPts val="900"/>
              </a:spcAft>
              <a:buClr>
                <a:srgbClr val="0080B1"/>
              </a:buClr>
              <a:buFont typeface="Arial"/>
              <a:buChar char="•"/>
            </a:pPr>
            <a:r>
              <a:rPr lang="es-ES" sz="1100" dirty="0">
                <a:solidFill>
                  <a:srgbClr val="070F26"/>
                </a:solidFill>
                <a:latin typeface="Century Gothic" panose="020B0502020202020204" pitchFamily="34" charset="0"/>
              </a:rPr>
              <a:t>Aquí se analizan 7.100 expedientes y la cabecera muestra 105.000: ¿cuál es el universo correcto?</a:t>
            </a:r>
            <a:endParaRPr lang="es-ES" sz="1100" dirty="0"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50070585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69B87E-B26E-4513-C95A-3CFBDE32C3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81EC55-3563-5378-F34B-07979093D4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Century Gothic" panose="020B0502020202020204" pitchFamily="34" charset="0"/>
              </a:rPr>
              <a:t>Validación del cuadro de mando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4B0F80B-53B2-B1B1-D200-D36AF104F243}"/>
              </a:ext>
            </a:extLst>
          </p:cNvPr>
          <p:cNvSpPr txBox="1"/>
          <p:nvPr/>
        </p:nvSpPr>
        <p:spPr>
          <a:xfrm>
            <a:off x="411480" y="6446520"/>
            <a:ext cx="1005403" cy="2154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B7080"/>
                </a:solidFill>
                <a:latin typeface="Century Gothic" panose="020B0502020202020204" pitchFamily="34" charset="0"/>
              </a:rPr>
              <a:t>© 2026 NTT DATA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CB40D4E-5CC2-3DAE-7308-7F5C4CE7507B}"/>
              </a:ext>
            </a:extLst>
          </p:cNvPr>
          <p:cNvSpPr txBox="1"/>
          <p:nvPr/>
        </p:nvSpPr>
        <p:spPr>
          <a:xfrm>
            <a:off x="11554988" y="6446520"/>
            <a:ext cx="240772" cy="2154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>
                <a:solidFill>
                  <a:srgbClr val="6B7080"/>
                </a:solidFill>
                <a:latin typeface="Century Gothic" panose="020B0502020202020204" pitchFamily="34" charset="0"/>
              </a:rPr>
              <a:t>43</a:t>
            </a:r>
          </a:p>
        </p:txBody>
      </p:sp>
      <p:sp>
        <p:nvSpPr>
          <p:cNvPr id="101" name="Subtítulo 101"/>
          <p:cNvSpPr txBox="1"/>
          <p:nvPr/>
        </p:nvSpPr>
        <p:spPr>
          <a:xfrm>
            <a:off x="407822" y="731520"/>
            <a:ext cx="10515600" cy="384048"/>
          </a:xfrm>
          <a:prstGeom prst="rect">
            <a:avLst/>
          </a:prstGeom>
          <a:noFill/>
          <a:ln>
            <a:noFill/>
          </a:ln>
        </p:spPr>
        <p:txBody>
          <a:bodyPr wrap="square" lIns="91440" tIns="36576" rIns="91440" bIns="36576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b="1" dirty="0">
                <a:solidFill>
                  <a:srgbClr val="070F26"/>
                </a:solidFill>
                <a:latin typeface="Century Gothic" panose="020B0502020202020204" pitchFamily="34" charset="0"/>
              </a:rPr>
              <a:t>Lo que nos llama la atención</a:t>
            </a:r>
            <a:endParaRPr lang="es-ES" sz="1600" dirty="0">
              <a:latin typeface="Century Gothic" panose="020B0502020202020204" pitchFamily="34" charset="0"/>
            </a:endParaRPr>
          </a:p>
        </p:txBody>
      </p:sp>
      <p:graphicFrame>
        <p:nvGraphicFramePr>
          <p:cNvPr id="102" name="Tabla 102"/>
          <p:cNvGraphicFramePr>
            <a:graphicFrameLocks noGrp="1"/>
          </p:cNvGraphicFramePr>
          <p:nvPr/>
        </p:nvGraphicFramePr>
        <p:xfrm>
          <a:off x="407822" y="1234440"/>
          <a:ext cx="11365992" cy="4480560"/>
        </p:xfrm>
        <a:graphic>
          <a:graphicData uri="http://schemas.openxmlformats.org/drawingml/2006/table">
            <a:tbl>
              <a:tblPr firstRow="1" bandRow="1"/>
              <a:tblGrid>
                <a:gridCol w="411480"/>
                <a:gridCol w="3931920"/>
                <a:gridCol w="2743200"/>
                <a:gridCol w="4279392"/>
              </a:tblGrid>
              <a:tr h="44805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000" b="1" dirty="0">
                          <a:solidFill>
                            <a:srgbClr val="FFFFFF"/>
                          </a:solidFill>
                          <a:latin typeface="Century Gothic" panose="020B0502020202020204" pitchFamily="34" charset="0"/>
                        </a:rPr>
                        <a:t>#</a:t>
                      </a:r>
                    </a:p>
                  </a:txBody>
                  <a:tcPr marL="73152" marR="73152" marT="41148" marB="41148" anchor="ctr">
                    <a:lnL w="6350">
                      <a:solidFill>
                        <a:srgbClr val="D9DEE8"/>
                      </a:solidFill>
                    </a:lnL>
                    <a:lnR w="6350">
                      <a:solidFill>
                        <a:srgbClr val="D9DEE8"/>
                      </a:solidFill>
                    </a:lnR>
                    <a:lnT w="6350">
                      <a:solidFill>
                        <a:srgbClr val="D9DEE8"/>
                      </a:solidFill>
                    </a:lnT>
                    <a:lnB w="6350">
                      <a:solidFill>
                        <a:srgbClr val="D9DEE8"/>
                      </a:solidFill>
                    </a:lnB>
                    <a:solidFill>
                      <a:srgbClr val="070F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000" b="1" dirty="0">
                          <a:solidFill>
                            <a:srgbClr val="FFFFFF"/>
                          </a:solidFill>
                          <a:latin typeface="Century Gothic" panose="020B0502020202020204" pitchFamily="34" charset="0"/>
                        </a:rPr>
                        <a:t>Lo que vemos</a:t>
                      </a:r>
                    </a:p>
                  </a:txBody>
                  <a:tcPr marL="73152" marR="73152" marT="41148" marB="41148" anchor="ctr">
                    <a:lnL w="6350">
                      <a:solidFill>
                        <a:srgbClr val="D9DEE8"/>
                      </a:solidFill>
                    </a:lnL>
                    <a:lnR w="6350">
                      <a:solidFill>
                        <a:srgbClr val="D9DEE8"/>
                      </a:solidFill>
                    </a:lnR>
                    <a:lnT w="6350">
                      <a:solidFill>
                        <a:srgbClr val="D9DEE8"/>
                      </a:solidFill>
                    </a:lnT>
                    <a:lnB w="6350">
                      <a:solidFill>
                        <a:srgbClr val="D9DEE8"/>
                      </a:solidFill>
                    </a:lnB>
                    <a:solidFill>
                      <a:srgbClr val="070F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000" b="1" dirty="0">
                          <a:solidFill>
                            <a:srgbClr val="FFFFFF"/>
                          </a:solidFill>
                          <a:latin typeface="Century Gothic" panose="020B0502020202020204" pitchFamily="34" charset="0"/>
                        </a:rPr>
                        <a:t>Dónde</a:t>
                      </a:r>
                    </a:p>
                  </a:txBody>
                  <a:tcPr marL="73152" marR="73152" marT="41148" marB="41148" anchor="ctr">
                    <a:lnL w="6350">
                      <a:solidFill>
                        <a:srgbClr val="D9DEE8"/>
                      </a:solidFill>
                    </a:lnL>
                    <a:lnR w="6350">
                      <a:solidFill>
                        <a:srgbClr val="D9DEE8"/>
                      </a:solidFill>
                    </a:lnR>
                    <a:lnT w="6350">
                      <a:solidFill>
                        <a:srgbClr val="D9DEE8"/>
                      </a:solidFill>
                    </a:lnT>
                    <a:lnB w="6350">
                      <a:solidFill>
                        <a:srgbClr val="D9DEE8"/>
                      </a:solidFill>
                    </a:lnB>
                    <a:solidFill>
                      <a:srgbClr val="070F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000" b="1" dirty="0">
                          <a:solidFill>
                            <a:srgbClr val="FFFFFF"/>
                          </a:solidFill>
                          <a:latin typeface="Century Gothic" panose="020B0502020202020204" pitchFamily="34" charset="0"/>
                        </a:rPr>
                        <a:t>Lo que necesitamos saber</a:t>
                      </a:r>
                    </a:p>
                  </a:txBody>
                  <a:tcPr marL="73152" marR="73152" marT="41148" marB="41148" anchor="ctr">
                    <a:lnL w="6350">
                      <a:solidFill>
                        <a:srgbClr val="D9DEE8"/>
                      </a:solidFill>
                    </a:lnL>
                    <a:lnR w="6350">
                      <a:solidFill>
                        <a:srgbClr val="D9DEE8"/>
                      </a:solidFill>
                    </a:lnR>
                    <a:lnT w="6350">
                      <a:solidFill>
                        <a:srgbClr val="D9DEE8"/>
                      </a:solidFill>
                    </a:lnT>
                    <a:lnB w="6350">
                      <a:solidFill>
                        <a:srgbClr val="D9DEE8"/>
                      </a:solidFill>
                    </a:lnB>
                    <a:solidFill>
                      <a:srgbClr val="070F26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000" b="1" dirty="0">
                          <a:solidFill>
                            <a:srgbClr val="070F26"/>
                          </a:solidFill>
                          <a:latin typeface="Century Gothic" panose="020B0502020202020204" pitchFamily="34" charset="0"/>
                        </a:rPr>
                        <a:t>1</a:t>
                      </a:r>
                    </a:p>
                  </a:txBody>
                  <a:tcPr marL="73152" marR="73152" marT="41148" marB="41148" anchor="ctr">
                    <a:lnL w="6350">
                      <a:solidFill>
                        <a:srgbClr val="D9DEE8"/>
                      </a:solidFill>
                    </a:lnL>
                    <a:lnR w="6350">
                      <a:solidFill>
                        <a:srgbClr val="D9DEE8"/>
                      </a:solidFill>
                    </a:lnR>
                    <a:lnT w="6350">
                      <a:solidFill>
                        <a:srgbClr val="D9DEE8"/>
                      </a:solidFill>
                    </a:lnT>
                    <a:lnB w="6350">
                      <a:solidFill>
                        <a:srgbClr val="D9DE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000" dirty="0">
                          <a:solidFill>
                            <a:srgbClr val="070F26"/>
                          </a:solidFill>
                          <a:latin typeface="Century Gothic" panose="020B0502020202020204" pitchFamily="34" charset="0"/>
                        </a:rPr>
                        <a:t>% cumplimiento 0 % y % Resueltos 0</a:t>
                      </a:r>
                    </a:p>
                  </a:txBody>
                  <a:tcPr marL="73152" marR="73152" marT="41148" marB="41148" anchor="ctr">
                    <a:lnL w="6350">
                      <a:solidFill>
                        <a:srgbClr val="D9DEE8"/>
                      </a:solidFill>
                    </a:lnL>
                    <a:lnR w="6350">
                      <a:solidFill>
                        <a:srgbClr val="D9DEE8"/>
                      </a:solidFill>
                    </a:lnR>
                    <a:lnT w="6350">
                      <a:solidFill>
                        <a:srgbClr val="D9DEE8"/>
                      </a:solidFill>
                    </a:lnT>
                    <a:lnB w="6350">
                      <a:solidFill>
                        <a:srgbClr val="D9DE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000" dirty="0">
                          <a:solidFill>
                            <a:srgbClr val="070F26"/>
                          </a:solidFill>
                          <a:latin typeface="Century Gothic" panose="020B0502020202020204" pitchFamily="34" charset="0"/>
                        </a:rPr>
                        <a:t>Cabecera</a:t>
                      </a:r>
                    </a:p>
                  </a:txBody>
                  <a:tcPr marL="73152" marR="73152" marT="41148" marB="41148" anchor="ctr">
                    <a:lnL w="6350">
                      <a:solidFill>
                        <a:srgbClr val="D9DEE8"/>
                      </a:solidFill>
                    </a:lnL>
                    <a:lnR w="6350">
                      <a:solidFill>
                        <a:srgbClr val="D9DEE8"/>
                      </a:solidFill>
                    </a:lnR>
                    <a:lnT w="6350">
                      <a:solidFill>
                        <a:srgbClr val="D9DEE8"/>
                      </a:solidFill>
                    </a:lnT>
                    <a:lnB w="6350">
                      <a:solidFill>
                        <a:srgbClr val="D9DE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000" dirty="0">
                          <a:solidFill>
                            <a:srgbClr val="070F26"/>
                          </a:solidFill>
                          <a:latin typeface="Century Gothic" panose="020B0502020202020204" pitchFamily="34" charset="0"/>
                        </a:rPr>
                        <a:t>Qué estados y qué plazo definen «resuelto» y «en plazo»</a:t>
                      </a:r>
                    </a:p>
                  </a:txBody>
                  <a:tcPr marL="73152" marR="73152" marT="41148" marB="41148" anchor="ctr">
                    <a:lnL w="6350">
                      <a:solidFill>
                        <a:srgbClr val="D9DEE8"/>
                      </a:solidFill>
                    </a:lnL>
                    <a:lnR w="6350">
                      <a:solidFill>
                        <a:srgbClr val="D9DEE8"/>
                      </a:solidFill>
                    </a:lnR>
                    <a:lnT w="6350">
                      <a:solidFill>
                        <a:srgbClr val="D9DEE8"/>
                      </a:solidFill>
                    </a:lnT>
                    <a:lnB w="6350">
                      <a:solidFill>
                        <a:srgbClr val="D9DEE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000" b="1" dirty="0">
                          <a:solidFill>
                            <a:srgbClr val="070F26"/>
                          </a:solidFill>
                          <a:latin typeface="Century Gothic" panose="020B0502020202020204" pitchFamily="34" charset="0"/>
                        </a:rPr>
                        <a:t>2</a:t>
                      </a:r>
                    </a:p>
                  </a:txBody>
                  <a:tcPr marL="73152" marR="73152" marT="41148" marB="41148" anchor="ctr">
                    <a:lnL w="6350">
                      <a:solidFill>
                        <a:srgbClr val="D9DEE8"/>
                      </a:solidFill>
                    </a:lnL>
                    <a:lnR w="6350">
                      <a:solidFill>
                        <a:srgbClr val="D9DEE8"/>
                      </a:solidFill>
                    </a:lnR>
                    <a:lnT w="6350">
                      <a:solidFill>
                        <a:srgbClr val="D9DEE8"/>
                      </a:solidFill>
                    </a:lnT>
                    <a:lnB w="6350">
                      <a:solidFill>
                        <a:srgbClr val="D9DEE8"/>
                      </a:solidFill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000" dirty="0">
                          <a:solidFill>
                            <a:srgbClr val="070F26"/>
                          </a:solidFill>
                          <a:latin typeface="Century Gothic" panose="020B0502020202020204" pitchFamily="34" charset="0"/>
                        </a:rPr>
                        <a:t>Tiempo medio de resolución vacío («–»)</a:t>
                      </a:r>
                    </a:p>
                  </a:txBody>
                  <a:tcPr marL="73152" marR="73152" marT="41148" marB="41148" anchor="ctr">
                    <a:lnL w="6350">
                      <a:solidFill>
                        <a:srgbClr val="D9DEE8"/>
                      </a:solidFill>
                    </a:lnL>
                    <a:lnR w="6350">
                      <a:solidFill>
                        <a:srgbClr val="D9DEE8"/>
                      </a:solidFill>
                    </a:lnR>
                    <a:lnT w="6350">
                      <a:solidFill>
                        <a:srgbClr val="D9DEE8"/>
                      </a:solidFill>
                    </a:lnT>
                    <a:lnB w="6350">
                      <a:solidFill>
                        <a:srgbClr val="D9DEE8"/>
                      </a:solidFill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000" dirty="0">
                          <a:solidFill>
                            <a:srgbClr val="070F26"/>
                          </a:solidFill>
                          <a:latin typeface="Century Gothic" panose="020B0502020202020204" pitchFamily="34" charset="0"/>
                        </a:rPr>
                        <a:t>Cabecera y Tiempo medio</a:t>
                      </a:r>
                    </a:p>
                  </a:txBody>
                  <a:tcPr marL="73152" marR="73152" marT="41148" marB="41148" anchor="ctr">
                    <a:lnL w="6350">
                      <a:solidFill>
                        <a:srgbClr val="D9DEE8"/>
                      </a:solidFill>
                    </a:lnL>
                    <a:lnR w="6350">
                      <a:solidFill>
                        <a:srgbClr val="D9DEE8"/>
                      </a:solidFill>
                    </a:lnR>
                    <a:lnT w="6350">
                      <a:solidFill>
                        <a:srgbClr val="D9DEE8"/>
                      </a:solidFill>
                    </a:lnT>
                    <a:lnB w="6350">
                      <a:solidFill>
                        <a:srgbClr val="D9DEE8"/>
                      </a:solidFill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000" dirty="0">
                          <a:solidFill>
                            <a:srgbClr val="070F26"/>
                          </a:solidFill>
                          <a:latin typeface="Century Gothic" panose="020B0502020202020204" pitchFamily="34" charset="0"/>
                        </a:rPr>
                        <a:t>Qué fecha es la de resolución</a:t>
                      </a:r>
                    </a:p>
                  </a:txBody>
                  <a:tcPr marL="73152" marR="73152" marT="41148" marB="41148" anchor="ctr">
                    <a:lnL w="6350">
                      <a:solidFill>
                        <a:srgbClr val="D9DEE8"/>
                      </a:solidFill>
                    </a:lnL>
                    <a:lnR w="6350">
                      <a:solidFill>
                        <a:srgbClr val="D9DEE8"/>
                      </a:solidFill>
                    </a:lnR>
                    <a:lnT w="6350">
                      <a:solidFill>
                        <a:srgbClr val="D9DEE8"/>
                      </a:solidFill>
                    </a:lnT>
                    <a:lnB w="6350">
                      <a:solidFill>
                        <a:srgbClr val="D9DEE8"/>
                      </a:solidFill>
                    </a:lnB>
                    <a:solidFill>
                      <a:srgbClr val="F2F5FA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000" b="1" dirty="0">
                          <a:solidFill>
                            <a:srgbClr val="070F26"/>
                          </a:solidFill>
                          <a:latin typeface="Century Gothic" panose="020B0502020202020204" pitchFamily="34" charset="0"/>
                        </a:rPr>
                        <a:t>3</a:t>
                      </a:r>
                    </a:p>
                  </a:txBody>
                  <a:tcPr marL="73152" marR="73152" marT="41148" marB="41148" anchor="ctr">
                    <a:lnL w="6350">
                      <a:solidFill>
                        <a:srgbClr val="D9DEE8"/>
                      </a:solidFill>
                    </a:lnL>
                    <a:lnR w="6350">
                      <a:solidFill>
                        <a:srgbClr val="D9DEE8"/>
                      </a:solidFill>
                    </a:lnR>
                    <a:lnT w="6350">
                      <a:solidFill>
                        <a:srgbClr val="D9DEE8"/>
                      </a:solidFill>
                    </a:lnT>
                    <a:lnB w="6350">
                      <a:solidFill>
                        <a:srgbClr val="D9DE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000" dirty="0">
                          <a:solidFill>
                            <a:srgbClr val="070F26"/>
                          </a:solidFill>
                          <a:latin typeface="Century Gothic" panose="020B0502020202020204" pitchFamily="34" charset="0"/>
                        </a:rPr>
                        <a:t>105K expedientes frente a 7.10K</a:t>
                      </a:r>
                    </a:p>
                  </a:txBody>
                  <a:tcPr marL="73152" marR="73152" marT="41148" marB="41148" anchor="ctr">
                    <a:lnL w="6350">
                      <a:solidFill>
                        <a:srgbClr val="D9DEE8"/>
                      </a:solidFill>
                    </a:lnL>
                    <a:lnR w="6350">
                      <a:solidFill>
                        <a:srgbClr val="D9DEE8"/>
                      </a:solidFill>
                    </a:lnR>
                    <a:lnT w="6350">
                      <a:solidFill>
                        <a:srgbClr val="D9DEE8"/>
                      </a:solidFill>
                    </a:lnT>
                    <a:lnB w="6350">
                      <a:solidFill>
                        <a:srgbClr val="D9DE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000" dirty="0">
                          <a:solidFill>
                            <a:srgbClr val="070F26"/>
                          </a:solidFill>
                          <a:latin typeface="Century Gothic" panose="020B0502020202020204" pitchFamily="34" charset="0"/>
                        </a:rPr>
                        <a:t>Cabecera frente a bloques y proceso</a:t>
                      </a:r>
                    </a:p>
                  </a:txBody>
                  <a:tcPr marL="73152" marR="73152" marT="41148" marB="41148" anchor="ctr">
                    <a:lnL w="6350">
                      <a:solidFill>
                        <a:srgbClr val="D9DEE8"/>
                      </a:solidFill>
                    </a:lnL>
                    <a:lnR w="6350">
                      <a:solidFill>
                        <a:srgbClr val="D9DEE8"/>
                      </a:solidFill>
                    </a:lnR>
                    <a:lnT w="6350">
                      <a:solidFill>
                        <a:srgbClr val="D9DEE8"/>
                      </a:solidFill>
                    </a:lnT>
                    <a:lnB w="6350">
                      <a:solidFill>
                        <a:srgbClr val="D9DE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000" dirty="0">
                          <a:solidFill>
                            <a:srgbClr val="070F26"/>
                          </a:solidFill>
                          <a:latin typeface="Century Gothic" panose="020B0502020202020204" pitchFamily="34" charset="0"/>
                        </a:rPr>
                        <a:t>Qué universo de expedientes es el correcto</a:t>
                      </a:r>
                    </a:p>
                  </a:txBody>
                  <a:tcPr marL="73152" marR="73152" marT="41148" marB="41148" anchor="ctr">
                    <a:lnL w="6350">
                      <a:solidFill>
                        <a:srgbClr val="D9DEE8"/>
                      </a:solidFill>
                    </a:lnL>
                    <a:lnR w="6350">
                      <a:solidFill>
                        <a:srgbClr val="D9DEE8"/>
                      </a:solidFill>
                    </a:lnR>
                    <a:lnT w="6350">
                      <a:solidFill>
                        <a:srgbClr val="D9DEE8"/>
                      </a:solidFill>
                    </a:lnT>
                    <a:lnB w="6350">
                      <a:solidFill>
                        <a:srgbClr val="D9DEE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000" b="1" dirty="0">
                          <a:solidFill>
                            <a:srgbClr val="070F26"/>
                          </a:solidFill>
                          <a:latin typeface="Century Gothic" panose="020B0502020202020204" pitchFamily="34" charset="0"/>
                        </a:rPr>
                        <a:t>4</a:t>
                      </a:r>
                    </a:p>
                  </a:txBody>
                  <a:tcPr marL="73152" marR="73152" marT="41148" marB="41148" anchor="ctr">
                    <a:lnL w="6350">
                      <a:solidFill>
                        <a:srgbClr val="D9DEE8"/>
                      </a:solidFill>
                    </a:lnL>
                    <a:lnR w="6350">
                      <a:solidFill>
                        <a:srgbClr val="D9DEE8"/>
                      </a:solidFill>
                    </a:lnR>
                    <a:lnT w="6350">
                      <a:solidFill>
                        <a:srgbClr val="D9DEE8"/>
                      </a:solidFill>
                    </a:lnT>
                    <a:lnB w="6350">
                      <a:solidFill>
                        <a:srgbClr val="D9DEE8"/>
                      </a:solidFill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000" dirty="0">
                          <a:solidFill>
                            <a:srgbClr val="070F26"/>
                          </a:solidFill>
                          <a:latin typeface="Century Gothic" panose="020B0502020202020204" pitchFamily="34" charset="0"/>
                        </a:rPr>
                        <a:t>111 días frente a 3 días de tramitación</a:t>
                      </a:r>
                    </a:p>
                  </a:txBody>
                  <a:tcPr marL="73152" marR="73152" marT="41148" marB="41148" anchor="ctr">
                    <a:lnL w="6350">
                      <a:solidFill>
                        <a:srgbClr val="D9DEE8"/>
                      </a:solidFill>
                    </a:lnL>
                    <a:lnR w="6350">
                      <a:solidFill>
                        <a:srgbClr val="D9DEE8"/>
                      </a:solidFill>
                    </a:lnR>
                    <a:lnT w="6350">
                      <a:solidFill>
                        <a:srgbClr val="D9DEE8"/>
                      </a:solidFill>
                    </a:lnT>
                    <a:lnB w="6350">
                      <a:solidFill>
                        <a:srgbClr val="D9DEE8"/>
                      </a:solidFill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000" dirty="0">
                          <a:solidFill>
                            <a:srgbClr val="070F26"/>
                          </a:solidFill>
                          <a:latin typeface="Century Gothic" panose="020B0502020202020204" pitchFamily="34" charset="0"/>
                        </a:rPr>
                        <a:t>Cabecera frente a Tiempo medio</a:t>
                      </a:r>
                    </a:p>
                  </a:txBody>
                  <a:tcPr marL="73152" marR="73152" marT="41148" marB="41148" anchor="ctr">
                    <a:lnL w="6350">
                      <a:solidFill>
                        <a:srgbClr val="D9DEE8"/>
                      </a:solidFill>
                    </a:lnL>
                    <a:lnR w="6350">
                      <a:solidFill>
                        <a:srgbClr val="D9DEE8"/>
                      </a:solidFill>
                    </a:lnR>
                    <a:lnT w="6350">
                      <a:solidFill>
                        <a:srgbClr val="D9DEE8"/>
                      </a:solidFill>
                    </a:lnT>
                    <a:lnB w="6350">
                      <a:solidFill>
                        <a:srgbClr val="D9DEE8"/>
                      </a:solidFill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000" dirty="0">
                          <a:solidFill>
                            <a:srgbClr val="070F26"/>
                          </a:solidFill>
                          <a:latin typeface="Century Gothic" panose="020B0502020202020204" pitchFamily="34" charset="0"/>
                        </a:rPr>
                        <a:t>Si los dos indicadores miden lo mismo</a:t>
                      </a:r>
                    </a:p>
                  </a:txBody>
                  <a:tcPr marL="73152" marR="73152" marT="41148" marB="41148" anchor="ctr">
                    <a:lnL w="6350">
                      <a:solidFill>
                        <a:srgbClr val="D9DEE8"/>
                      </a:solidFill>
                    </a:lnL>
                    <a:lnR w="6350">
                      <a:solidFill>
                        <a:srgbClr val="D9DEE8"/>
                      </a:solidFill>
                    </a:lnR>
                    <a:lnT w="6350">
                      <a:solidFill>
                        <a:srgbClr val="D9DEE8"/>
                      </a:solidFill>
                    </a:lnT>
                    <a:lnB w="6350">
                      <a:solidFill>
                        <a:srgbClr val="D9DEE8"/>
                      </a:solidFill>
                    </a:lnB>
                    <a:solidFill>
                      <a:srgbClr val="F2F5FA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000" b="1" dirty="0">
                          <a:solidFill>
                            <a:srgbClr val="070F26"/>
                          </a:solidFill>
                          <a:latin typeface="Century Gothic" panose="020B0502020202020204" pitchFamily="34" charset="0"/>
                        </a:rPr>
                        <a:t>5</a:t>
                      </a:r>
                    </a:p>
                  </a:txBody>
                  <a:tcPr marL="73152" marR="73152" marT="41148" marB="41148" anchor="ctr">
                    <a:lnL w="6350">
                      <a:solidFill>
                        <a:srgbClr val="D9DEE8"/>
                      </a:solidFill>
                    </a:lnL>
                    <a:lnR w="6350">
                      <a:solidFill>
                        <a:srgbClr val="D9DEE8"/>
                      </a:solidFill>
                    </a:lnR>
                    <a:lnT w="6350">
                      <a:solidFill>
                        <a:srgbClr val="D9DEE8"/>
                      </a:solidFill>
                    </a:lnT>
                    <a:lnB w="6350">
                      <a:solidFill>
                        <a:srgbClr val="D9DE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000" dirty="0">
                          <a:solidFill>
                            <a:srgbClr val="070F26"/>
                          </a:solidFill>
                          <a:latin typeface="Century Gothic" panose="020B0502020202020204" pitchFamily="34" charset="0"/>
                        </a:rPr>
                        <a:t>Expedientes migrados con 3.516 días</a:t>
                      </a:r>
                    </a:p>
                  </a:txBody>
                  <a:tcPr marL="73152" marR="73152" marT="41148" marB="41148" anchor="ctr">
                    <a:lnL w="6350">
                      <a:solidFill>
                        <a:srgbClr val="D9DEE8"/>
                      </a:solidFill>
                    </a:lnL>
                    <a:lnR w="6350">
                      <a:solidFill>
                        <a:srgbClr val="D9DEE8"/>
                      </a:solidFill>
                    </a:lnR>
                    <a:lnT w="6350">
                      <a:solidFill>
                        <a:srgbClr val="D9DEE8"/>
                      </a:solidFill>
                    </a:lnT>
                    <a:lnB w="6350">
                      <a:solidFill>
                        <a:srgbClr val="D9DE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000" dirty="0">
                          <a:solidFill>
                            <a:srgbClr val="070F26"/>
                          </a:solidFill>
                          <a:latin typeface="Century Gothic" panose="020B0502020202020204" pitchFamily="34" charset="0"/>
                        </a:rPr>
                        <a:t>Vista Operativa</a:t>
                      </a:r>
                    </a:p>
                  </a:txBody>
                  <a:tcPr marL="73152" marR="73152" marT="41148" marB="41148" anchor="ctr">
                    <a:lnL w="6350">
                      <a:solidFill>
                        <a:srgbClr val="D9DEE8"/>
                      </a:solidFill>
                    </a:lnL>
                    <a:lnR w="6350">
                      <a:solidFill>
                        <a:srgbClr val="D9DEE8"/>
                      </a:solidFill>
                    </a:lnR>
                    <a:lnT w="6350">
                      <a:solidFill>
                        <a:srgbClr val="D9DEE8"/>
                      </a:solidFill>
                    </a:lnT>
                    <a:lnB w="6350">
                      <a:solidFill>
                        <a:srgbClr val="D9DE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000" dirty="0">
                          <a:solidFill>
                            <a:srgbClr val="070F26"/>
                          </a:solidFill>
                          <a:latin typeface="Century Gothic" panose="020B0502020202020204" pitchFamily="34" charset="0"/>
                        </a:rPr>
                        <a:t>Si los migrados cuentan en los tiempos</a:t>
                      </a:r>
                    </a:p>
                  </a:txBody>
                  <a:tcPr marL="73152" marR="73152" marT="41148" marB="41148" anchor="ctr">
                    <a:lnL w="6350">
                      <a:solidFill>
                        <a:srgbClr val="D9DEE8"/>
                      </a:solidFill>
                    </a:lnL>
                    <a:lnR w="6350">
                      <a:solidFill>
                        <a:srgbClr val="D9DEE8"/>
                      </a:solidFill>
                    </a:lnR>
                    <a:lnT w="6350">
                      <a:solidFill>
                        <a:srgbClr val="D9DEE8"/>
                      </a:solidFill>
                    </a:lnT>
                    <a:lnB w="6350">
                      <a:solidFill>
                        <a:srgbClr val="D9DEE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000" b="1" dirty="0">
                          <a:solidFill>
                            <a:srgbClr val="070F26"/>
                          </a:solidFill>
                          <a:latin typeface="Century Gothic" panose="020B0502020202020204" pitchFamily="34" charset="0"/>
                        </a:rPr>
                        <a:t>6</a:t>
                      </a:r>
                    </a:p>
                  </a:txBody>
                  <a:tcPr marL="73152" marR="73152" marT="41148" marB="41148" anchor="ctr">
                    <a:lnL w="6350">
                      <a:solidFill>
                        <a:srgbClr val="D9DEE8"/>
                      </a:solidFill>
                    </a:lnL>
                    <a:lnR w="6350">
                      <a:solidFill>
                        <a:srgbClr val="D9DEE8"/>
                      </a:solidFill>
                    </a:lnR>
                    <a:lnT w="6350">
                      <a:solidFill>
                        <a:srgbClr val="D9DEE8"/>
                      </a:solidFill>
                    </a:lnT>
                    <a:lnB w="6350">
                      <a:solidFill>
                        <a:srgbClr val="D9DEE8"/>
                      </a:solidFill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000" dirty="0">
                          <a:solidFill>
                            <a:srgbClr val="070F26"/>
                          </a:solidFill>
                          <a:latin typeface="Century Gothic" panose="020B0502020202020204" pitchFamily="34" charset="0"/>
                        </a:rPr>
                        <a:t>Usuario tras reasignación sin dato</a:t>
                      </a:r>
                    </a:p>
                  </a:txBody>
                  <a:tcPr marL="73152" marR="73152" marT="41148" marB="41148" anchor="ctr">
                    <a:lnL w="6350">
                      <a:solidFill>
                        <a:srgbClr val="D9DEE8"/>
                      </a:solidFill>
                    </a:lnL>
                    <a:lnR w="6350">
                      <a:solidFill>
                        <a:srgbClr val="D9DEE8"/>
                      </a:solidFill>
                    </a:lnR>
                    <a:lnT w="6350">
                      <a:solidFill>
                        <a:srgbClr val="D9DEE8"/>
                      </a:solidFill>
                    </a:lnT>
                    <a:lnB w="6350">
                      <a:solidFill>
                        <a:srgbClr val="D9DEE8"/>
                      </a:solidFill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000" dirty="0">
                          <a:solidFill>
                            <a:srgbClr val="070F26"/>
                          </a:solidFill>
                          <a:latin typeface="Century Gothic" panose="020B0502020202020204" pitchFamily="34" charset="0"/>
                        </a:rPr>
                        <a:t>Vista Operativa</a:t>
                      </a:r>
                    </a:p>
                  </a:txBody>
                  <a:tcPr marL="73152" marR="73152" marT="41148" marB="41148" anchor="ctr">
                    <a:lnL w="6350">
                      <a:solidFill>
                        <a:srgbClr val="D9DEE8"/>
                      </a:solidFill>
                    </a:lnL>
                    <a:lnR w="6350">
                      <a:solidFill>
                        <a:srgbClr val="D9DEE8"/>
                      </a:solidFill>
                    </a:lnR>
                    <a:lnT w="6350">
                      <a:solidFill>
                        <a:srgbClr val="D9DEE8"/>
                      </a:solidFill>
                    </a:lnT>
                    <a:lnB w="6350">
                      <a:solidFill>
                        <a:srgbClr val="D9DEE8"/>
                      </a:solidFill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000" dirty="0">
                          <a:solidFill>
                            <a:srgbClr val="070F26"/>
                          </a:solidFill>
                          <a:latin typeface="Century Gothic" panose="020B0502020202020204" pitchFamily="34" charset="0"/>
                        </a:rPr>
                        <a:t>Si la reasignación se registra en el sistema</a:t>
                      </a:r>
                    </a:p>
                  </a:txBody>
                  <a:tcPr marL="73152" marR="73152" marT="41148" marB="41148" anchor="ctr">
                    <a:lnL w="6350">
                      <a:solidFill>
                        <a:srgbClr val="D9DEE8"/>
                      </a:solidFill>
                    </a:lnL>
                    <a:lnR w="6350">
                      <a:solidFill>
                        <a:srgbClr val="D9DEE8"/>
                      </a:solidFill>
                    </a:lnR>
                    <a:lnT w="6350">
                      <a:solidFill>
                        <a:srgbClr val="D9DEE8"/>
                      </a:solidFill>
                    </a:lnT>
                    <a:lnB w="6350">
                      <a:solidFill>
                        <a:srgbClr val="D9DEE8"/>
                      </a:solidFill>
                    </a:lnB>
                    <a:solidFill>
                      <a:srgbClr val="F2F5FA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000" b="1" dirty="0">
                          <a:solidFill>
                            <a:srgbClr val="070F26"/>
                          </a:solidFill>
                          <a:latin typeface="Century Gothic" panose="020B0502020202020204" pitchFamily="34" charset="0"/>
                        </a:rPr>
                        <a:t>7</a:t>
                      </a:r>
                    </a:p>
                  </a:txBody>
                  <a:tcPr marL="73152" marR="73152" marT="41148" marB="41148" anchor="ctr">
                    <a:lnL w="6350">
                      <a:solidFill>
                        <a:srgbClr val="D9DEE8"/>
                      </a:solidFill>
                    </a:lnL>
                    <a:lnR w="6350">
                      <a:solidFill>
                        <a:srgbClr val="D9DEE8"/>
                      </a:solidFill>
                    </a:lnR>
                    <a:lnT w="6350">
                      <a:solidFill>
                        <a:srgbClr val="D9DEE8"/>
                      </a:solidFill>
                    </a:lnT>
                    <a:lnB w="6350">
                      <a:solidFill>
                        <a:srgbClr val="D9DE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000" dirty="0">
                          <a:solidFill>
                            <a:srgbClr val="070F26"/>
                          </a:solidFill>
                          <a:latin typeface="Century Gothic" panose="020B0502020202020204" pitchFamily="34" charset="0"/>
                        </a:rPr>
                        <a:t>Gráficas desde 2026-03; datos desde 14-07-2025</a:t>
                      </a:r>
                    </a:p>
                  </a:txBody>
                  <a:tcPr marL="73152" marR="73152" marT="41148" marB="41148" anchor="ctr">
                    <a:lnL w="6350">
                      <a:solidFill>
                        <a:srgbClr val="D9DEE8"/>
                      </a:solidFill>
                    </a:lnL>
                    <a:lnR w="6350">
                      <a:solidFill>
                        <a:srgbClr val="D9DEE8"/>
                      </a:solidFill>
                    </a:lnR>
                    <a:lnT w="6350">
                      <a:solidFill>
                        <a:srgbClr val="D9DEE8"/>
                      </a:solidFill>
                    </a:lnT>
                    <a:lnB w="6350">
                      <a:solidFill>
                        <a:srgbClr val="D9DE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000" dirty="0">
                          <a:solidFill>
                            <a:srgbClr val="070F26"/>
                          </a:solidFill>
                          <a:latin typeface="Century Gothic" panose="020B0502020202020204" pitchFamily="34" charset="0"/>
                        </a:rPr>
                        <a:t>Gráficas de evolución</a:t>
                      </a:r>
                    </a:p>
                  </a:txBody>
                  <a:tcPr marL="73152" marR="73152" marT="41148" marB="41148" anchor="ctr">
                    <a:lnL w="6350">
                      <a:solidFill>
                        <a:srgbClr val="D9DEE8"/>
                      </a:solidFill>
                    </a:lnL>
                    <a:lnR w="6350">
                      <a:solidFill>
                        <a:srgbClr val="D9DEE8"/>
                      </a:solidFill>
                    </a:lnR>
                    <a:lnT w="6350">
                      <a:solidFill>
                        <a:srgbClr val="D9DEE8"/>
                      </a:solidFill>
                    </a:lnT>
                    <a:lnB w="6350">
                      <a:solidFill>
                        <a:srgbClr val="D9DE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000" dirty="0">
                          <a:solidFill>
                            <a:srgbClr val="070F26"/>
                          </a:solidFill>
                          <a:latin typeface="Century Gothic" panose="020B0502020202020204" pitchFamily="34" charset="0"/>
                        </a:rPr>
                        <a:t>Qué fecha usar en el eje de cada gráfica</a:t>
                      </a:r>
                    </a:p>
                  </a:txBody>
                  <a:tcPr marL="73152" marR="73152" marT="41148" marB="41148" anchor="ctr">
                    <a:lnL w="6350">
                      <a:solidFill>
                        <a:srgbClr val="D9DEE8"/>
                      </a:solidFill>
                    </a:lnL>
                    <a:lnR w="6350">
                      <a:solidFill>
                        <a:srgbClr val="D9DEE8"/>
                      </a:solidFill>
                    </a:lnR>
                    <a:lnT w="6350">
                      <a:solidFill>
                        <a:srgbClr val="D9DEE8"/>
                      </a:solidFill>
                    </a:lnT>
                    <a:lnB w="6350">
                      <a:solidFill>
                        <a:srgbClr val="D9DEE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000" b="1" dirty="0">
                          <a:solidFill>
                            <a:srgbClr val="070F26"/>
                          </a:solidFill>
                          <a:latin typeface="Century Gothic" panose="020B0502020202020204" pitchFamily="34" charset="0"/>
                        </a:rPr>
                        <a:t>8</a:t>
                      </a:r>
                    </a:p>
                  </a:txBody>
                  <a:tcPr marL="73152" marR="73152" marT="41148" marB="41148" anchor="ctr">
                    <a:lnL w="6350">
                      <a:solidFill>
                        <a:srgbClr val="D9DEE8"/>
                      </a:solidFill>
                    </a:lnL>
                    <a:lnR w="6350">
                      <a:solidFill>
                        <a:srgbClr val="D9DEE8"/>
                      </a:solidFill>
                    </a:lnR>
                    <a:lnT w="6350">
                      <a:solidFill>
                        <a:srgbClr val="D9DEE8"/>
                      </a:solidFill>
                    </a:lnT>
                    <a:lnB w="6350">
                      <a:solidFill>
                        <a:srgbClr val="D9DEE8"/>
                      </a:solidFill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000" dirty="0">
                          <a:solidFill>
                            <a:srgbClr val="070F26"/>
                          </a:solidFill>
                          <a:latin typeface="Century Gothic" panose="020B0502020202020204" pitchFamily="34" charset="0"/>
                        </a:rPr>
                        <a:t>«Última actualización» en blanco</a:t>
                      </a:r>
                    </a:p>
                  </a:txBody>
                  <a:tcPr marL="73152" marR="73152" marT="41148" marB="41148" anchor="ctr">
                    <a:lnL w="6350">
                      <a:solidFill>
                        <a:srgbClr val="D9DEE8"/>
                      </a:solidFill>
                    </a:lnL>
                    <a:lnR w="6350">
                      <a:solidFill>
                        <a:srgbClr val="D9DEE8"/>
                      </a:solidFill>
                    </a:lnR>
                    <a:lnT w="6350">
                      <a:solidFill>
                        <a:srgbClr val="D9DEE8"/>
                      </a:solidFill>
                    </a:lnT>
                    <a:lnB w="6350">
                      <a:solidFill>
                        <a:srgbClr val="D9DEE8"/>
                      </a:solidFill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000" dirty="0">
                          <a:solidFill>
                            <a:srgbClr val="070F26"/>
                          </a:solidFill>
                          <a:latin typeface="Century Gothic" panose="020B0502020202020204" pitchFamily="34" charset="0"/>
                        </a:rPr>
                        <a:t>Página de inicio</a:t>
                      </a:r>
                    </a:p>
                  </a:txBody>
                  <a:tcPr marL="73152" marR="73152" marT="41148" marB="41148" anchor="ctr">
                    <a:lnL w="6350">
                      <a:solidFill>
                        <a:srgbClr val="D9DEE8"/>
                      </a:solidFill>
                    </a:lnL>
                    <a:lnR w="6350">
                      <a:solidFill>
                        <a:srgbClr val="D9DEE8"/>
                      </a:solidFill>
                    </a:lnR>
                    <a:lnT w="6350">
                      <a:solidFill>
                        <a:srgbClr val="D9DEE8"/>
                      </a:solidFill>
                    </a:lnT>
                    <a:lnB w="6350">
                      <a:solidFill>
                        <a:srgbClr val="D9DEE8"/>
                      </a:solidFill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000" dirty="0">
                          <a:solidFill>
                            <a:srgbClr val="070F26"/>
                          </a:solidFill>
                          <a:latin typeface="Century Gothic" panose="020B0502020202020204" pitchFamily="34" charset="0"/>
                        </a:rPr>
                        <a:t>Qué fecha de carga queréis ver</a:t>
                      </a:r>
                    </a:p>
                  </a:txBody>
                  <a:tcPr marL="73152" marR="73152" marT="41148" marB="41148" anchor="ctr">
                    <a:lnL w="6350">
                      <a:solidFill>
                        <a:srgbClr val="D9DEE8"/>
                      </a:solidFill>
                    </a:lnL>
                    <a:lnR w="6350">
                      <a:solidFill>
                        <a:srgbClr val="D9DEE8"/>
                      </a:solidFill>
                    </a:lnR>
                    <a:lnT w="6350">
                      <a:solidFill>
                        <a:srgbClr val="D9DEE8"/>
                      </a:solidFill>
                    </a:lnT>
                    <a:lnB w="6350">
                      <a:solidFill>
                        <a:srgbClr val="D9DEE8"/>
                      </a:solidFill>
                    </a:lnB>
                    <a:solidFill>
                      <a:srgbClr val="F2F5FA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000" b="1" dirty="0">
                          <a:solidFill>
                            <a:srgbClr val="070F26"/>
                          </a:solidFill>
                          <a:latin typeface="Century Gothic" panose="020B0502020202020204" pitchFamily="34" charset="0"/>
                        </a:rPr>
                        <a:t>9</a:t>
                      </a:r>
                    </a:p>
                  </a:txBody>
                  <a:tcPr marL="73152" marR="73152" marT="41148" marB="41148" anchor="ctr">
                    <a:lnL w="6350">
                      <a:solidFill>
                        <a:srgbClr val="D9DEE8"/>
                      </a:solidFill>
                    </a:lnL>
                    <a:lnR w="6350">
                      <a:solidFill>
                        <a:srgbClr val="D9DEE8"/>
                      </a:solidFill>
                    </a:lnR>
                    <a:lnT w="6350">
                      <a:solidFill>
                        <a:srgbClr val="D9DEE8"/>
                      </a:solidFill>
                    </a:lnT>
                    <a:lnB w="6350">
                      <a:solidFill>
                        <a:srgbClr val="D9DE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000" dirty="0">
                          <a:solidFill>
                            <a:srgbClr val="070F26"/>
                          </a:solidFill>
                          <a:latin typeface="Century Gothic" panose="020B0502020202020204" pitchFamily="34" charset="0"/>
                        </a:rPr>
                        <a:t>Filtros sin nombre («Filter dropdown»)</a:t>
                      </a:r>
                    </a:p>
                  </a:txBody>
                  <a:tcPr marL="73152" marR="73152" marT="41148" marB="41148" anchor="ctr">
                    <a:lnL w="6350">
                      <a:solidFill>
                        <a:srgbClr val="D9DEE8"/>
                      </a:solidFill>
                    </a:lnL>
                    <a:lnR w="6350">
                      <a:solidFill>
                        <a:srgbClr val="D9DEE8"/>
                      </a:solidFill>
                    </a:lnR>
                    <a:lnT w="6350">
                      <a:solidFill>
                        <a:srgbClr val="D9DEE8"/>
                      </a:solidFill>
                    </a:lnT>
                    <a:lnB w="6350">
                      <a:solidFill>
                        <a:srgbClr val="D9DE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000" dirty="0">
                          <a:solidFill>
                            <a:srgbClr val="070F26"/>
                          </a:solidFill>
                          <a:latin typeface="Century Gothic" panose="020B0502020202020204" pitchFamily="34" charset="0"/>
                        </a:rPr>
                        <a:t>Barra de filtros</a:t>
                      </a:r>
                    </a:p>
                  </a:txBody>
                  <a:tcPr marL="73152" marR="73152" marT="41148" marB="41148" anchor="ctr">
                    <a:lnL w="6350">
                      <a:solidFill>
                        <a:srgbClr val="D9DEE8"/>
                      </a:solidFill>
                    </a:lnL>
                    <a:lnR w="6350">
                      <a:solidFill>
                        <a:srgbClr val="D9DEE8"/>
                      </a:solidFill>
                    </a:lnR>
                    <a:lnT w="6350">
                      <a:solidFill>
                        <a:srgbClr val="D9DEE8"/>
                      </a:solidFill>
                    </a:lnT>
                    <a:lnB w="6350">
                      <a:solidFill>
                        <a:srgbClr val="D9DE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000" dirty="0">
                          <a:solidFill>
                            <a:srgbClr val="070F26"/>
                          </a:solidFill>
                          <a:latin typeface="Century Gothic" panose="020B0502020202020204" pitchFamily="34" charset="0"/>
                        </a:rPr>
                        <a:t>Qué filtros necesitáis y con qué nombre</a:t>
                      </a:r>
                    </a:p>
                  </a:txBody>
                  <a:tcPr marL="73152" marR="73152" marT="41148" marB="41148" anchor="ctr">
                    <a:lnL w="6350">
                      <a:solidFill>
                        <a:srgbClr val="D9DEE8"/>
                      </a:solidFill>
                    </a:lnL>
                    <a:lnR w="6350">
                      <a:solidFill>
                        <a:srgbClr val="D9DEE8"/>
                      </a:solidFill>
                    </a:lnR>
                    <a:lnT w="6350">
                      <a:solidFill>
                        <a:srgbClr val="D9DEE8"/>
                      </a:solidFill>
                    </a:lnT>
                    <a:lnB w="6350">
                      <a:solidFill>
                        <a:srgbClr val="D9DEE8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50070585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69B87E-B26E-4513-C95A-3CFBDE32C3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81EC55-3563-5378-F34B-07979093D4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Century Gothic" panose="020B0502020202020204" pitchFamily="34" charset="0"/>
              </a:rPr>
              <a:t>Validación del cuadro de mando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4B0F80B-53B2-B1B1-D200-D36AF104F243}"/>
              </a:ext>
            </a:extLst>
          </p:cNvPr>
          <p:cNvSpPr txBox="1"/>
          <p:nvPr/>
        </p:nvSpPr>
        <p:spPr>
          <a:xfrm>
            <a:off x="411480" y="6446520"/>
            <a:ext cx="1005403" cy="2154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B7080"/>
                </a:solidFill>
                <a:latin typeface="Century Gothic" panose="020B0502020202020204" pitchFamily="34" charset="0"/>
              </a:rPr>
              <a:t>© 2026 NTT DATA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CB40D4E-5CC2-3DAE-7308-7F5C4CE7507B}"/>
              </a:ext>
            </a:extLst>
          </p:cNvPr>
          <p:cNvSpPr txBox="1"/>
          <p:nvPr/>
        </p:nvSpPr>
        <p:spPr>
          <a:xfrm>
            <a:off x="11554988" y="6446520"/>
            <a:ext cx="240772" cy="2154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>
                <a:solidFill>
                  <a:srgbClr val="6B7080"/>
                </a:solidFill>
                <a:latin typeface="Century Gothic" panose="020B0502020202020204" pitchFamily="34" charset="0"/>
              </a:rPr>
              <a:t>44</a:t>
            </a:r>
          </a:p>
        </p:txBody>
      </p:sp>
      <p:sp>
        <p:nvSpPr>
          <p:cNvPr id="101" name="Subtítulo 101"/>
          <p:cNvSpPr txBox="1"/>
          <p:nvPr/>
        </p:nvSpPr>
        <p:spPr>
          <a:xfrm>
            <a:off x="407822" y="731520"/>
            <a:ext cx="10515600" cy="384048"/>
          </a:xfrm>
          <a:prstGeom prst="rect">
            <a:avLst/>
          </a:prstGeom>
          <a:noFill/>
          <a:ln>
            <a:noFill/>
          </a:ln>
        </p:spPr>
        <p:txBody>
          <a:bodyPr wrap="square" lIns="91440" tIns="36576" rIns="91440" bIns="36576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b="1" dirty="0">
                <a:solidFill>
                  <a:srgbClr val="070F26"/>
                </a:solidFill>
                <a:latin typeface="Century Gothic" panose="020B0502020202020204" pitchFamily="34" charset="0"/>
              </a:rPr>
              <a:t>Próximos pasos</a:t>
            </a:r>
            <a:endParaRPr lang="es-ES" sz="1600" dirty="0">
              <a:latin typeface="Century Gothic" panose="020B0502020202020204" pitchFamily="34" charset="0"/>
            </a:endParaRPr>
          </a:p>
        </p:txBody>
      </p:sp>
      <p:sp>
        <p:nvSpPr>
          <p:cNvPr id="102" name="Paso 102"/>
          <p:cNvSpPr/>
          <p:nvPr/>
        </p:nvSpPr>
        <p:spPr>
          <a:xfrm>
            <a:off x="407822" y="1463040"/>
            <a:ext cx="3657600" cy="2011680"/>
          </a:xfrm>
          <a:prstGeom prst="roundRect">
            <a:avLst>
              <a:gd name="adj" fmla="val 8000"/>
            </a:avLst>
          </a:prstGeom>
          <a:solidFill>
            <a:srgbClr val="F2F5FA"/>
          </a:solidFill>
          <a:ln>
            <a:noFill/>
          </a:ln>
        </p:spPr>
        <p:txBody>
          <a:bodyPr wrap="square" lIns="274320" tIns="566928" rIns="274320" bIns="13716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1500" b="1" dirty="0">
                <a:solidFill>
                  <a:srgbClr val="070F26"/>
                </a:solidFill>
                <a:latin typeface="Century Gothic" panose="020B0502020202020204" pitchFamily="34" charset="0"/>
              </a:rPr>
              <a:t>Hoja de validación</a:t>
            </a:r>
            <a:endParaRPr lang="es-ES" sz="1500" dirty="0">
              <a:latin typeface="Century Gothic" panose="020B0502020202020204" pitchFamily="34" charset="0"/>
            </a:endParaRP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dirty="0">
                <a:solidFill>
                  <a:srgbClr val="6B7080"/>
                </a:solidFill>
                <a:latin typeface="Century Gothic" panose="020B0502020202020204" pitchFamily="34" charset="0"/>
              </a:rPr>
              <a:t>Os dejamos cada indicador con su definición. Marcáis Cuadra, Revisar o No cuadra y añadís un comentario.</a:t>
            </a:r>
            <a:endParaRPr lang="es-ES" sz="1200" dirty="0">
              <a:latin typeface="Century Gothic" panose="020B0502020202020204" pitchFamily="34" charset="0"/>
            </a:endParaRPr>
          </a:p>
        </p:txBody>
      </p:sp>
      <p:sp>
        <p:nvSpPr>
          <p:cNvPr id="103" name="Número 103"/>
          <p:cNvSpPr/>
          <p:nvPr/>
        </p:nvSpPr>
        <p:spPr>
          <a:xfrm>
            <a:off x="682142" y="1600200"/>
            <a:ext cx="384048" cy="384048"/>
          </a:xfrm>
          <a:prstGeom prst="ellipse">
            <a:avLst/>
          </a:prstGeom>
          <a:solidFill>
            <a:srgbClr val="0080B1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1" dirty="0">
                <a:solidFill>
                  <a:srgbClr val="FFFFFF"/>
                </a:solidFill>
                <a:latin typeface="Century Gothic" panose="020B0502020202020204" pitchFamily="34" charset="0"/>
              </a:rPr>
              <a:t>1</a:t>
            </a:r>
            <a:endParaRPr lang="es-ES" sz="1200" dirty="0">
              <a:latin typeface="Century Gothic" panose="020B0502020202020204" pitchFamily="34" charset="0"/>
            </a:endParaRPr>
          </a:p>
        </p:txBody>
      </p:sp>
      <p:sp>
        <p:nvSpPr>
          <p:cNvPr id="104" name="Flecha 104"/>
          <p:cNvSpPr/>
          <p:nvPr/>
        </p:nvSpPr>
        <p:spPr>
          <a:xfrm>
            <a:off x="4083710" y="2468880"/>
            <a:ext cx="164592" cy="274320"/>
          </a:xfrm>
          <a:prstGeom prst="rightArrow">
            <a:avLst/>
          </a:prstGeom>
          <a:solidFill>
            <a:srgbClr val="C9D3E3"/>
          </a:solidFill>
          <a:ln>
            <a:noFill/>
          </a:ln>
        </p:spPr>
        <p:txBody>
          <a:bodyPr wrap="square" lIns="109728" tIns="73152" rIns="109728" bIns="73152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endParaRPr lang="es-ES" sz="1000" dirty="0">
              <a:latin typeface="Century Gothic" panose="020B0502020202020204" pitchFamily="34" charset="0"/>
            </a:endParaRPr>
          </a:p>
        </p:txBody>
      </p:sp>
      <p:sp>
        <p:nvSpPr>
          <p:cNvPr id="105" name="Paso 105"/>
          <p:cNvSpPr/>
          <p:nvPr/>
        </p:nvSpPr>
        <p:spPr>
          <a:xfrm>
            <a:off x="4266590" y="1463040"/>
            <a:ext cx="3657600" cy="2011680"/>
          </a:xfrm>
          <a:prstGeom prst="roundRect">
            <a:avLst>
              <a:gd name="adj" fmla="val 8000"/>
            </a:avLst>
          </a:prstGeom>
          <a:solidFill>
            <a:srgbClr val="F2F5FA"/>
          </a:solidFill>
          <a:ln>
            <a:noFill/>
          </a:ln>
        </p:spPr>
        <p:txBody>
          <a:bodyPr wrap="square" lIns="274320" tIns="566928" rIns="274320" bIns="13716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1500" b="1" dirty="0">
                <a:solidFill>
                  <a:srgbClr val="070F26"/>
                </a:solidFill>
                <a:latin typeface="Century Gothic" panose="020B0502020202020204" pitchFamily="34" charset="0"/>
              </a:rPr>
              <a:t>Definiciones clave</a:t>
            </a:r>
            <a:endParaRPr lang="es-ES" sz="1500" dirty="0">
              <a:latin typeface="Century Gothic" panose="020B0502020202020204" pitchFamily="34" charset="0"/>
            </a:endParaRP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dirty="0">
                <a:solidFill>
                  <a:srgbClr val="6B7080"/>
                </a:solidFill>
                <a:latin typeface="Century Gothic" panose="020B0502020202020204" pitchFamily="34" charset="0"/>
              </a:rPr>
              <a:t>Plazo de resolución, estados que cuentan como resueltos, fecha de resolución y universo de expedientes (¿con o sin migrados?).</a:t>
            </a:r>
            <a:endParaRPr lang="es-ES" sz="1200" dirty="0">
              <a:latin typeface="Century Gothic" panose="020B0502020202020204" pitchFamily="34" charset="0"/>
            </a:endParaRPr>
          </a:p>
        </p:txBody>
      </p:sp>
      <p:sp>
        <p:nvSpPr>
          <p:cNvPr id="106" name="Número 106"/>
          <p:cNvSpPr/>
          <p:nvPr/>
        </p:nvSpPr>
        <p:spPr>
          <a:xfrm>
            <a:off x="4540910" y="1600200"/>
            <a:ext cx="384048" cy="384048"/>
          </a:xfrm>
          <a:prstGeom prst="ellipse">
            <a:avLst/>
          </a:prstGeom>
          <a:solidFill>
            <a:srgbClr val="0080B1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1" dirty="0">
                <a:solidFill>
                  <a:srgbClr val="FFFFFF"/>
                </a:solidFill>
                <a:latin typeface="Century Gothic" panose="020B0502020202020204" pitchFamily="34" charset="0"/>
              </a:rPr>
              <a:t>2</a:t>
            </a:r>
            <a:endParaRPr lang="es-ES" sz="1200" dirty="0">
              <a:latin typeface="Century Gothic" panose="020B0502020202020204" pitchFamily="34" charset="0"/>
            </a:endParaRPr>
          </a:p>
        </p:txBody>
      </p:sp>
      <p:sp>
        <p:nvSpPr>
          <p:cNvPr id="107" name="Flecha 107"/>
          <p:cNvSpPr/>
          <p:nvPr/>
        </p:nvSpPr>
        <p:spPr>
          <a:xfrm>
            <a:off x="7942478" y="2468880"/>
            <a:ext cx="164592" cy="274320"/>
          </a:xfrm>
          <a:prstGeom prst="rightArrow">
            <a:avLst/>
          </a:prstGeom>
          <a:solidFill>
            <a:srgbClr val="C9D3E3"/>
          </a:solidFill>
          <a:ln>
            <a:noFill/>
          </a:ln>
        </p:spPr>
        <p:txBody>
          <a:bodyPr wrap="square" lIns="109728" tIns="73152" rIns="109728" bIns="73152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endParaRPr lang="es-ES" sz="1000" dirty="0">
              <a:latin typeface="Century Gothic" panose="020B0502020202020204" pitchFamily="34" charset="0"/>
            </a:endParaRPr>
          </a:p>
        </p:txBody>
      </p:sp>
      <p:sp>
        <p:nvSpPr>
          <p:cNvPr id="108" name="Paso 108"/>
          <p:cNvSpPr/>
          <p:nvPr/>
        </p:nvSpPr>
        <p:spPr>
          <a:xfrm>
            <a:off x="8125358" y="1463040"/>
            <a:ext cx="3657600" cy="2011680"/>
          </a:xfrm>
          <a:prstGeom prst="roundRect">
            <a:avLst>
              <a:gd name="adj" fmla="val 8000"/>
            </a:avLst>
          </a:prstGeom>
          <a:solidFill>
            <a:srgbClr val="F2F5FA"/>
          </a:solidFill>
          <a:ln>
            <a:noFill/>
          </a:ln>
        </p:spPr>
        <p:txBody>
          <a:bodyPr wrap="square" lIns="274320" tIns="566928" rIns="274320" bIns="13716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1500" b="1" dirty="0">
                <a:solidFill>
                  <a:srgbClr val="070F26"/>
                </a:solidFill>
                <a:latin typeface="Century Gothic" panose="020B0502020202020204" pitchFamily="34" charset="0"/>
              </a:rPr>
              <a:t>Ajuste y repaso</a:t>
            </a:r>
            <a:endParaRPr lang="es-ES" sz="1500" dirty="0">
              <a:latin typeface="Century Gothic" panose="020B0502020202020204" pitchFamily="34" charset="0"/>
            </a:endParaRP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dirty="0">
                <a:solidFill>
                  <a:srgbClr val="6B7080"/>
                </a:solidFill>
                <a:latin typeface="Century Gothic" panose="020B0502020202020204" pitchFamily="34" charset="0"/>
              </a:rPr>
              <a:t>Aplicamos los cambios en el cuadro de mando y lo repasamos con vosotros en una sesión corta.</a:t>
            </a:r>
            <a:endParaRPr lang="es-ES" sz="1200" dirty="0">
              <a:latin typeface="Century Gothic" panose="020B0502020202020204" pitchFamily="34" charset="0"/>
            </a:endParaRPr>
          </a:p>
        </p:txBody>
      </p:sp>
      <p:sp>
        <p:nvSpPr>
          <p:cNvPr id="109" name="Número 109"/>
          <p:cNvSpPr/>
          <p:nvPr/>
        </p:nvSpPr>
        <p:spPr>
          <a:xfrm>
            <a:off x="8399678" y="1600200"/>
            <a:ext cx="384048" cy="384048"/>
          </a:xfrm>
          <a:prstGeom prst="ellipse">
            <a:avLst/>
          </a:prstGeom>
          <a:solidFill>
            <a:srgbClr val="0080B1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1" dirty="0">
                <a:solidFill>
                  <a:srgbClr val="FFFFFF"/>
                </a:solidFill>
                <a:latin typeface="Century Gothic" panose="020B0502020202020204" pitchFamily="34" charset="0"/>
              </a:rPr>
              <a:t>3</a:t>
            </a:r>
            <a:endParaRPr lang="es-ES" sz="1200" dirty="0">
              <a:latin typeface="Century Gothic" panose="020B0502020202020204" pitchFamily="34" charset="0"/>
            </a:endParaRPr>
          </a:p>
        </p:txBody>
      </p:sp>
      <p:sp>
        <p:nvSpPr>
          <p:cNvPr id="110" name="Nota 110"/>
          <p:cNvSpPr/>
          <p:nvPr/>
        </p:nvSpPr>
        <p:spPr>
          <a:xfrm>
            <a:off x="407822" y="3886200"/>
            <a:ext cx="11365992" cy="868680"/>
          </a:xfrm>
          <a:prstGeom prst="roundRect">
            <a:avLst>
              <a:gd name="adj" fmla="val 12000"/>
            </a:avLst>
          </a:prstGeom>
          <a:solidFill>
            <a:srgbClr val="E8F2F7"/>
          </a:solidFill>
          <a:ln>
            <a:noFill/>
          </a:ln>
        </p:spPr>
        <p:txBody>
          <a:bodyPr wrap="square" lIns="182880" tIns="73152" rIns="182880" bIns="73152" rtlCol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  <a:buNone/>
            </a:pPr>
            <a:r>
              <a:rPr lang="es-ES" sz="1100" b="1" dirty="0">
                <a:solidFill>
                  <a:srgbClr val="0080B1"/>
                </a:solidFill>
                <a:latin typeface="Century Gothic" panose="020B0502020202020204" pitchFamily="34" charset="0"/>
              </a:rPr>
              <a:t>Por qué importa</a:t>
            </a:r>
            <a:endParaRPr lang="es-ES" sz="1100" dirty="0">
              <a:latin typeface="Century Gothic" panose="020B0502020202020204" pitchFamily="34" charset="0"/>
            </a:endParaRPr>
          </a:p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100" dirty="0">
                <a:solidFill>
                  <a:srgbClr val="070F26"/>
                </a:solidFill>
                <a:latin typeface="Century Gothic" panose="020B0502020202020204" pitchFamily="34" charset="0"/>
              </a:rPr>
              <a:t>Sin estas definiciones, % cumplimiento, % Resueltos y el tiempo de resolución no se pueden dar por buenos: son los indicadores que más preguntas van a recibir.</a:t>
            </a:r>
            <a:endParaRPr lang="es-ES" sz="1100" dirty="0"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50070585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69B87E-B26E-4513-C95A-3CFBDE32C3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81EC55-3563-5378-F34B-07979093D4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Century Gothic" panose="020B0502020202020204" pitchFamily="34" charset="0"/>
              </a:rPr>
              <a:t>Caso práctico · Pregunta 1 de 5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4B0F80B-53B2-B1B1-D200-D36AF104F243}"/>
              </a:ext>
            </a:extLst>
          </p:cNvPr>
          <p:cNvSpPr txBox="1"/>
          <p:nvPr/>
        </p:nvSpPr>
        <p:spPr>
          <a:xfrm>
            <a:off x="411480" y="6446520"/>
            <a:ext cx="1005403" cy="2154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B7080"/>
                </a:solidFill>
                <a:latin typeface="Century Gothic" panose="020B0502020202020204" pitchFamily="34" charset="0"/>
              </a:rPr>
              <a:t>© 2026 NTT DATA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CB40D4E-5CC2-3DAE-7308-7F5C4CE7507B}"/>
              </a:ext>
            </a:extLst>
          </p:cNvPr>
          <p:cNvSpPr txBox="1"/>
          <p:nvPr/>
        </p:nvSpPr>
        <p:spPr>
          <a:xfrm>
            <a:off x="11554988" y="6446520"/>
            <a:ext cx="240772" cy="2154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>
                <a:solidFill>
                  <a:srgbClr val="6B7080"/>
                </a:solidFill>
                <a:latin typeface="Century Gothic" panose="020B0502020202020204" pitchFamily="34" charset="0"/>
              </a:rPr>
              <a:t>25</a:t>
            </a:r>
          </a:p>
        </p:txBody>
      </p:sp>
      <p:sp>
        <p:nvSpPr>
          <p:cNvPr id="101" name="Pregunta 101"/>
          <p:cNvSpPr txBox="1"/>
          <p:nvPr/>
        </p:nvSpPr>
        <p:spPr>
          <a:xfrm>
            <a:off x="914400" y="1188720"/>
            <a:ext cx="10360152" cy="960120"/>
          </a:xfrm>
          <a:prstGeom prst="rect">
            <a:avLst/>
          </a:prstGeom>
          <a:noFill/>
          <a:ln>
            <a:noFill/>
          </a:ln>
        </p:spPr>
        <p:txBody>
          <a:bodyPr wrap="square" lIns="109728" tIns="73152" rIns="109728" bIns="73152" rtlCol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 b="1" dirty="0">
                <a:solidFill>
                  <a:srgbClr val="070F26"/>
                </a:solidFill>
                <a:latin typeface="Century Gothic" panose="020B0502020202020204" pitchFamily="34" charset="0"/>
              </a:rPr>
              <a:t>En la Vista Ejecutiva, ¿qué porcentaje de las solicitudes llega por vía telemática?</a:t>
            </a:r>
            <a:endParaRPr lang="es-ES" sz="2000" dirty="0">
              <a:latin typeface="Century Gothic" panose="020B0502020202020204" pitchFamily="34" charset="0"/>
            </a:endParaRPr>
          </a:p>
        </p:txBody>
      </p:sp>
      <p:sp>
        <p:nvSpPr>
          <p:cNvPr id="102" name="Pista 102"/>
          <p:cNvSpPr/>
          <p:nvPr/>
        </p:nvSpPr>
        <p:spPr>
          <a:xfrm>
            <a:off x="3355848" y="2377440"/>
            <a:ext cx="5486400" cy="347472"/>
          </a:xfrm>
          <a:prstGeom prst="roundRect">
            <a:avLst>
              <a:gd name="adj" fmla="val 30000"/>
            </a:avLst>
          </a:prstGeom>
          <a:solidFill>
            <a:srgbClr val="E8F2F7"/>
          </a:solidFill>
          <a:ln w="9525">
            <a:solidFill>
              <a:srgbClr val="0072BC"/>
            </a:solidFill>
          </a:ln>
        </p:spPr>
        <p:txBody>
          <a:bodyPr wrap="square" lIns="91440" tIns="0" rIns="91440" bIns="0" rtlCol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050" b="1" dirty="0">
                <a:solidFill>
                  <a:srgbClr val="0080B1"/>
                </a:solidFill>
                <a:latin typeface="Century Gothic" panose="020B0502020202020204" pitchFamily="34" charset="0"/>
              </a:rPr>
              <a:t xml:space="preserve">Dónde buscarlo:  </a:t>
            </a:r>
            <a:r>
              <a:rPr lang="es-ES" sz="1050" b="1" dirty="0">
                <a:solidFill>
                  <a:srgbClr val="070F26"/>
                </a:solidFill>
                <a:latin typeface="Century Gothic" panose="020B0502020202020204" pitchFamily="34" charset="0"/>
              </a:rPr>
              <a:t>Vista Ejecutiva</a:t>
            </a:r>
            <a:endParaRPr lang="es-ES" sz="1050" dirty="0">
              <a:latin typeface="Century Gothic" panose="020B0502020202020204" pitchFamily="34" charset="0"/>
            </a:endParaRPr>
          </a:p>
        </p:txBody>
      </p:sp>
      <p:sp>
        <p:nvSpPr>
          <p:cNvPr id="103" name="Pista 103"/>
          <p:cNvSpPr/>
          <p:nvPr/>
        </p:nvSpPr>
        <p:spPr>
          <a:xfrm>
            <a:off x="3355848" y="2816352"/>
            <a:ext cx="5486400" cy="347472"/>
          </a:xfrm>
          <a:prstGeom prst="roundRect">
            <a:avLst>
              <a:gd name="adj" fmla="val 30000"/>
            </a:avLst>
          </a:prstGeom>
          <a:solidFill>
            <a:srgbClr val="E8F2F7"/>
          </a:solidFill>
          <a:ln w="9525">
            <a:solidFill>
              <a:srgbClr val="0072BC"/>
            </a:solidFill>
          </a:ln>
        </p:spPr>
        <p:txBody>
          <a:bodyPr wrap="square" lIns="91440" tIns="0" rIns="91440" bIns="0" rtlCol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050" b="1" dirty="0">
                <a:solidFill>
                  <a:srgbClr val="0080B1"/>
                </a:solidFill>
                <a:latin typeface="Century Gothic" panose="020B0502020202020204" pitchFamily="34" charset="0"/>
              </a:rPr>
              <a:t xml:space="preserve">Pista:  </a:t>
            </a:r>
            <a:r>
              <a:rPr lang="es-ES" sz="1050" b="1" dirty="0">
                <a:solidFill>
                  <a:srgbClr val="070F26"/>
                </a:solidFill>
                <a:latin typeface="Century Gothic" panose="020B0502020202020204" pitchFamily="34" charset="0"/>
              </a:rPr>
              <a:t>La fila de indicadores de arriba</a:t>
            </a:r>
            <a:endParaRPr lang="es-ES" sz="1050" dirty="0">
              <a:latin typeface="Century Gothic" panose="020B0502020202020204" pitchFamily="34" charset="0"/>
            </a:endParaRPr>
          </a:p>
        </p:txBody>
      </p:sp>
      <p:sp>
        <p:nvSpPr>
          <p:cNvPr id="104" name="Opción 104"/>
          <p:cNvSpPr/>
          <p:nvPr/>
        </p:nvSpPr>
        <p:spPr>
          <a:xfrm>
            <a:off x="1005840" y="3566160"/>
            <a:ext cx="4937760" cy="804672"/>
          </a:xfrm>
          <a:prstGeom prst="roundRect">
            <a:avLst>
              <a:gd name="adj" fmla="val 10000"/>
            </a:avLst>
          </a:prstGeom>
          <a:solidFill>
            <a:srgbClr val="F2F5FA"/>
          </a:solidFill>
          <a:ln>
            <a:noFill/>
          </a:ln>
        </p:spPr>
        <p:txBody>
          <a:bodyPr wrap="square" lIns="109728" tIns="73152" rIns="109728" bIns="73152" rtlCol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300" b="1" dirty="0">
                <a:solidFill>
                  <a:srgbClr val="0080B1"/>
                </a:solidFill>
                <a:latin typeface="Century Gothic" panose="020B0502020202020204" pitchFamily="34" charset="0"/>
              </a:rPr>
              <a:t xml:space="preserve">A     </a:t>
            </a:r>
            <a:r>
              <a:rPr lang="es-ES" sz="1300" b="1" dirty="0">
                <a:solidFill>
                  <a:srgbClr val="070F26"/>
                </a:solidFill>
                <a:latin typeface="Century Gothic" panose="020B0502020202020204" pitchFamily="34" charset="0"/>
              </a:rPr>
              <a:t>48 %</a:t>
            </a:r>
            <a:endParaRPr lang="es-ES" sz="1300" dirty="0">
              <a:latin typeface="Century Gothic" panose="020B0502020202020204" pitchFamily="34" charset="0"/>
            </a:endParaRPr>
          </a:p>
        </p:txBody>
      </p:sp>
      <p:sp>
        <p:nvSpPr>
          <p:cNvPr id="105" name="Opción 105"/>
          <p:cNvSpPr/>
          <p:nvPr/>
        </p:nvSpPr>
        <p:spPr>
          <a:xfrm>
            <a:off x="6245352" y="3566160"/>
            <a:ext cx="4937760" cy="804672"/>
          </a:xfrm>
          <a:prstGeom prst="roundRect">
            <a:avLst>
              <a:gd name="adj" fmla="val 10000"/>
            </a:avLst>
          </a:prstGeom>
          <a:solidFill>
            <a:srgbClr val="F2F5FA"/>
          </a:solidFill>
          <a:ln>
            <a:noFill/>
          </a:ln>
        </p:spPr>
        <p:txBody>
          <a:bodyPr wrap="square" lIns="109728" tIns="73152" rIns="109728" bIns="73152" rtlCol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300" b="1" dirty="0">
                <a:solidFill>
                  <a:srgbClr val="0080B1"/>
                </a:solidFill>
                <a:latin typeface="Century Gothic" panose="020B0502020202020204" pitchFamily="34" charset="0"/>
              </a:rPr>
              <a:t xml:space="preserve">B     </a:t>
            </a:r>
            <a:r>
              <a:rPr lang="es-ES" sz="1300" b="1" dirty="0">
                <a:solidFill>
                  <a:srgbClr val="070F26"/>
                </a:solidFill>
                <a:latin typeface="Century Gothic" panose="020B0502020202020204" pitchFamily="34" charset="0"/>
              </a:rPr>
              <a:t>15 %</a:t>
            </a:r>
            <a:endParaRPr lang="es-ES" sz="1300" dirty="0">
              <a:latin typeface="Century Gothic" panose="020B0502020202020204" pitchFamily="34" charset="0"/>
            </a:endParaRPr>
          </a:p>
        </p:txBody>
      </p:sp>
      <p:sp>
        <p:nvSpPr>
          <p:cNvPr id="106" name="Opción 106"/>
          <p:cNvSpPr/>
          <p:nvPr/>
        </p:nvSpPr>
        <p:spPr>
          <a:xfrm>
            <a:off x="1005840" y="4590288"/>
            <a:ext cx="4937760" cy="804672"/>
          </a:xfrm>
          <a:prstGeom prst="roundRect">
            <a:avLst>
              <a:gd name="adj" fmla="val 10000"/>
            </a:avLst>
          </a:prstGeom>
          <a:solidFill>
            <a:srgbClr val="F2F5FA"/>
          </a:solidFill>
          <a:ln>
            <a:noFill/>
          </a:ln>
        </p:spPr>
        <p:txBody>
          <a:bodyPr wrap="square" lIns="109728" tIns="73152" rIns="109728" bIns="73152" rtlCol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300" b="1" dirty="0">
                <a:solidFill>
                  <a:srgbClr val="0080B1"/>
                </a:solidFill>
                <a:latin typeface="Century Gothic" panose="020B0502020202020204" pitchFamily="34" charset="0"/>
              </a:rPr>
              <a:t xml:space="preserve">C     </a:t>
            </a:r>
            <a:r>
              <a:rPr lang="es-ES" sz="1300" b="1" dirty="0">
                <a:solidFill>
                  <a:srgbClr val="070F26"/>
                </a:solidFill>
                <a:latin typeface="Century Gothic" panose="020B0502020202020204" pitchFamily="34" charset="0"/>
              </a:rPr>
              <a:t>30 %</a:t>
            </a:r>
            <a:endParaRPr lang="es-ES" sz="1300" dirty="0">
              <a:latin typeface="Century Gothic" panose="020B0502020202020204" pitchFamily="34" charset="0"/>
            </a:endParaRPr>
          </a:p>
        </p:txBody>
      </p:sp>
      <p:sp>
        <p:nvSpPr>
          <p:cNvPr id="107" name="Opción 107"/>
          <p:cNvSpPr/>
          <p:nvPr/>
        </p:nvSpPr>
        <p:spPr>
          <a:xfrm>
            <a:off x="6245352" y="4590288"/>
            <a:ext cx="4937760" cy="804672"/>
          </a:xfrm>
          <a:prstGeom prst="roundRect">
            <a:avLst>
              <a:gd name="adj" fmla="val 10000"/>
            </a:avLst>
          </a:prstGeom>
          <a:solidFill>
            <a:srgbClr val="F2F5FA"/>
          </a:solidFill>
          <a:ln>
            <a:noFill/>
          </a:ln>
        </p:spPr>
        <p:txBody>
          <a:bodyPr wrap="square" lIns="109728" tIns="73152" rIns="109728" bIns="73152" rtlCol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300" b="1" dirty="0">
                <a:solidFill>
                  <a:srgbClr val="0080B1"/>
                </a:solidFill>
                <a:latin typeface="Century Gothic" panose="020B0502020202020204" pitchFamily="34" charset="0"/>
              </a:rPr>
              <a:t xml:space="preserve">D     </a:t>
            </a:r>
            <a:r>
              <a:rPr lang="es-ES" sz="1300" b="1" dirty="0">
                <a:solidFill>
                  <a:srgbClr val="070F26"/>
                </a:solidFill>
                <a:latin typeface="Century Gothic" panose="020B0502020202020204" pitchFamily="34" charset="0"/>
              </a:rPr>
              <a:t>0 %</a:t>
            </a:r>
            <a:endParaRPr lang="es-ES" sz="1300" dirty="0"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50070585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69B87E-B26E-4513-C95A-3CFBDE32C3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81EC55-3563-5378-F34B-07979093D4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Century Gothic" panose="020B0502020202020204" pitchFamily="34" charset="0"/>
              </a:rPr>
              <a:t>Caso práctico · Solución 1 de 5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4B0F80B-53B2-B1B1-D200-D36AF104F243}"/>
              </a:ext>
            </a:extLst>
          </p:cNvPr>
          <p:cNvSpPr txBox="1"/>
          <p:nvPr/>
        </p:nvSpPr>
        <p:spPr>
          <a:xfrm>
            <a:off x="411480" y="6446520"/>
            <a:ext cx="1005403" cy="2154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B7080"/>
                </a:solidFill>
                <a:latin typeface="Century Gothic" panose="020B0502020202020204" pitchFamily="34" charset="0"/>
              </a:rPr>
              <a:t>© 2026 NTT DATA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CB40D4E-5CC2-3DAE-7308-7F5C4CE7507B}"/>
              </a:ext>
            </a:extLst>
          </p:cNvPr>
          <p:cNvSpPr txBox="1"/>
          <p:nvPr/>
        </p:nvSpPr>
        <p:spPr>
          <a:xfrm>
            <a:off x="11554988" y="6446520"/>
            <a:ext cx="240772" cy="2154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>
                <a:solidFill>
                  <a:srgbClr val="6B7080"/>
                </a:solidFill>
                <a:latin typeface="Century Gothic" panose="020B0502020202020204" pitchFamily="34" charset="0"/>
              </a:rPr>
              <a:t>26</a:t>
            </a:r>
          </a:p>
        </p:txBody>
      </p:sp>
      <p:sp>
        <p:nvSpPr>
          <p:cNvPr id="101" name="Pregunta 101"/>
          <p:cNvSpPr txBox="1"/>
          <p:nvPr/>
        </p:nvSpPr>
        <p:spPr>
          <a:xfrm>
            <a:off x="407822" y="731520"/>
            <a:ext cx="11338560" cy="384048"/>
          </a:xfrm>
          <a:prstGeom prst="rect">
            <a:avLst/>
          </a:prstGeom>
          <a:noFill/>
          <a:ln>
            <a:noFill/>
          </a:ln>
        </p:spPr>
        <p:txBody>
          <a:bodyPr wrap="square" lIns="91440" tIns="36576" rIns="91440" bIns="36576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300" b="1" dirty="0">
                <a:solidFill>
                  <a:srgbClr val="070F26"/>
                </a:solidFill>
                <a:latin typeface="Century Gothic" panose="020B0502020202020204" pitchFamily="34" charset="0"/>
              </a:rPr>
              <a:t>En la Vista Ejecutiva, ¿qué porcentaje de las solicitudes llega por vía telemática?</a:t>
            </a:r>
            <a:endParaRPr lang="es-ES" sz="1300" dirty="0">
              <a:latin typeface="Century Gothic" panose="020B0502020202020204" pitchFamily="34" charset="0"/>
            </a:endParaRPr>
          </a:p>
        </p:txBody>
      </p:sp>
      <p:pic>
        <p:nvPicPr>
          <p:cNvPr id="102" name="Captura del cuadro de mando de PnC 102" descr="Captura del cuadro de mando de PnC"/>
          <p:cNvPicPr>
            <a:picLocks noChangeAspect="1"/>
          </p:cNvPicPr>
          <p:nvPr/>
        </p:nvPicPr>
        <p:blipFill>
          <a:blip r:embed="rId200"/>
          <a:stretch>
            <a:fillRect/>
          </a:stretch>
        </p:blipFill>
        <p:spPr>
          <a:xfrm>
            <a:off x="407822" y="2992279"/>
            <a:ext cx="7223760" cy="827722"/>
          </a:xfrm>
          <a:prstGeom prst="rect">
            <a:avLst/>
          </a:prstGeom>
          <a:ln w="9525">
            <a:solidFill>
              <a:srgbClr val="D9DEE8"/>
            </a:solidFill>
          </a:ln>
        </p:spPr>
      </p:pic>
      <p:sp>
        <p:nvSpPr>
          <p:cNvPr id="103" name="Resalte 103"/>
          <p:cNvSpPr/>
          <p:nvPr/>
        </p:nvSpPr>
        <p:spPr>
          <a:xfrm>
            <a:off x="6350025" y="3065177"/>
            <a:ext cx="1283906" cy="481267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E5262B"/>
            </a:solidFill>
          </a:ln>
        </p:spPr>
        <p:txBody>
          <a:bodyPr wrap="square" lIns="109728" tIns="73152" rIns="109728" bIns="73152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endParaRPr lang="es-ES" sz="1000" dirty="0">
              <a:latin typeface="Century Gothic" panose="020B0502020202020204" pitchFamily="34" charset="0"/>
            </a:endParaRPr>
          </a:p>
        </p:txBody>
      </p:sp>
      <p:sp>
        <p:nvSpPr>
          <p:cNvPr id="104" name="Opción 104"/>
          <p:cNvSpPr/>
          <p:nvPr/>
        </p:nvSpPr>
        <p:spPr>
          <a:xfrm>
            <a:off x="8001000" y="1417320"/>
            <a:ext cx="3776472" cy="786384"/>
          </a:xfrm>
          <a:prstGeom prst="roundRect">
            <a:avLst>
              <a:gd name="adj" fmla="val 10000"/>
            </a:avLst>
          </a:prstGeom>
          <a:solidFill>
            <a:srgbClr val="F2F5FA"/>
          </a:solidFill>
          <a:ln>
            <a:noFill/>
          </a:ln>
        </p:spPr>
        <p:txBody>
          <a:bodyPr wrap="square" lIns="109728" tIns="73152" rIns="109728" bIns="73152" rtlCol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100" b="1" dirty="0">
                <a:solidFill>
                  <a:srgbClr val="0080B1"/>
                </a:solidFill>
                <a:latin typeface="Century Gothic" panose="020B0502020202020204" pitchFamily="34" charset="0"/>
              </a:rPr>
              <a:t xml:space="preserve">A   </a:t>
            </a:r>
            <a:r>
              <a:rPr lang="es-ES" sz="1100" b="1" dirty="0">
                <a:solidFill>
                  <a:srgbClr val="070F26"/>
                </a:solidFill>
                <a:latin typeface="Century Gothic" panose="020B0502020202020204" pitchFamily="34" charset="0"/>
              </a:rPr>
              <a:t>48 %</a:t>
            </a:r>
            <a:endParaRPr lang="es-ES" sz="1100" dirty="0">
              <a:latin typeface="Century Gothic" panose="020B0502020202020204" pitchFamily="34" charset="0"/>
            </a:endParaRPr>
          </a:p>
        </p:txBody>
      </p:sp>
      <p:sp>
        <p:nvSpPr>
          <p:cNvPr id="105" name="Opción 105"/>
          <p:cNvSpPr/>
          <p:nvPr/>
        </p:nvSpPr>
        <p:spPr>
          <a:xfrm>
            <a:off x="8001000" y="2404872"/>
            <a:ext cx="3776472" cy="786384"/>
          </a:xfrm>
          <a:prstGeom prst="roundRect">
            <a:avLst>
              <a:gd name="adj" fmla="val 10000"/>
            </a:avLst>
          </a:prstGeom>
          <a:solidFill>
            <a:srgbClr val="0080B1"/>
          </a:solidFill>
          <a:ln>
            <a:noFill/>
          </a:ln>
        </p:spPr>
        <p:txBody>
          <a:bodyPr wrap="square" lIns="109728" tIns="73152" rIns="109728" bIns="73152" rtlCol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100" b="1" dirty="0">
                <a:solidFill>
                  <a:srgbClr val="FFFFFF"/>
                </a:solidFill>
                <a:latin typeface="Century Gothic" panose="020B0502020202020204" pitchFamily="34" charset="0"/>
              </a:rPr>
              <a:t xml:space="preserve">B   </a:t>
            </a:r>
            <a:r>
              <a:rPr lang="es-ES" sz="1100" b="1" dirty="0">
                <a:solidFill>
                  <a:srgbClr val="FFFFFF"/>
                </a:solidFill>
                <a:latin typeface="Century Gothic" panose="020B0502020202020204" pitchFamily="34" charset="0"/>
              </a:rPr>
              <a:t>15 %</a:t>
            </a:r>
            <a:endParaRPr lang="es-ES" sz="1100" dirty="0">
              <a:latin typeface="Century Gothic" panose="020B0502020202020204" pitchFamily="34" charset="0"/>
            </a:endParaRPr>
          </a:p>
        </p:txBody>
      </p:sp>
      <p:sp>
        <p:nvSpPr>
          <p:cNvPr id="106" name="Opción 106"/>
          <p:cNvSpPr/>
          <p:nvPr/>
        </p:nvSpPr>
        <p:spPr>
          <a:xfrm>
            <a:off x="8001000" y="3392424"/>
            <a:ext cx="3776472" cy="786384"/>
          </a:xfrm>
          <a:prstGeom prst="roundRect">
            <a:avLst>
              <a:gd name="adj" fmla="val 10000"/>
            </a:avLst>
          </a:prstGeom>
          <a:solidFill>
            <a:srgbClr val="F2F5FA"/>
          </a:solidFill>
          <a:ln>
            <a:noFill/>
          </a:ln>
        </p:spPr>
        <p:txBody>
          <a:bodyPr wrap="square" lIns="109728" tIns="73152" rIns="109728" bIns="73152" rtlCol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100" b="1" dirty="0">
                <a:solidFill>
                  <a:srgbClr val="0080B1"/>
                </a:solidFill>
                <a:latin typeface="Century Gothic" panose="020B0502020202020204" pitchFamily="34" charset="0"/>
              </a:rPr>
              <a:t xml:space="preserve">C   </a:t>
            </a:r>
            <a:r>
              <a:rPr lang="es-ES" sz="1100" b="1" dirty="0">
                <a:solidFill>
                  <a:srgbClr val="070F26"/>
                </a:solidFill>
                <a:latin typeface="Century Gothic" panose="020B0502020202020204" pitchFamily="34" charset="0"/>
              </a:rPr>
              <a:t>30 %</a:t>
            </a:r>
            <a:endParaRPr lang="es-ES" sz="1100" dirty="0">
              <a:latin typeface="Century Gothic" panose="020B0502020202020204" pitchFamily="34" charset="0"/>
            </a:endParaRPr>
          </a:p>
        </p:txBody>
      </p:sp>
      <p:sp>
        <p:nvSpPr>
          <p:cNvPr id="107" name="Opción 107"/>
          <p:cNvSpPr/>
          <p:nvPr/>
        </p:nvSpPr>
        <p:spPr>
          <a:xfrm>
            <a:off x="8001000" y="4379976"/>
            <a:ext cx="3776472" cy="786384"/>
          </a:xfrm>
          <a:prstGeom prst="roundRect">
            <a:avLst>
              <a:gd name="adj" fmla="val 10000"/>
            </a:avLst>
          </a:prstGeom>
          <a:solidFill>
            <a:srgbClr val="F2F5FA"/>
          </a:solidFill>
          <a:ln>
            <a:noFill/>
          </a:ln>
        </p:spPr>
        <p:txBody>
          <a:bodyPr wrap="square" lIns="109728" tIns="73152" rIns="109728" bIns="73152" rtlCol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100" b="1" dirty="0">
                <a:solidFill>
                  <a:srgbClr val="0080B1"/>
                </a:solidFill>
                <a:latin typeface="Century Gothic" panose="020B0502020202020204" pitchFamily="34" charset="0"/>
              </a:rPr>
              <a:t xml:space="preserve">D   </a:t>
            </a:r>
            <a:r>
              <a:rPr lang="es-ES" sz="1100" b="1" dirty="0">
                <a:solidFill>
                  <a:srgbClr val="070F26"/>
                </a:solidFill>
                <a:latin typeface="Century Gothic" panose="020B0502020202020204" pitchFamily="34" charset="0"/>
              </a:rPr>
              <a:t>0 %</a:t>
            </a:r>
            <a:endParaRPr lang="es-ES" sz="1100" dirty="0">
              <a:latin typeface="Century Gothic" panose="020B0502020202020204" pitchFamily="34" charset="0"/>
            </a:endParaRPr>
          </a:p>
        </p:txBody>
      </p:sp>
      <p:sp>
        <p:nvSpPr>
          <p:cNvPr id="108" name="Nota 108"/>
          <p:cNvSpPr/>
          <p:nvPr/>
        </p:nvSpPr>
        <p:spPr>
          <a:xfrm>
            <a:off x="407822" y="5623560"/>
            <a:ext cx="11365992" cy="411480"/>
          </a:xfrm>
          <a:prstGeom prst="roundRect">
            <a:avLst>
              <a:gd name="adj" fmla="val 12000"/>
            </a:avLst>
          </a:prstGeom>
          <a:solidFill>
            <a:srgbClr val="FDF6E9"/>
          </a:solidFill>
          <a:ln>
            <a:noFill/>
          </a:ln>
        </p:spPr>
        <p:txBody>
          <a:bodyPr wrap="square" lIns="182880" tIns="73152" rIns="182880" bIns="73152" rtlCol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100" b="1" dirty="0">
                <a:solidFill>
                  <a:srgbClr val="070F26"/>
                </a:solidFill>
                <a:latin typeface="Century Gothic" panose="020B0502020202020204" pitchFamily="34" charset="0"/>
              </a:rPr>
              <a:t>15 %: solo 1 de cada 7 solicitudes llega por vía electrónica.</a:t>
            </a:r>
            <a:endParaRPr lang="es-ES" sz="1100" dirty="0"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50070585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69B87E-B26E-4513-C95A-3CFBDE32C3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81EC55-3563-5378-F34B-07979093D4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Century Gothic" panose="020B0502020202020204" pitchFamily="34" charset="0"/>
              </a:rPr>
              <a:t>Caso práctico · Pregunta 2 de 5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4B0F80B-53B2-B1B1-D200-D36AF104F243}"/>
              </a:ext>
            </a:extLst>
          </p:cNvPr>
          <p:cNvSpPr txBox="1"/>
          <p:nvPr/>
        </p:nvSpPr>
        <p:spPr>
          <a:xfrm>
            <a:off x="411480" y="6446520"/>
            <a:ext cx="1005403" cy="2154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B7080"/>
                </a:solidFill>
                <a:latin typeface="Century Gothic" panose="020B0502020202020204" pitchFamily="34" charset="0"/>
              </a:rPr>
              <a:t>© 2026 NTT DATA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CB40D4E-5CC2-3DAE-7308-7F5C4CE7507B}"/>
              </a:ext>
            </a:extLst>
          </p:cNvPr>
          <p:cNvSpPr txBox="1"/>
          <p:nvPr/>
        </p:nvSpPr>
        <p:spPr>
          <a:xfrm>
            <a:off x="11554988" y="6446520"/>
            <a:ext cx="240772" cy="2154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>
                <a:solidFill>
                  <a:srgbClr val="6B7080"/>
                </a:solidFill>
                <a:latin typeface="Century Gothic" panose="020B0502020202020204" pitchFamily="34" charset="0"/>
              </a:rPr>
              <a:t>27</a:t>
            </a:r>
          </a:p>
        </p:txBody>
      </p:sp>
      <p:sp>
        <p:nvSpPr>
          <p:cNvPr id="101" name="Pregunta 101"/>
          <p:cNvSpPr txBox="1"/>
          <p:nvPr/>
        </p:nvSpPr>
        <p:spPr>
          <a:xfrm>
            <a:off x="914400" y="1188720"/>
            <a:ext cx="10360152" cy="960120"/>
          </a:xfrm>
          <a:prstGeom prst="rect">
            <a:avLst/>
          </a:prstGeom>
          <a:noFill/>
          <a:ln>
            <a:noFill/>
          </a:ln>
        </p:spPr>
        <p:txBody>
          <a:bodyPr wrap="square" lIns="109728" tIns="73152" rIns="109728" bIns="73152" rtlCol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 b="1" dirty="0">
                <a:solidFill>
                  <a:srgbClr val="070F26"/>
                </a:solidFill>
                <a:latin typeface="Century Gothic" panose="020B0502020202020204" pitchFamily="34" charset="0"/>
              </a:rPr>
              <a:t>¿Cuántos tramitadores hay y cuántas etapas se cierran al día?</a:t>
            </a:r>
            <a:endParaRPr lang="es-ES" sz="2000" dirty="0">
              <a:latin typeface="Century Gothic" panose="020B0502020202020204" pitchFamily="34" charset="0"/>
            </a:endParaRPr>
          </a:p>
        </p:txBody>
      </p:sp>
      <p:sp>
        <p:nvSpPr>
          <p:cNvPr id="102" name="Pista 102"/>
          <p:cNvSpPr/>
          <p:nvPr/>
        </p:nvSpPr>
        <p:spPr>
          <a:xfrm>
            <a:off x="3355848" y="2377440"/>
            <a:ext cx="5486400" cy="347472"/>
          </a:xfrm>
          <a:prstGeom prst="roundRect">
            <a:avLst>
              <a:gd name="adj" fmla="val 30000"/>
            </a:avLst>
          </a:prstGeom>
          <a:solidFill>
            <a:srgbClr val="E8F2F7"/>
          </a:solidFill>
          <a:ln w="9525">
            <a:solidFill>
              <a:srgbClr val="0072BC"/>
            </a:solidFill>
          </a:ln>
        </p:spPr>
        <p:txBody>
          <a:bodyPr wrap="square" lIns="91440" tIns="0" rIns="91440" bIns="0" rtlCol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050" b="1" dirty="0">
                <a:solidFill>
                  <a:srgbClr val="0080B1"/>
                </a:solidFill>
                <a:latin typeface="Century Gothic" panose="020B0502020202020204" pitchFamily="34" charset="0"/>
              </a:rPr>
              <a:t xml:space="preserve">Dónde buscarlo:  </a:t>
            </a:r>
            <a:r>
              <a:rPr lang="es-ES" sz="1050" b="1" dirty="0">
                <a:solidFill>
                  <a:srgbClr val="070F26"/>
                </a:solidFill>
                <a:latin typeface="Century Gothic" panose="020B0502020202020204" pitchFamily="34" charset="0"/>
              </a:rPr>
              <a:t>Vista Ejecutiva</a:t>
            </a:r>
            <a:endParaRPr lang="es-ES" sz="1050" dirty="0">
              <a:latin typeface="Century Gothic" panose="020B0502020202020204" pitchFamily="34" charset="0"/>
            </a:endParaRPr>
          </a:p>
        </p:txBody>
      </p:sp>
      <p:sp>
        <p:nvSpPr>
          <p:cNvPr id="103" name="Pista 103"/>
          <p:cNvSpPr/>
          <p:nvPr/>
        </p:nvSpPr>
        <p:spPr>
          <a:xfrm>
            <a:off x="3355848" y="2816352"/>
            <a:ext cx="5486400" cy="347472"/>
          </a:xfrm>
          <a:prstGeom prst="roundRect">
            <a:avLst>
              <a:gd name="adj" fmla="val 30000"/>
            </a:avLst>
          </a:prstGeom>
          <a:solidFill>
            <a:srgbClr val="E8F2F7"/>
          </a:solidFill>
          <a:ln w="9525">
            <a:solidFill>
              <a:srgbClr val="0072BC"/>
            </a:solidFill>
          </a:ln>
        </p:spPr>
        <p:txBody>
          <a:bodyPr wrap="square" lIns="91440" tIns="0" rIns="91440" bIns="0" rtlCol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050" b="1" dirty="0">
                <a:solidFill>
                  <a:srgbClr val="0080B1"/>
                </a:solidFill>
                <a:latin typeface="Century Gothic" panose="020B0502020202020204" pitchFamily="34" charset="0"/>
              </a:rPr>
              <a:t xml:space="preserve">Pista:  </a:t>
            </a:r>
            <a:r>
              <a:rPr lang="es-ES" sz="1050" b="1" dirty="0">
                <a:solidFill>
                  <a:srgbClr val="070F26"/>
                </a:solidFill>
                <a:latin typeface="Century Gothic" panose="020B0502020202020204" pitchFamily="34" charset="0"/>
              </a:rPr>
              <a:t>Bloque Eficiencia operacional</a:t>
            </a:r>
            <a:endParaRPr lang="es-ES" sz="1050" dirty="0">
              <a:latin typeface="Century Gothic" panose="020B0502020202020204" pitchFamily="34" charset="0"/>
            </a:endParaRPr>
          </a:p>
        </p:txBody>
      </p:sp>
      <p:sp>
        <p:nvSpPr>
          <p:cNvPr id="104" name="Opción 104"/>
          <p:cNvSpPr/>
          <p:nvPr/>
        </p:nvSpPr>
        <p:spPr>
          <a:xfrm>
            <a:off x="1005840" y="3566160"/>
            <a:ext cx="4937760" cy="804672"/>
          </a:xfrm>
          <a:prstGeom prst="roundRect">
            <a:avLst>
              <a:gd name="adj" fmla="val 10000"/>
            </a:avLst>
          </a:prstGeom>
          <a:solidFill>
            <a:srgbClr val="F2F5FA"/>
          </a:solidFill>
          <a:ln>
            <a:noFill/>
          </a:ln>
        </p:spPr>
        <p:txBody>
          <a:bodyPr wrap="square" lIns="109728" tIns="73152" rIns="109728" bIns="73152" rtlCol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300" b="1" dirty="0">
                <a:solidFill>
                  <a:srgbClr val="0080B1"/>
                </a:solidFill>
                <a:latin typeface="Century Gothic" panose="020B0502020202020204" pitchFamily="34" charset="0"/>
              </a:rPr>
              <a:t xml:space="preserve">A     </a:t>
            </a:r>
            <a:r>
              <a:rPr lang="es-ES" sz="1300" b="1" dirty="0">
                <a:solidFill>
                  <a:srgbClr val="070F26"/>
                </a:solidFill>
                <a:latin typeface="Century Gothic" panose="020B0502020202020204" pitchFamily="34" charset="0"/>
              </a:rPr>
              <a:t>8 · 352</a:t>
            </a:r>
            <a:endParaRPr lang="es-ES" sz="1300" dirty="0">
              <a:latin typeface="Century Gothic" panose="020B0502020202020204" pitchFamily="34" charset="0"/>
            </a:endParaRPr>
          </a:p>
        </p:txBody>
      </p:sp>
      <p:sp>
        <p:nvSpPr>
          <p:cNvPr id="105" name="Opción 105"/>
          <p:cNvSpPr/>
          <p:nvPr/>
        </p:nvSpPr>
        <p:spPr>
          <a:xfrm>
            <a:off x="6245352" y="3566160"/>
            <a:ext cx="4937760" cy="804672"/>
          </a:xfrm>
          <a:prstGeom prst="roundRect">
            <a:avLst>
              <a:gd name="adj" fmla="val 10000"/>
            </a:avLst>
          </a:prstGeom>
          <a:solidFill>
            <a:srgbClr val="F2F5FA"/>
          </a:solidFill>
          <a:ln>
            <a:noFill/>
          </a:ln>
        </p:spPr>
        <p:txBody>
          <a:bodyPr wrap="square" lIns="109728" tIns="73152" rIns="109728" bIns="73152" rtlCol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300" b="1" dirty="0">
                <a:solidFill>
                  <a:srgbClr val="0080B1"/>
                </a:solidFill>
                <a:latin typeface="Century Gothic" panose="020B0502020202020204" pitchFamily="34" charset="0"/>
              </a:rPr>
              <a:t xml:space="preserve">B     </a:t>
            </a:r>
            <a:r>
              <a:rPr lang="es-ES" sz="1300" b="1" dirty="0">
                <a:solidFill>
                  <a:srgbClr val="070F26"/>
                </a:solidFill>
                <a:latin typeface="Century Gothic" panose="020B0502020202020204" pitchFamily="34" charset="0"/>
              </a:rPr>
              <a:t>37 · 219</a:t>
            </a:r>
            <a:endParaRPr lang="es-ES" sz="1300" dirty="0">
              <a:latin typeface="Century Gothic" panose="020B0502020202020204" pitchFamily="34" charset="0"/>
            </a:endParaRPr>
          </a:p>
        </p:txBody>
      </p:sp>
      <p:sp>
        <p:nvSpPr>
          <p:cNvPr id="106" name="Opción 106"/>
          <p:cNvSpPr/>
          <p:nvPr/>
        </p:nvSpPr>
        <p:spPr>
          <a:xfrm>
            <a:off x="1005840" y="4590288"/>
            <a:ext cx="4937760" cy="804672"/>
          </a:xfrm>
          <a:prstGeom prst="roundRect">
            <a:avLst>
              <a:gd name="adj" fmla="val 10000"/>
            </a:avLst>
          </a:prstGeom>
          <a:solidFill>
            <a:srgbClr val="F2F5FA"/>
          </a:solidFill>
          <a:ln>
            <a:noFill/>
          </a:ln>
        </p:spPr>
        <p:txBody>
          <a:bodyPr wrap="square" lIns="109728" tIns="73152" rIns="109728" bIns="73152" rtlCol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300" b="1" dirty="0">
                <a:solidFill>
                  <a:srgbClr val="0080B1"/>
                </a:solidFill>
                <a:latin typeface="Century Gothic" panose="020B0502020202020204" pitchFamily="34" charset="0"/>
              </a:rPr>
              <a:t xml:space="preserve">C     </a:t>
            </a:r>
            <a:r>
              <a:rPr lang="es-ES" sz="1300" b="1" dirty="0">
                <a:solidFill>
                  <a:srgbClr val="070F26"/>
                </a:solidFill>
                <a:latin typeface="Century Gothic" panose="020B0502020202020204" pitchFamily="34" charset="0"/>
              </a:rPr>
              <a:t>37 · 390K</a:t>
            </a:r>
            <a:endParaRPr lang="es-ES" sz="1300" dirty="0">
              <a:latin typeface="Century Gothic" panose="020B0502020202020204" pitchFamily="34" charset="0"/>
            </a:endParaRPr>
          </a:p>
        </p:txBody>
      </p:sp>
      <p:sp>
        <p:nvSpPr>
          <p:cNvPr id="107" name="Opción 107"/>
          <p:cNvSpPr/>
          <p:nvPr/>
        </p:nvSpPr>
        <p:spPr>
          <a:xfrm>
            <a:off x="6245352" y="4590288"/>
            <a:ext cx="4937760" cy="804672"/>
          </a:xfrm>
          <a:prstGeom prst="roundRect">
            <a:avLst>
              <a:gd name="adj" fmla="val 10000"/>
            </a:avLst>
          </a:prstGeom>
          <a:solidFill>
            <a:srgbClr val="F2F5FA"/>
          </a:solidFill>
          <a:ln>
            <a:noFill/>
          </a:ln>
        </p:spPr>
        <p:txBody>
          <a:bodyPr wrap="square" lIns="109728" tIns="73152" rIns="109728" bIns="73152" rtlCol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300" b="1" dirty="0">
                <a:solidFill>
                  <a:srgbClr val="0080B1"/>
                </a:solidFill>
                <a:latin typeface="Century Gothic" panose="020B0502020202020204" pitchFamily="34" charset="0"/>
              </a:rPr>
              <a:t xml:space="preserve">D     </a:t>
            </a:r>
            <a:r>
              <a:rPr lang="es-ES" sz="1300" b="1" dirty="0">
                <a:solidFill>
                  <a:srgbClr val="070F26"/>
                </a:solidFill>
                <a:latin typeface="Century Gothic" panose="020B0502020202020204" pitchFamily="34" charset="0"/>
              </a:rPr>
              <a:t>8 · 219</a:t>
            </a:r>
            <a:endParaRPr lang="es-ES" sz="1300" dirty="0"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50070585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69B87E-B26E-4513-C95A-3CFBDE32C3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81EC55-3563-5378-F34B-07979093D4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Century Gothic" panose="020B0502020202020204" pitchFamily="34" charset="0"/>
              </a:rPr>
              <a:t>Caso práctico · Solución 2 de 5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4B0F80B-53B2-B1B1-D200-D36AF104F243}"/>
              </a:ext>
            </a:extLst>
          </p:cNvPr>
          <p:cNvSpPr txBox="1"/>
          <p:nvPr/>
        </p:nvSpPr>
        <p:spPr>
          <a:xfrm>
            <a:off x="411480" y="6446520"/>
            <a:ext cx="1005403" cy="2154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B7080"/>
                </a:solidFill>
                <a:latin typeface="Century Gothic" panose="020B0502020202020204" pitchFamily="34" charset="0"/>
              </a:rPr>
              <a:t>© 2026 NTT DATA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CB40D4E-5CC2-3DAE-7308-7F5C4CE7507B}"/>
              </a:ext>
            </a:extLst>
          </p:cNvPr>
          <p:cNvSpPr txBox="1"/>
          <p:nvPr/>
        </p:nvSpPr>
        <p:spPr>
          <a:xfrm>
            <a:off x="11554988" y="6446520"/>
            <a:ext cx="240772" cy="2154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>
                <a:solidFill>
                  <a:srgbClr val="6B7080"/>
                </a:solidFill>
                <a:latin typeface="Century Gothic" panose="020B0502020202020204" pitchFamily="34" charset="0"/>
              </a:rPr>
              <a:t>28</a:t>
            </a:r>
          </a:p>
        </p:txBody>
      </p:sp>
      <p:sp>
        <p:nvSpPr>
          <p:cNvPr id="101" name="Pregunta 101"/>
          <p:cNvSpPr txBox="1"/>
          <p:nvPr/>
        </p:nvSpPr>
        <p:spPr>
          <a:xfrm>
            <a:off x="407822" y="731520"/>
            <a:ext cx="11338560" cy="384048"/>
          </a:xfrm>
          <a:prstGeom prst="rect">
            <a:avLst/>
          </a:prstGeom>
          <a:noFill/>
          <a:ln>
            <a:noFill/>
          </a:ln>
        </p:spPr>
        <p:txBody>
          <a:bodyPr wrap="square" lIns="91440" tIns="36576" rIns="91440" bIns="36576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300" b="1" dirty="0">
                <a:solidFill>
                  <a:srgbClr val="070F26"/>
                </a:solidFill>
                <a:latin typeface="Century Gothic" panose="020B0502020202020204" pitchFamily="34" charset="0"/>
              </a:rPr>
              <a:t>¿Cuántos tramitadores hay y cuántas etapas se cierran al día?</a:t>
            </a:r>
            <a:endParaRPr lang="es-ES" sz="1300" dirty="0">
              <a:latin typeface="Century Gothic" panose="020B0502020202020204" pitchFamily="34" charset="0"/>
            </a:endParaRPr>
          </a:p>
        </p:txBody>
      </p:sp>
      <p:pic>
        <p:nvPicPr>
          <p:cNvPr id="102" name="Captura del cuadro de mando de PnC 102" descr="Captura del cuadro de mando de PnC"/>
          <p:cNvPicPr>
            <a:picLocks noChangeAspect="1"/>
          </p:cNvPicPr>
          <p:nvPr/>
        </p:nvPicPr>
        <p:blipFill>
          <a:blip r:embed="rId200"/>
          <a:stretch>
            <a:fillRect/>
          </a:stretch>
        </p:blipFill>
        <p:spPr>
          <a:xfrm>
            <a:off x="407822" y="2847940"/>
            <a:ext cx="7223760" cy="1116399"/>
          </a:xfrm>
          <a:prstGeom prst="rect">
            <a:avLst/>
          </a:prstGeom>
          <a:ln w="9525">
            <a:solidFill>
              <a:srgbClr val="D9DEE8"/>
            </a:solidFill>
          </a:ln>
        </p:spPr>
      </p:pic>
      <p:sp>
        <p:nvSpPr>
          <p:cNvPr id="103" name="Resalte 103"/>
          <p:cNvSpPr/>
          <p:nvPr/>
        </p:nvSpPr>
        <p:spPr>
          <a:xfrm>
            <a:off x="402281" y="3072245"/>
            <a:ext cx="777240" cy="700624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E5262B"/>
            </a:solidFill>
          </a:ln>
        </p:spPr>
        <p:txBody>
          <a:bodyPr wrap="square" lIns="109728" tIns="73152" rIns="109728" bIns="73152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endParaRPr lang="es-ES" sz="1000" dirty="0">
              <a:latin typeface="Century Gothic" panose="020B0502020202020204" pitchFamily="34" charset="0"/>
            </a:endParaRPr>
          </a:p>
        </p:txBody>
      </p:sp>
      <p:sp>
        <p:nvSpPr>
          <p:cNvPr id="104" name="Resalte 104"/>
          <p:cNvSpPr/>
          <p:nvPr/>
        </p:nvSpPr>
        <p:spPr>
          <a:xfrm>
            <a:off x="1814197" y="3072245"/>
            <a:ext cx="2594125" cy="700624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E5262B"/>
            </a:solidFill>
          </a:ln>
        </p:spPr>
        <p:txBody>
          <a:bodyPr wrap="square" lIns="109728" tIns="73152" rIns="109728" bIns="73152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endParaRPr lang="es-ES" sz="1000" dirty="0">
              <a:latin typeface="Century Gothic" panose="020B0502020202020204" pitchFamily="34" charset="0"/>
            </a:endParaRPr>
          </a:p>
        </p:txBody>
      </p:sp>
      <p:sp>
        <p:nvSpPr>
          <p:cNvPr id="105" name="Opción 105"/>
          <p:cNvSpPr/>
          <p:nvPr/>
        </p:nvSpPr>
        <p:spPr>
          <a:xfrm>
            <a:off x="8001000" y="1417320"/>
            <a:ext cx="3776472" cy="786384"/>
          </a:xfrm>
          <a:prstGeom prst="roundRect">
            <a:avLst>
              <a:gd name="adj" fmla="val 10000"/>
            </a:avLst>
          </a:prstGeom>
          <a:solidFill>
            <a:srgbClr val="F2F5FA"/>
          </a:solidFill>
          <a:ln>
            <a:noFill/>
          </a:ln>
        </p:spPr>
        <p:txBody>
          <a:bodyPr wrap="square" lIns="109728" tIns="73152" rIns="109728" bIns="73152" rtlCol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100" b="1" dirty="0">
                <a:solidFill>
                  <a:srgbClr val="0080B1"/>
                </a:solidFill>
                <a:latin typeface="Century Gothic" panose="020B0502020202020204" pitchFamily="34" charset="0"/>
              </a:rPr>
              <a:t xml:space="preserve">A   </a:t>
            </a:r>
            <a:r>
              <a:rPr lang="es-ES" sz="1100" b="1" dirty="0">
                <a:solidFill>
                  <a:srgbClr val="070F26"/>
                </a:solidFill>
                <a:latin typeface="Century Gothic" panose="020B0502020202020204" pitchFamily="34" charset="0"/>
              </a:rPr>
              <a:t>8 · 352</a:t>
            </a:r>
            <a:endParaRPr lang="es-ES" sz="1100" dirty="0">
              <a:latin typeface="Century Gothic" panose="020B0502020202020204" pitchFamily="34" charset="0"/>
            </a:endParaRPr>
          </a:p>
        </p:txBody>
      </p:sp>
      <p:sp>
        <p:nvSpPr>
          <p:cNvPr id="106" name="Opción 106"/>
          <p:cNvSpPr/>
          <p:nvPr/>
        </p:nvSpPr>
        <p:spPr>
          <a:xfrm>
            <a:off x="8001000" y="2404872"/>
            <a:ext cx="3776472" cy="786384"/>
          </a:xfrm>
          <a:prstGeom prst="roundRect">
            <a:avLst>
              <a:gd name="adj" fmla="val 10000"/>
            </a:avLst>
          </a:prstGeom>
          <a:solidFill>
            <a:srgbClr val="0080B1"/>
          </a:solidFill>
          <a:ln>
            <a:noFill/>
          </a:ln>
        </p:spPr>
        <p:txBody>
          <a:bodyPr wrap="square" lIns="109728" tIns="73152" rIns="109728" bIns="73152" rtlCol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100" b="1" dirty="0">
                <a:solidFill>
                  <a:srgbClr val="FFFFFF"/>
                </a:solidFill>
                <a:latin typeface="Century Gothic" panose="020B0502020202020204" pitchFamily="34" charset="0"/>
              </a:rPr>
              <a:t xml:space="preserve">B   </a:t>
            </a:r>
            <a:r>
              <a:rPr lang="es-ES" sz="1100" b="1" dirty="0">
                <a:solidFill>
                  <a:srgbClr val="FFFFFF"/>
                </a:solidFill>
                <a:latin typeface="Century Gothic" panose="020B0502020202020204" pitchFamily="34" charset="0"/>
              </a:rPr>
              <a:t>37 · 219</a:t>
            </a:r>
            <a:endParaRPr lang="es-ES" sz="1100" dirty="0">
              <a:latin typeface="Century Gothic" panose="020B0502020202020204" pitchFamily="34" charset="0"/>
            </a:endParaRPr>
          </a:p>
        </p:txBody>
      </p:sp>
      <p:sp>
        <p:nvSpPr>
          <p:cNvPr id="107" name="Opción 107"/>
          <p:cNvSpPr/>
          <p:nvPr/>
        </p:nvSpPr>
        <p:spPr>
          <a:xfrm>
            <a:off x="8001000" y="3392424"/>
            <a:ext cx="3776472" cy="786384"/>
          </a:xfrm>
          <a:prstGeom prst="roundRect">
            <a:avLst>
              <a:gd name="adj" fmla="val 10000"/>
            </a:avLst>
          </a:prstGeom>
          <a:solidFill>
            <a:srgbClr val="F2F5FA"/>
          </a:solidFill>
          <a:ln>
            <a:noFill/>
          </a:ln>
        </p:spPr>
        <p:txBody>
          <a:bodyPr wrap="square" lIns="109728" tIns="73152" rIns="109728" bIns="73152" rtlCol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100" b="1" dirty="0">
                <a:solidFill>
                  <a:srgbClr val="0080B1"/>
                </a:solidFill>
                <a:latin typeface="Century Gothic" panose="020B0502020202020204" pitchFamily="34" charset="0"/>
              </a:rPr>
              <a:t xml:space="preserve">C   </a:t>
            </a:r>
            <a:r>
              <a:rPr lang="es-ES" sz="1100" b="1" dirty="0">
                <a:solidFill>
                  <a:srgbClr val="070F26"/>
                </a:solidFill>
                <a:latin typeface="Century Gothic" panose="020B0502020202020204" pitchFamily="34" charset="0"/>
              </a:rPr>
              <a:t>37 · 390K</a:t>
            </a:r>
            <a:endParaRPr lang="es-ES" sz="1100" dirty="0">
              <a:latin typeface="Century Gothic" panose="020B0502020202020204" pitchFamily="34" charset="0"/>
            </a:endParaRPr>
          </a:p>
        </p:txBody>
      </p:sp>
      <p:sp>
        <p:nvSpPr>
          <p:cNvPr id="108" name="Opción 108"/>
          <p:cNvSpPr/>
          <p:nvPr/>
        </p:nvSpPr>
        <p:spPr>
          <a:xfrm>
            <a:off x="8001000" y="4379976"/>
            <a:ext cx="3776472" cy="786384"/>
          </a:xfrm>
          <a:prstGeom prst="roundRect">
            <a:avLst>
              <a:gd name="adj" fmla="val 10000"/>
            </a:avLst>
          </a:prstGeom>
          <a:solidFill>
            <a:srgbClr val="F2F5FA"/>
          </a:solidFill>
          <a:ln>
            <a:noFill/>
          </a:ln>
        </p:spPr>
        <p:txBody>
          <a:bodyPr wrap="square" lIns="109728" tIns="73152" rIns="109728" bIns="73152" rtlCol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100" b="1" dirty="0">
                <a:solidFill>
                  <a:srgbClr val="0080B1"/>
                </a:solidFill>
                <a:latin typeface="Century Gothic" panose="020B0502020202020204" pitchFamily="34" charset="0"/>
              </a:rPr>
              <a:t xml:space="preserve">D   </a:t>
            </a:r>
            <a:r>
              <a:rPr lang="es-ES" sz="1100" b="1" dirty="0">
                <a:solidFill>
                  <a:srgbClr val="070F26"/>
                </a:solidFill>
                <a:latin typeface="Century Gothic" panose="020B0502020202020204" pitchFamily="34" charset="0"/>
              </a:rPr>
              <a:t>8 · 219</a:t>
            </a:r>
            <a:endParaRPr lang="es-ES" sz="1100" dirty="0">
              <a:latin typeface="Century Gothic" panose="020B0502020202020204" pitchFamily="34" charset="0"/>
            </a:endParaRPr>
          </a:p>
        </p:txBody>
      </p:sp>
      <p:sp>
        <p:nvSpPr>
          <p:cNvPr id="109" name="Nota 109"/>
          <p:cNvSpPr/>
          <p:nvPr/>
        </p:nvSpPr>
        <p:spPr>
          <a:xfrm>
            <a:off x="407822" y="5623560"/>
            <a:ext cx="11365992" cy="411480"/>
          </a:xfrm>
          <a:prstGeom prst="roundRect">
            <a:avLst>
              <a:gd name="adj" fmla="val 12000"/>
            </a:avLst>
          </a:prstGeom>
          <a:solidFill>
            <a:srgbClr val="FDF6E9"/>
          </a:solidFill>
          <a:ln>
            <a:noFill/>
          </a:ln>
        </p:spPr>
        <p:txBody>
          <a:bodyPr wrap="square" lIns="182880" tIns="73152" rIns="182880" bIns="73152" rtlCol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100" b="1" dirty="0">
                <a:solidFill>
                  <a:srgbClr val="070F26"/>
                </a:solidFill>
                <a:latin typeface="Century Gothic" panose="020B0502020202020204" pitchFamily="34" charset="0"/>
              </a:rPr>
              <a:t>37 tramitadores y 219 etapas al día: unas 6 etapas por persona y día.</a:t>
            </a:r>
            <a:endParaRPr lang="es-ES" sz="1100" dirty="0"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50070585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69B87E-B26E-4513-C95A-3CFBDE32C3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81EC55-3563-5378-F34B-07979093D4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Century Gothic" panose="020B0502020202020204" pitchFamily="34" charset="0"/>
              </a:rPr>
              <a:t>Caso práctico · Pregunta 3 de 5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4B0F80B-53B2-B1B1-D200-D36AF104F243}"/>
              </a:ext>
            </a:extLst>
          </p:cNvPr>
          <p:cNvSpPr txBox="1"/>
          <p:nvPr/>
        </p:nvSpPr>
        <p:spPr>
          <a:xfrm>
            <a:off x="411480" y="6446520"/>
            <a:ext cx="1005403" cy="2154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B7080"/>
                </a:solidFill>
                <a:latin typeface="Century Gothic" panose="020B0502020202020204" pitchFamily="34" charset="0"/>
              </a:rPr>
              <a:t>© 2026 NTT DATA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CB40D4E-5CC2-3DAE-7308-7F5C4CE7507B}"/>
              </a:ext>
            </a:extLst>
          </p:cNvPr>
          <p:cNvSpPr txBox="1"/>
          <p:nvPr/>
        </p:nvSpPr>
        <p:spPr>
          <a:xfrm>
            <a:off x="11554988" y="6446520"/>
            <a:ext cx="240772" cy="2154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>
                <a:solidFill>
                  <a:srgbClr val="6B7080"/>
                </a:solidFill>
                <a:latin typeface="Century Gothic" panose="020B0502020202020204" pitchFamily="34" charset="0"/>
              </a:rPr>
              <a:t>29</a:t>
            </a:r>
          </a:p>
        </p:txBody>
      </p:sp>
      <p:sp>
        <p:nvSpPr>
          <p:cNvPr id="101" name="Pregunta 101"/>
          <p:cNvSpPr txBox="1"/>
          <p:nvPr/>
        </p:nvSpPr>
        <p:spPr>
          <a:xfrm>
            <a:off x="914400" y="1188720"/>
            <a:ext cx="10360152" cy="960120"/>
          </a:xfrm>
          <a:prstGeom prst="rect">
            <a:avLst/>
          </a:prstGeom>
          <a:noFill/>
          <a:ln>
            <a:noFill/>
          </a:ln>
        </p:spPr>
        <p:txBody>
          <a:bodyPr wrap="square" lIns="109728" tIns="73152" rIns="109728" bIns="73152" rtlCol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 b="1" dirty="0">
                <a:solidFill>
                  <a:srgbClr val="070F26"/>
                </a:solidFill>
                <a:latin typeface="Century Gothic" panose="020B0502020202020204" pitchFamily="34" charset="0"/>
              </a:rPr>
              <a:t>¿Cuántos expedientes siguen el camino más frecuente y cuánto tardan de media?</a:t>
            </a:r>
            <a:endParaRPr lang="es-ES" sz="2000" dirty="0">
              <a:latin typeface="Century Gothic" panose="020B0502020202020204" pitchFamily="34" charset="0"/>
            </a:endParaRPr>
          </a:p>
        </p:txBody>
      </p:sp>
      <p:sp>
        <p:nvSpPr>
          <p:cNvPr id="102" name="Pista 102"/>
          <p:cNvSpPr/>
          <p:nvPr/>
        </p:nvSpPr>
        <p:spPr>
          <a:xfrm>
            <a:off x="3355848" y="2377440"/>
            <a:ext cx="5486400" cy="347472"/>
          </a:xfrm>
          <a:prstGeom prst="roundRect">
            <a:avLst>
              <a:gd name="adj" fmla="val 30000"/>
            </a:avLst>
          </a:prstGeom>
          <a:solidFill>
            <a:srgbClr val="E8F2F7"/>
          </a:solidFill>
          <a:ln w="9525">
            <a:solidFill>
              <a:srgbClr val="0072BC"/>
            </a:solidFill>
          </a:ln>
        </p:spPr>
        <p:txBody>
          <a:bodyPr wrap="square" lIns="91440" tIns="0" rIns="91440" bIns="0" rtlCol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050" b="1" dirty="0">
                <a:solidFill>
                  <a:srgbClr val="0080B1"/>
                </a:solidFill>
                <a:latin typeface="Century Gothic" panose="020B0502020202020204" pitchFamily="34" charset="0"/>
              </a:rPr>
              <a:t xml:space="preserve">Dónde buscarlo:  </a:t>
            </a:r>
            <a:r>
              <a:rPr lang="es-ES" sz="1050" b="1" dirty="0">
                <a:solidFill>
                  <a:srgbClr val="070F26"/>
                </a:solidFill>
                <a:latin typeface="Century Gothic" panose="020B0502020202020204" pitchFamily="34" charset="0"/>
              </a:rPr>
              <a:t>Análisis del proceso › Variant Explorer</a:t>
            </a:r>
            <a:endParaRPr lang="es-ES" sz="1050" dirty="0">
              <a:latin typeface="Century Gothic" panose="020B0502020202020204" pitchFamily="34" charset="0"/>
            </a:endParaRPr>
          </a:p>
        </p:txBody>
      </p:sp>
      <p:sp>
        <p:nvSpPr>
          <p:cNvPr id="103" name="Pista 103"/>
          <p:cNvSpPr/>
          <p:nvPr/>
        </p:nvSpPr>
        <p:spPr>
          <a:xfrm>
            <a:off x="3355848" y="2816352"/>
            <a:ext cx="5486400" cy="347472"/>
          </a:xfrm>
          <a:prstGeom prst="roundRect">
            <a:avLst>
              <a:gd name="adj" fmla="val 30000"/>
            </a:avLst>
          </a:prstGeom>
          <a:solidFill>
            <a:srgbClr val="E8F2F7"/>
          </a:solidFill>
          <a:ln w="9525">
            <a:solidFill>
              <a:srgbClr val="0072BC"/>
            </a:solidFill>
          </a:ln>
        </p:spPr>
        <p:txBody>
          <a:bodyPr wrap="square" lIns="91440" tIns="0" rIns="91440" bIns="0" rtlCol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050" b="1" dirty="0">
                <a:solidFill>
                  <a:srgbClr val="0080B1"/>
                </a:solidFill>
                <a:latin typeface="Century Gothic" panose="020B0502020202020204" pitchFamily="34" charset="0"/>
              </a:rPr>
              <a:t xml:space="preserve">Pista:  </a:t>
            </a:r>
            <a:r>
              <a:rPr lang="es-ES" sz="1050" b="1" dirty="0">
                <a:solidFill>
                  <a:srgbClr val="070F26"/>
                </a:solidFill>
                <a:latin typeface="Century Gothic" panose="020B0502020202020204" pitchFamily="34" charset="0"/>
              </a:rPr>
              <a:t>Tabla de variantes: columnas Count y Avg TPT</a:t>
            </a:r>
            <a:endParaRPr lang="es-ES" sz="1050" dirty="0">
              <a:latin typeface="Century Gothic" panose="020B0502020202020204" pitchFamily="34" charset="0"/>
            </a:endParaRPr>
          </a:p>
        </p:txBody>
      </p:sp>
      <p:sp>
        <p:nvSpPr>
          <p:cNvPr id="104" name="Opción 104"/>
          <p:cNvSpPr/>
          <p:nvPr/>
        </p:nvSpPr>
        <p:spPr>
          <a:xfrm>
            <a:off x="1005840" y="3566160"/>
            <a:ext cx="4937760" cy="804672"/>
          </a:xfrm>
          <a:prstGeom prst="roundRect">
            <a:avLst>
              <a:gd name="adj" fmla="val 10000"/>
            </a:avLst>
          </a:prstGeom>
          <a:solidFill>
            <a:srgbClr val="F2F5FA"/>
          </a:solidFill>
          <a:ln>
            <a:noFill/>
          </a:ln>
        </p:spPr>
        <p:txBody>
          <a:bodyPr wrap="square" lIns="109728" tIns="73152" rIns="109728" bIns="73152" rtlCol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300" b="1" dirty="0">
                <a:solidFill>
                  <a:srgbClr val="0080B1"/>
                </a:solidFill>
                <a:latin typeface="Century Gothic" panose="020B0502020202020204" pitchFamily="34" charset="0"/>
              </a:rPr>
              <a:t xml:space="preserve">A     </a:t>
            </a:r>
            <a:r>
              <a:rPr lang="es-ES" sz="1300" b="1" dirty="0">
                <a:solidFill>
                  <a:srgbClr val="070F26"/>
                </a:solidFill>
                <a:latin typeface="Century Gothic" panose="020B0502020202020204" pitchFamily="34" charset="0"/>
              </a:rPr>
              <a:t>174 · 7 días</a:t>
            </a:r>
            <a:endParaRPr lang="es-ES" sz="1300" dirty="0">
              <a:latin typeface="Century Gothic" panose="020B0502020202020204" pitchFamily="34" charset="0"/>
            </a:endParaRPr>
          </a:p>
        </p:txBody>
      </p:sp>
      <p:sp>
        <p:nvSpPr>
          <p:cNvPr id="105" name="Opción 105"/>
          <p:cNvSpPr/>
          <p:nvPr/>
        </p:nvSpPr>
        <p:spPr>
          <a:xfrm>
            <a:off x="6245352" y="3566160"/>
            <a:ext cx="4937760" cy="804672"/>
          </a:xfrm>
          <a:prstGeom prst="roundRect">
            <a:avLst>
              <a:gd name="adj" fmla="val 10000"/>
            </a:avLst>
          </a:prstGeom>
          <a:solidFill>
            <a:srgbClr val="F2F5FA"/>
          </a:solidFill>
          <a:ln>
            <a:noFill/>
          </a:ln>
        </p:spPr>
        <p:txBody>
          <a:bodyPr wrap="square" lIns="109728" tIns="73152" rIns="109728" bIns="73152" rtlCol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300" b="1" dirty="0">
                <a:solidFill>
                  <a:srgbClr val="0080B1"/>
                </a:solidFill>
                <a:latin typeface="Century Gothic" panose="020B0502020202020204" pitchFamily="34" charset="0"/>
              </a:rPr>
              <a:t xml:space="preserve">B     </a:t>
            </a:r>
            <a:r>
              <a:rPr lang="es-ES" sz="1300" b="1" dirty="0">
                <a:solidFill>
                  <a:srgbClr val="070F26"/>
                </a:solidFill>
                <a:latin typeface="Century Gothic" panose="020B0502020202020204" pitchFamily="34" charset="0"/>
              </a:rPr>
              <a:t>168 · 57 días</a:t>
            </a:r>
            <a:endParaRPr lang="es-ES" sz="1300" dirty="0">
              <a:latin typeface="Century Gothic" panose="020B0502020202020204" pitchFamily="34" charset="0"/>
            </a:endParaRPr>
          </a:p>
        </p:txBody>
      </p:sp>
      <p:sp>
        <p:nvSpPr>
          <p:cNvPr id="106" name="Opción 106"/>
          <p:cNvSpPr/>
          <p:nvPr/>
        </p:nvSpPr>
        <p:spPr>
          <a:xfrm>
            <a:off x="1005840" y="4590288"/>
            <a:ext cx="4937760" cy="804672"/>
          </a:xfrm>
          <a:prstGeom prst="roundRect">
            <a:avLst>
              <a:gd name="adj" fmla="val 10000"/>
            </a:avLst>
          </a:prstGeom>
          <a:solidFill>
            <a:srgbClr val="F2F5FA"/>
          </a:solidFill>
          <a:ln>
            <a:noFill/>
          </a:ln>
        </p:spPr>
        <p:txBody>
          <a:bodyPr wrap="square" lIns="109728" tIns="73152" rIns="109728" bIns="73152" rtlCol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300" b="1" dirty="0">
                <a:solidFill>
                  <a:srgbClr val="0080B1"/>
                </a:solidFill>
                <a:latin typeface="Century Gothic" panose="020B0502020202020204" pitchFamily="34" charset="0"/>
              </a:rPr>
              <a:t xml:space="preserve">C     </a:t>
            </a:r>
            <a:r>
              <a:rPr lang="es-ES" sz="1300" b="1" dirty="0">
                <a:solidFill>
                  <a:srgbClr val="070F26"/>
                </a:solidFill>
                <a:latin typeface="Century Gothic" panose="020B0502020202020204" pitchFamily="34" charset="0"/>
              </a:rPr>
              <a:t>53 · 174 días</a:t>
            </a:r>
            <a:endParaRPr lang="es-ES" sz="1300" dirty="0">
              <a:latin typeface="Century Gothic" panose="020B0502020202020204" pitchFamily="34" charset="0"/>
            </a:endParaRPr>
          </a:p>
        </p:txBody>
      </p:sp>
      <p:sp>
        <p:nvSpPr>
          <p:cNvPr id="107" name="Opción 107"/>
          <p:cNvSpPr/>
          <p:nvPr/>
        </p:nvSpPr>
        <p:spPr>
          <a:xfrm>
            <a:off x="6245352" y="4590288"/>
            <a:ext cx="4937760" cy="804672"/>
          </a:xfrm>
          <a:prstGeom prst="roundRect">
            <a:avLst>
              <a:gd name="adj" fmla="val 10000"/>
            </a:avLst>
          </a:prstGeom>
          <a:solidFill>
            <a:srgbClr val="F2F5FA"/>
          </a:solidFill>
          <a:ln>
            <a:noFill/>
          </a:ln>
        </p:spPr>
        <p:txBody>
          <a:bodyPr wrap="square" lIns="109728" tIns="73152" rIns="109728" bIns="73152" rtlCol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300" b="1" dirty="0">
                <a:solidFill>
                  <a:srgbClr val="0080B1"/>
                </a:solidFill>
                <a:latin typeface="Century Gothic" panose="020B0502020202020204" pitchFamily="34" charset="0"/>
              </a:rPr>
              <a:t xml:space="preserve">D     </a:t>
            </a:r>
            <a:r>
              <a:rPr lang="es-ES" sz="1300" b="1" dirty="0">
                <a:solidFill>
                  <a:srgbClr val="070F26"/>
                </a:solidFill>
                <a:latin typeface="Century Gothic" panose="020B0502020202020204" pitchFamily="34" charset="0"/>
              </a:rPr>
              <a:t>6.370 · 118 días</a:t>
            </a:r>
            <a:endParaRPr lang="es-ES" sz="1300" dirty="0"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50070585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69B87E-B26E-4513-C95A-3CFBDE32C3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81EC55-3563-5378-F34B-07979093D4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Century Gothic" panose="020B0502020202020204" pitchFamily="34" charset="0"/>
              </a:rPr>
              <a:t>Caso práctico · Solución 3 de 5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4B0F80B-53B2-B1B1-D200-D36AF104F243}"/>
              </a:ext>
            </a:extLst>
          </p:cNvPr>
          <p:cNvSpPr txBox="1"/>
          <p:nvPr/>
        </p:nvSpPr>
        <p:spPr>
          <a:xfrm>
            <a:off x="411480" y="6446520"/>
            <a:ext cx="1005403" cy="2154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B7080"/>
                </a:solidFill>
                <a:latin typeface="Century Gothic" panose="020B0502020202020204" pitchFamily="34" charset="0"/>
              </a:rPr>
              <a:t>© 2026 NTT DATA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CB40D4E-5CC2-3DAE-7308-7F5C4CE7507B}"/>
              </a:ext>
            </a:extLst>
          </p:cNvPr>
          <p:cNvSpPr txBox="1"/>
          <p:nvPr/>
        </p:nvSpPr>
        <p:spPr>
          <a:xfrm>
            <a:off x="11554988" y="6446520"/>
            <a:ext cx="240772" cy="2154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>
                <a:solidFill>
                  <a:srgbClr val="6B7080"/>
                </a:solidFill>
                <a:latin typeface="Century Gothic" panose="020B0502020202020204" pitchFamily="34" charset="0"/>
              </a:rPr>
              <a:t>30</a:t>
            </a:r>
          </a:p>
        </p:txBody>
      </p:sp>
      <p:sp>
        <p:nvSpPr>
          <p:cNvPr id="101" name="Pregunta 101"/>
          <p:cNvSpPr txBox="1"/>
          <p:nvPr/>
        </p:nvSpPr>
        <p:spPr>
          <a:xfrm>
            <a:off x="407822" y="731520"/>
            <a:ext cx="11338560" cy="384048"/>
          </a:xfrm>
          <a:prstGeom prst="rect">
            <a:avLst/>
          </a:prstGeom>
          <a:noFill/>
          <a:ln>
            <a:noFill/>
          </a:ln>
        </p:spPr>
        <p:txBody>
          <a:bodyPr wrap="square" lIns="91440" tIns="36576" rIns="91440" bIns="36576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300" b="1" dirty="0">
                <a:solidFill>
                  <a:srgbClr val="070F26"/>
                </a:solidFill>
                <a:latin typeface="Century Gothic" panose="020B0502020202020204" pitchFamily="34" charset="0"/>
              </a:rPr>
              <a:t>¿Cuántos expedientes siguen el camino más frecuente y cuánto tardan de media?</a:t>
            </a:r>
            <a:endParaRPr lang="es-ES" sz="1300" dirty="0">
              <a:latin typeface="Century Gothic" panose="020B0502020202020204" pitchFamily="34" charset="0"/>
            </a:endParaRPr>
          </a:p>
        </p:txBody>
      </p:sp>
      <p:pic>
        <p:nvPicPr>
          <p:cNvPr id="102" name="Captura del cuadro de mando de PnC 102" descr="Captura del cuadro de mando de PnC"/>
          <p:cNvPicPr>
            <a:picLocks noChangeAspect="1"/>
          </p:cNvPicPr>
          <p:nvPr/>
        </p:nvPicPr>
        <p:blipFill>
          <a:blip r:embed="rId200"/>
          <a:stretch>
            <a:fillRect/>
          </a:stretch>
        </p:blipFill>
        <p:spPr>
          <a:xfrm>
            <a:off x="2428304" y="1325880"/>
            <a:ext cx="3182798" cy="4160520"/>
          </a:xfrm>
          <a:prstGeom prst="rect">
            <a:avLst/>
          </a:prstGeom>
          <a:ln w="9525">
            <a:solidFill>
              <a:srgbClr val="D9DEE8"/>
            </a:solidFill>
          </a:ln>
        </p:spPr>
      </p:pic>
      <p:sp>
        <p:nvSpPr>
          <p:cNvPr id="103" name="Resalte 103"/>
          <p:cNvSpPr/>
          <p:nvPr/>
        </p:nvSpPr>
        <p:spPr>
          <a:xfrm>
            <a:off x="2463279" y="2848242"/>
            <a:ext cx="3040037" cy="283693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E5262B"/>
            </a:solidFill>
          </a:ln>
        </p:spPr>
        <p:txBody>
          <a:bodyPr wrap="square" lIns="109728" tIns="73152" rIns="109728" bIns="73152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endParaRPr lang="es-ES" sz="1000" dirty="0">
              <a:latin typeface="Century Gothic" panose="020B0502020202020204" pitchFamily="34" charset="0"/>
            </a:endParaRPr>
          </a:p>
        </p:txBody>
      </p:sp>
      <p:sp>
        <p:nvSpPr>
          <p:cNvPr id="104" name="Opción 104"/>
          <p:cNvSpPr/>
          <p:nvPr/>
        </p:nvSpPr>
        <p:spPr>
          <a:xfrm>
            <a:off x="8001000" y="1417320"/>
            <a:ext cx="3776472" cy="786384"/>
          </a:xfrm>
          <a:prstGeom prst="roundRect">
            <a:avLst>
              <a:gd name="adj" fmla="val 10000"/>
            </a:avLst>
          </a:prstGeom>
          <a:solidFill>
            <a:srgbClr val="0080B1"/>
          </a:solidFill>
          <a:ln>
            <a:noFill/>
          </a:ln>
        </p:spPr>
        <p:txBody>
          <a:bodyPr wrap="square" lIns="109728" tIns="73152" rIns="109728" bIns="73152" rtlCol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100" b="1" dirty="0">
                <a:solidFill>
                  <a:srgbClr val="FFFFFF"/>
                </a:solidFill>
                <a:latin typeface="Century Gothic" panose="020B0502020202020204" pitchFamily="34" charset="0"/>
              </a:rPr>
              <a:t xml:space="preserve">A   </a:t>
            </a:r>
            <a:r>
              <a:rPr lang="es-ES" sz="1100" b="1" dirty="0">
                <a:solidFill>
                  <a:srgbClr val="FFFFFF"/>
                </a:solidFill>
                <a:latin typeface="Century Gothic" panose="020B0502020202020204" pitchFamily="34" charset="0"/>
              </a:rPr>
              <a:t>174 · 7 días</a:t>
            </a:r>
            <a:endParaRPr lang="es-ES" sz="1100" dirty="0">
              <a:latin typeface="Century Gothic" panose="020B0502020202020204" pitchFamily="34" charset="0"/>
            </a:endParaRPr>
          </a:p>
        </p:txBody>
      </p:sp>
      <p:sp>
        <p:nvSpPr>
          <p:cNvPr id="105" name="Opción 105"/>
          <p:cNvSpPr/>
          <p:nvPr/>
        </p:nvSpPr>
        <p:spPr>
          <a:xfrm>
            <a:off x="8001000" y="2404872"/>
            <a:ext cx="3776472" cy="786384"/>
          </a:xfrm>
          <a:prstGeom prst="roundRect">
            <a:avLst>
              <a:gd name="adj" fmla="val 10000"/>
            </a:avLst>
          </a:prstGeom>
          <a:solidFill>
            <a:srgbClr val="F2F5FA"/>
          </a:solidFill>
          <a:ln>
            <a:noFill/>
          </a:ln>
        </p:spPr>
        <p:txBody>
          <a:bodyPr wrap="square" lIns="109728" tIns="73152" rIns="109728" bIns="73152" rtlCol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100" b="1" dirty="0">
                <a:solidFill>
                  <a:srgbClr val="0080B1"/>
                </a:solidFill>
                <a:latin typeface="Century Gothic" panose="020B0502020202020204" pitchFamily="34" charset="0"/>
              </a:rPr>
              <a:t xml:space="preserve">B   </a:t>
            </a:r>
            <a:r>
              <a:rPr lang="es-ES" sz="1100" b="1" dirty="0">
                <a:solidFill>
                  <a:srgbClr val="070F26"/>
                </a:solidFill>
                <a:latin typeface="Century Gothic" panose="020B0502020202020204" pitchFamily="34" charset="0"/>
              </a:rPr>
              <a:t>168 · 57 días</a:t>
            </a:r>
            <a:endParaRPr lang="es-ES" sz="1100" dirty="0">
              <a:latin typeface="Century Gothic" panose="020B0502020202020204" pitchFamily="34" charset="0"/>
            </a:endParaRPr>
          </a:p>
        </p:txBody>
      </p:sp>
      <p:sp>
        <p:nvSpPr>
          <p:cNvPr id="106" name="Opción 106"/>
          <p:cNvSpPr/>
          <p:nvPr/>
        </p:nvSpPr>
        <p:spPr>
          <a:xfrm>
            <a:off x="8001000" y="3392424"/>
            <a:ext cx="3776472" cy="786384"/>
          </a:xfrm>
          <a:prstGeom prst="roundRect">
            <a:avLst>
              <a:gd name="adj" fmla="val 10000"/>
            </a:avLst>
          </a:prstGeom>
          <a:solidFill>
            <a:srgbClr val="F2F5FA"/>
          </a:solidFill>
          <a:ln>
            <a:noFill/>
          </a:ln>
        </p:spPr>
        <p:txBody>
          <a:bodyPr wrap="square" lIns="109728" tIns="73152" rIns="109728" bIns="73152" rtlCol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100" b="1" dirty="0">
                <a:solidFill>
                  <a:srgbClr val="0080B1"/>
                </a:solidFill>
                <a:latin typeface="Century Gothic" panose="020B0502020202020204" pitchFamily="34" charset="0"/>
              </a:rPr>
              <a:t xml:space="preserve">C   </a:t>
            </a:r>
            <a:r>
              <a:rPr lang="es-ES" sz="1100" b="1" dirty="0">
                <a:solidFill>
                  <a:srgbClr val="070F26"/>
                </a:solidFill>
                <a:latin typeface="Century Gothic" panose="020B0502020202020204" pitchFamily="34" charset="0"/>
              </a:rPr>
              <a:t>53 · 174 días</a:t>
            </a:r>
            <a:endParaRPr lang="es-ES" sz="1100" dirty="0">
              <a:latin typeface="Century Gothic" panose="020B0502020202020204" pitchFamily="34" charset="0"/>
            </a:endParaRPr>
          </a:p>
        </p:txBody>
      </p:sp>
      <p:sp>
        <p:nvSpPr>
          <p:cNvPr id="107" name="Opción 107"/>
          <p:cNvSpPr/>
          <p:nvPr/>
        </p:nvSpPr>
        <p:spPr>
          <a:xfrm>
            <a:off x="8001000" y="4379976"/>
            <a:ext cx="3776472" cy="786384"/>
          </a:xfrm>
          <a:prstGeom prst="roundRect">
            <a:avLst>
              <a:gd name="adj" fmla="val 10000"/>
            </a:avLst>
          </a:prstGeom>
          <a:solidFill>
            <a:srgbClr val="F2F5FA"/>
          </a:solidFill>
          <a:ln>
            <a:noFill/>
          </a:ln>
        </p:spPr>
        <p:txBody>
          <a:bodyPr wrap="square" lIns="109728" tIns="73152" rIns="109728" bIns="73152" rtlCol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100" b="1" dirty="0">
                <a:solidFill>
                  <a:srgbClr val="0080B1"/>
                </a:solidFill>
                <a:latin typeface="Century Gothic" panose="020B0502020202020204" pitchFamily="34" charset="0"/>
              </a:rPr>
              <a:t xml:space="preserve">D   </a:t>
            </a:r>
            <a:r>
              <a:rPr lang="es-ES" sz="1100" b="1" dirty="0">
                <a:solidFill>
                  <a:srgbClr val="070F26"/>
                </a:solidFill>
                <a:latin typeface="Century Gothic" panose="020B0502020202020204" pitchFamily="34" charset="0"/>
              </a:rPr>
              <a:t>6.370 · 118 días</a:t>
            </a:r>
            <a:endParaRPr lang="es-ES" sz="1100" dirty="0">
              <a:latin typeface="Century Gothic" panose="020B0502020202020204" pitchFamily="34" charset="0"/>
            </a:endParaRPr>
          </a:p>
        </p:txBody>
      </p:sp>
      <p:sp>
        <p:nvSpPr>
          <p:cNvPr id="108" name="Nota 108"/>
          <p:cNvSpPr/>
          <p:nvPr/>
        </p:nvSpPr>
        <p:spPr>
          <a:xfrm>
            <a:off x="407822" y="5623560"/>
            <a:ext cx="11365992" cy="411480"/>
          </a:xfrm>
          <a:prstGeom prst="roundRect">
            <a:avLst>
              <a:gd name="adj" fmla="val 12000"/>
            </a:avLst>
          </a:prstGeom>
          <a:solidFill>
            <a:srgbClr val="FDF6E9"/>
          </a:solidFill>
          <a:ln>
            <a:noFill/>
          </a:ln>
        </p:spPr>
        <p:txBody>
          <a:bodyPr wrap="square" lIns="182880" tIns="73152" rIns="182880" bIns="73152" rtlCol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100" b="1" dirty="0">
                <a:solidFill>
                  <a:srgbClr val="070F26"/>
                </a:solidFill>
                <a:latin typeface="Century Gothic" panose="020B0502020202020204" pitchFamily="34" charset="0"/>
              </a:rPr>
              <a:t>174 expedientes (2 %) en 7 días. El 90 % cae en «Others»: el proceso es muy variable.</a:t>
            </a:r>
            <a:endParaRPr lang="es-ES" sz="1100" dirty="0"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50070585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69B87E-B26E-4513-C95A-3CFBDE32C3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81EC55-3563-5378-F34B-07979093D4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Century Gothic" panose="020B0502020202020204" pitchFamily="34" charset="0"/>
              </a:rPr>
              <a:t>Caso práctico · Pregunta 4 de 5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4B0F80B-53B2-B1B1-D200-D36AF104F243}"/>
              </a:ext>
            </a:extLst>
          </p:cNvPr>
          <p:cNvSpPr txBox="1"/>
          <p:nvPr/>
        </p:nvSpPr>
        <p:spPr>
          <a:xfrm>
            <a:off x="411480" y="6446520"/>
            <a:ext cx="1005403" cy="2154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B7080"/>
                </a:solidFill>
                <a:latin typeface="Century Gothic" panose="020B0502020202020204" pitchFamily="34" charset="0"/>
              </a:rPr>
              <a:t>© 2026 NTT DATA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CB40D4E-5CC2-3DAE-7308-7F5C4CE7507B}"/>
              </a:ext>
            </a:extLst>
          </p:cNvPr>
          <p:cNvSpPr txBox="1"/>
          <p:nvPr/>
        </p:nvSpPr>
        <p:spPr>
          <a:xfrm>
            <a:off x="11554988" y="6446520"/>
            <a:ext cx="240772" cy="2154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>
                <a:solidFill>
                  <a:srgbClr val="6B7080"/>
                </a:solidFill>
                <a:latin typeface="Century Gothic" panose="020B0502020202020204" pitchFamily="34" charset="0"/>
              </a:rPr>
              <a:t>31</a:t>
            </a:r>
          </a:p>
        </p:txBody>
      </p:sp>
      <p:sp>
        <p:nvSpPr>
          <p:cNvPr id="101" name="Pregunta 101"/>
          <p:cNvSpPr txBox="1"/>
          <p:nvPr/>
        </p:nvSpPr>
        <p:spPr>
          <a:xfrm>
            <a:off x="914400" y="1188720"/>
            <a:ext cx="10360152" cy="960120"/>
          </a:xfrm>
          <a:prstGeom prst="rect">
            <a:avLst/>
          </a:prstGeom>
          <a:noFill/>
          <a:ln>
            <a:noFill/>
          </a:ln>
        </p:spPr>
        <p:txBody>
          <a:bodyPr wrap="square" lIns="109728" tIns="73152" rIns="109728" bIns="73152" rtlCol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 b="1" dirty="0">
                <a:solidFill>
                  <a:srgbClr val="070F26"/>
                </a:solidFill>
                <a:latin typeface="Century Gothic" panose="020B0502020202020204" pitchFamily="34" charset="0"/>
              </a:rPr>
              <a:t>Busca el expediente 0803750000102006. ¿En qué trámite está y cuánto tiempo lleva?</a:t>
            </a:r>
            <a:endParaRPr lang="es-ES" sz="2000" dirty="0">
              <a:latin typeface="Century Gothic" panose="020B0502020202020204" pitchFamily="34" charset="0"/>
            </a:endParaRPr>
          </a:p>
        </p:txBody>
      </p:sp>
      <p:sp>
        <p:nvSpPr>
          <p:cNvPr id="102" name="Pista 102"/>
          <p:cNvSpPr/>
          <p:nvPr/>
        </p:nvSpPr>
        <p:spPr>
          <a:xfrm>
            <a:off x="3355848" y="2377440"/>
            <a:ext cx="5486400" cy="347472"/>
          </a:xfrm>
          <a:prstGeom prst="roundRect">
            <a:avLst>
              <a:gd name="adj" fmla="val 30000"/>
            </a:avLst>
          </a:prstGeom>
          <a:solidFill>
            <a:srgbClr val="E8F2F7"/>
          </a:solidFill>
          <a:ln w="9525">
            <a:solidFill>
              <a:srgbClr val="0072BC"/>
            </a:solidFill>
          </a:ln>
        </p:spPr>
        <p:txBody>
          <a:bodyPr wrap="square" lIns="91440" tIns="0" rIns="91440" bIns="0" rtlCol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050" b="1" dirty="0">
                <a:solidFill>
                  <a:srgbClr val="0080B1"/>
                </a:solidFill>
                <a:latin typeface="Century Gothic" panose="020B0502020202020204" pitchFamily="34" charset="0"/>
              </a:rPr>
              <a:t xml:space="preserve">Dónde buscarlo:  </a:t>
            </a:r>
            <a:r>
              <a:rPr lang="es-ES" sz="1050" b="1" dirty="0">
                <a:solidFill>
                  <a:srgbClr val="070F26"/>
                </a:solidFill>
                <a:latin typeface="Century Gothic" panose="020B0502020202020204" pitchFamily="34" charset="0"/>
              </a:rPr>
              <a:t>Vista Operativa › Priorización</a:t>
            </a:r>
            <a:endParaRPr lang="es-ES" sz="1050" dirty="0">
              <a:latin typeface="Century Gothic" panose="020B0502020202020204" pitchFamily="34" charset="0"/>
            </a:endParaRPr>
          </a:p>
        </p:txBody>
      </p:sp>
      <p:sp>
        <p:nvSpPr>
          <p:cNvPr id="103" name="Pista 103"/>
          <p:cNvSpPr/>
          <p:nvPr/>
        </p:nvSpPr>
        <p:spPr>
          <a:xfrm>
            <a:off x="3355848" y="2816352"/>
            <a:ext cx="5486400" cy="347472"/>
          </a:xfrm>
          <a:prstGeom prst="roundRect">
            <a:avLst>
              <a:gd name="adj" fmla="val 30000"/>
            </a:avLst>
          </a:prstGeom>
          <a:solidFill>
            <a:srgbClr val="E8F2F7"/>
          </a:solidFill>
          <a:ln w="9525">
            <a:solidFill>
              <a:srgbClr val="0072BC"/>
            </a:solidFill>
          </a:ln>
        </p:spPr>
        <p:txBody>
          <a:bodyPr wrap="square" lIns="91440" tIns="0" rIns="91440" bIns="0" rtlCol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050" b="1" dirty="0">
                <a:solidFill>
                  <a:srgbClr val="0080B1"/>
                </a:solidFill>
                <a:latin typeface="Century Gothic" panose="020B0502020202020204" pitchFamily="34" charset="0"/>
              </a:rPr>
              <a:t xml:space="preserve">Pista:  </a:t>
            </a:r>
            <a:r>
              <a:rPr lang="es-ES" sz="1050" b="1" dirty="0">
                <a:solidFill>
                  <a:srgbClr val="070F26"/>
                </a:solidFill>
                <a:latin typeface="Century Gothic" panose="020B0502020202020204" pitchFamily="34" charset="0"/>
              </a:rPr>
              <a:t>Columna ID Expediente</a:t>
            </a:r>
            <a:endParaRPr lang="es-ES" sz="1050" dirty="0">
              <a:latin typeface="Century Gothic" panose="020B0502020202020204" pitchFamily="34" charset="0"/>
            </a:endParaRPr>
          </a:p>
        </p:txBody>
      </p:sp>
      <p:sp>
        <p:nvSpPr>
          <p:cNvPr id="104" name="Opción 104"/>
          <p:cNvSpPr/>
          <p:nvPr/>
        </p:nvSpPr>
        <p:spPr>
          <a:xfrm>
            <a:off x="1005840" y="3566160"/>
            <a:ext cx="4937760" cy="804672"/>
          </a:xfrm>
          <a:prstGeom prst="roundRect">
            <a:avLst>
              <a:gd name="adj" fmla="val 10000"/>
            </a:avLst>
          </a:prstGeom>
          <a:solidFill>
            <a:srgbClr val="F2F5FA"/>
          </a:solidFill>
          <a:ln>
            <a:noFill/>
          </a:ln>
        </p:spPr>
        <p:txBody>
          <a:bodyPr wrap="square" lIns="109728" tIns="73152" rIns="109728" bIns="73152" rtlCol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300" b="1" dirty="0">
                <a:solidFill>
                  <a:srgbClr val="0080B1"/>
                </a:solidFill>
                <a:latin typeface="Century Gothic" panose="020B0502020202020204" pitchFamily="34" charset="0"/>
              </a:rPr>
              <a:t xml:space="preserve">A     </a:t>
            </a:r>
            <a:r>
              <a:rPr lang="es-ES" sz="1300" b="1" dirty="0">
                <a:solidFill>
                  <a:srgbClr val="070F26"/>
                </a:solidFill>
                <a:latin typeface="Century Gothic" panose="020B0502020202020204" pitchFamily="34" charset="0"/>
              </a:rPr>
              <a:t>ARCHIVO EXPEDIENTE · 465 días</a:t>
            </a:r>
            <a:endParaRPr lang="es-ES" sz="1300" dirty="0">
              <a:latin typeface="Century Gothic" panose="020B0502020202020204" pitchFamily="34" charset="0"/>
            </a:endParaRPr>
          </a:p>
        </p:txBody>
      </p:sp>
      <p:sp>
        <p:nvSpPr>
          <p:cNvPr id="105" name="Opción 105"/>
          <p:cNvSpPr/>
          <p:nvPr/>
        </p:nvSpPr>
        <p:spPr>
          <a:xfrm>
            <a:off x="6245352" y="3566160"/>
            <a:ext cx="4937760" cy="804672"/>
          </a:xfrm>
          <a:prstGeom prst="roundRect">
            <a:avLst>
              <a:gd name="adj" fmla="val 10000"/>
            </a:avLst>
          </a:prstGeom>
          <a:solidFill>
            <a:srgbClr val="F2F5FA"/>
          </a:solidFill>
          <a:ln>
            <a:noFill/>
          </a:ln>
        </p:spPr>
        <p:txBody>
          <a:bodyPr wrap="square" lIns="109728" tIns="73152" rIns="109728" bIns="73152" rtlCol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300" b="1" dirty="0">
                <a:solidFill>
                  <a:srgbClr val="0080B1"/>
                </a:solidFill>
                <a:latin typeface="Century Gothic" panose="020B0502020202020204" pitchFamily="34" charset="0"/>
              </a:rPr>
              <a:t xml:space="preserve">B     </a:t>
            </a:r>
            <a:r>
              <a:rPr lang="es-ES" sz="1300" b="1" dirty="0">
                <a:solidFill>
                  <a:srgbClr val="070F26"/>
                </a:solidFill>
                <a:latin typeface="Century Gothic" panose="020B0502020202020204" pitchFamily="34" charset="0"/>
              </a:rPr>
              <a:t>MIGRACIÓN PNC · 3.516 días</a:t>
            </a:r>
            <a:endParaRPr lang="es-ES" sz="1300" dirty="0">
              <a:latin typeface="Century Gothic" panose="020B0502020202020204" pitchFamily="34" charset="0"/>
            </a:endParaRPr>
          </a:p>
        </p:txBody>
      </p:sp>
      <p:sp>
        <p:nvSpPr>
          <p:cNvPr id="106" name="Opción 106"/>
          <p:cNvSpPr/>
          <p:nvPr/>
        </p:nvSpPr>
        <p:spPr>
          <a:xfrm>
            <a:off x="1005840" y="4590288"/>
            <a:ext cx="4937760" cy="804672"/>
          </a:xfrm>
          <a:prstGeom prst="roundRect">
            <a:avLst>
              <a:gd name="adj" fmla="val 10000"/>
            </a:avLst>
          </a:prstGeom>
          <a:solidFill>
            <a:srgbClr val="F2F5FA"/>
          </a:solidFill>
          <a:ln>
            <a:noFill/>
          </a:ln>
        </p:spPr>
        <p:txBody>
          <a:bodyPr wrap="square" lIns="109728" tIns="73152" rIns="109728" bIns="73152" rtlCol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300" b="1" dirty="0">
                <a:solidFill>
                  <a:srgbClr val="0080B1"/>
                </a:solidFill>
                <a:latin typeface="Century Gothic" panose="020B0502020202020204" pitchFamily="34" charset="0"/>
              </a:rPr>
              <a:t xml:space="preserve">C     </a:t>
            </a:r>
            <a:r>
              <a:rPr lang="es-ES" sz="1300" b="1" dirty="0">
                <a:solidFill>
                  <a:srgbClr val="070F26"/>
                </a:solidFill>
                <a:latin typeface="Century Gothic" panose="020B0502020202020204" pitchFamily="34" charset="0"/>
              </a:rPr>
              <a:t>PENDIENTE ELABORACIÓN PROPUESTA · 3.516 días</a:t>
            </a:r>
            <a:endParaRPr lang="es-ES" sz="1300" dirty="0">
              <a:latin typeface="Century Gothic" panose="020B0502020202020204" pitchFamily="34" charset="0"/>
            </a:endParaRPr>
          </a:p>
        </p:txBody>
      </p:sp>
      <p:sp>
        <p:nvSpPr>
          <p:cNvPr id="107" name="Opción 107"/>
          <p:cNvSpPr/>
          <p:nvPr/>
        </p:nvSpPr>
        <p:spPr>
          <a:xfrm>
            <a:off x="6245352" y="4590288"/>
            <a:ext cx="4937760" cy="804672"/>
          </a:xfrm>
          <a:prstGeom prst="roundRect">
            <a:avLst>
              <a:gd name="adj" fmla="val 10000"/>
            </a:avLst>
          </a:prstGeom>
          <a:solidFill>
            <a:srgbClr val="F2F5FA"/>
          </a:solidFill>
          <a:ln>
            <a:noFill/>
          </a:ln>
        </p:spPr>
        <p:txBody>
          <a:bodyPr wrap="square" lIns="109728" tIns="73152" rIns="109728" bIns="73152" rtlCol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300" b="1" dirty="0">
                <a:solidFill>
                  <a:srgbClr val="0080B1"/>
                </a:solidFill>
                <a:latin typeface="Century Gothic" panose="020B0502020202020204" pitchFamily="34" charset="0"/>
              </a:rPr>
              <a:t xml:space="preserve">D     </a:t>
            </a:r>
            <a:r>
              <a:rPr lang="es-ES" sz="1300" b="1" dirty="0">
                <a:solidFill>
                  <a:srgbClr val="070F26"/>
                </a:solidFill>
                <a:latin typeface="Century Gothic" panose="020B0502020202020204" pitchFamily="34" charset="0"/>
              </a:rPr>
              <a:t>MIGRACIÓN PNC · 786 días</a:t>
            </a:r>
            <a:endParaRPr lang="es-ES" sz="1300" dirty="0"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50070585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69B87E-B26E-4513-C95A-3CFBDE32C3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81EC55-3563-5378-F34B-07979093D4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Century Gothic" panose="020B0502020202020204" pitchFamily="34" charset="0"/>
              </a:rPr>
              <a:t>Caso práctico · Solución 4 de 5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4B0F80B-53B2-B1B1-D200-D36AF104F243}"/>
              </a:ext>
            </a:extLst>
          </p:cNvPr>
          <p:cNvSpPr txBox="1"/>
          <p:nvPr/>
        </p:nvSpPr>
        <p:spPr>
          <a:xfrm>
            <a:off x="411480" y="6446520"/>
            <a:ext cx="1005403" cy="2154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B7080"/>
                </a:solidFill>
                <a:latin typeface="Century Gothic" panose="020B0502020202020204" pitchFamily="34" charset="0"/>
              </a:rPr>
              <a:t>© 2026 NTT DATA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CB40D4E-5CC2-3DAE-7308-7F5C4CE7507B}"/>
              </a:ext>
            </a:extLst>
          </p:cNvPr>
          <p:cNvSpPr txBox="1"/>
          <p:nvPr/>
        </p:nvSpPr>
        <p:spPr>
          <a:xfrm>
            <a:off x="11554988" y="6446520"/>
            <a:ext cx="240772" cy="2154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>
                <a:solidFill>
                  <a:srgbClr val="6B7080"/>
                </a:solidFill>
                <a:latin typeface="Century Gothic" panose="020B0502020202020204" pitchFamily="34" charset="0"/>
              </a:rPr>
              <a:t>32</a:t>
            </a:r>
          </a:p>
        </p:txBody>
      </p:sp>
      <p:sp>
        <p:nvSpPr>
          <p:cNvPr id="101" name="Pregunta 101"/>
          <p:cNvSpPr txBox="1"/>
          <p:nvPr/>
        </p:nvSpPr>
        <p:spPr>
          <a:xfrm>
            <a:off x="407822" y="731520"/>
            <a:ext cx="11338560" cy="384048"/>
          </a:xfrm>
          <a:prstGeom prst="rect">
            <a:avLst/>
          </a:prstGeom>
          <a:noFill/>
          <a:ln>
            <a:noFill/>
          </a:ln>
        </p:spPr>
        <p:txBody>
          <a:bodyPr wrap="square" lIns="91440" tIns="36576" rIns="91440" bIns="36576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300" b="1" dirty="0">
                <a:solidFill>
                  <a:srgbClr val="070F26"/>
                </a:solidFill>
                <a:latin typeface="Century Gothic" panose="020B0502020202020204" pitchFamily="34" charset="0"/>
              </a:rPr>
              <a:t>Busca el expediente 0803750000102006. ¿En qué trámite está y cuánto tiempo lleva?</a:t>
            </a:r>
            <a:endParaRPr lang="es-ES" sz="1300" dirty="0">
              <a:latin typeface="Century Gothic" panose="020B0502020202020204" pitchFamily="34" charset="0"/>
            </a:endParaRPr>
          </a:p>
        </p:txBody>
      </p:sp>
      <p:pic>
        <p:nvPicPr>
          <p:cNvPr id="102" name="Captura del cuadro de mando de PnC 102" descr="Captura del cuadro de mando de PnC"/>
          <p:cNvPicPr>
            <a:picLocks noChangeAspect="1"/>
          </p:cNvPicPr>
          <p:nvPr/>
        </p:nvPicPr>
        <p:blipFill>
          <a:blip r:embed="rId200"/>
          <a:stretch>
            <a:fillRect/>
          </a:stretch>
        </p:blipFill>
        <p:spPr>
          <a:xfrm>
            <a:off x="407822" y="2630988"/>
            <a:ext cx="7223760" cy="1550305"/>
          </a:xfrm>
          <a:prstGeom prst="rect">
            <a:avLst/>
          </a:prstGeom>
          <a:ln w="9525">
            <a:solidFill>
              <a:srgbClr val="D9DEE8"/>
            </a:solidFill>
          </a:ln>
        </p:spPr>
      </p:pic>
      <p:sp>
        <p:nvSpPr>
          <p:cNvPr id="103" name="Resalte 103"/>
          <p:cNvSpPr/>
          <p:nvPr/>
        </p:nvSpPr>
        <p:spPr>
          <a:xfrm>
            <a:off x="400182" y="3256663"/>
            <a:ext cx="7245639" cy="199999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E5262B"/>
            </a:solidFill>
          </a:ln>
        </p:spPr>
        <p:txBody>
          <a:bodyPr wrap="square" lIns="109728" tIns="73152" rIns="109728" bIns="73152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endParaRPr lang="es-ES" sz="1000" dirty="0">
              <a:latin typeface="Century Gothic" panose="020B0502020202020204" pitchFamily="34" charset="0"/>
            </a:endParaRPr>
          </a:p>
        </p:txBody>
      </p:sp>
      <p:sp>
        <p:nvSpPr>
          <p:cNvPr id="104" name="Opción 104"/>
          <p:cNvSpPr/>
          <p:nvPr/>
        </p:nvSpPr>
        <p:spPr>
          <a:xfrm>
            <a:off x="8001000" y="1417320"/>
            <a:ext cx="3776472" cy="786384"/>
          </a:xfrm>
          <a:prstGeom prst="roundRect">
            <a:avLst>
              <a:gd name="adj" fmla="val 10000"/>
            </a:avLst>
          </a:prstGeom>
          <a:solidFill>
            <a:srgbClr val="F2F5FA"/>
          </a:solidFill>
          <a:ln>
            <a:noFill/>
          </a:ln>
        </p:spPr>
        <p:txBody>
          <a:bodyPr wrap="square" lIns="109728" tIns="73152" rIns="109728" bIns="73152" rtlCol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100" b="1" dirty="0">
                <a:solidFill>
                  <a:srgbClr val="0080B1"/>
                </a:solidFill>
                <a:latin typeface="Century Gothic" panose="020B0502020202020204" pitchFamily="34" charset="0"/>
              </a:rPr>
              <a:t xml:space="preserve">A   </a:t>
            </a:r>
            <a:r>
              <a:rPr lang="es-ES" sz="1100" b="1" dirty="0">
                <a:solidFill>
                  <a:srgbClr val="070F26"/>
                </a:solidFill>
                <a:latin typeface="Century Gothic" panose="020B0502020202020204" pitchFamily="34" charset="0"/>
              </a:rPr>
              <a:t>ARCHIVO EXPEDIENTE · 465 días</a:t>
            </a:r>
            <a:endParaRPr lang="es-ES" sz="1100" dirty="0">
              <a:latin typeface="Century Gothic" panose="020B0502020202020204" pitchFamily="34" charset="0"/>
            </a:endParaRPr>
          </a:p>
        </p:txBody>
      </p:sp>
      <p:sp>
        <p:nvSpPr>
          <p:cNvPr id="105" name="Opción 105"/>
          <p:cNvSpPr/>
          <p:nvPr/>
        </p:nvSpPr>
        <p:spPr>
          <a:xfrm>
            <a:off x="8001000" y="2404872"/>
            <a:ext cx="3776472" cy="786384"/>
          </a:xfrm>
          <a:prstGeom prst="roundRect">
            <a:avLst>
              <a:gd name="adj" fmla="val 10000"/>
            </a:avLst>
          </a:prstGeom>
          <a:solidFill>
            <a:srgbClr val="0080B1"/>
          </a:solidFill>
          <a:ln>
            <a:noFill/>
          </a:ln>
        </p:spPr>
        <p:txBody>
          <a:bodyPr wrap="square" lIns="109728" tIns="73152" rIns="109728" bIns="73152" rtlCol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100" b="1" dirty="0">
                <a:solidFill>
                  <a:srgbClr val="FFFFFF"/>
                </a:solidFill>
                <a:latin typeface="Century Gothic" panose="020B0502020202020204" pitchFamily="34" charset="0"/>
              </a:rPr>
              <a:t xml:space="preserve">B   </a:t>
            </a:r>
            <a:r>
              <a:rPr lang="es-ES" sz="1100" b="1" dirty="0">
                <a:solidFill>
                  <a:srgbClr val="FFFFFF"/>
                </a:solidFill>
                <a:latin typeface="Century Gothic" panose="020B0502020202020204" pitchFamily="34" charset="0"/>
              </a:rPr>
              <a:t>MIGRACIÓN PNC · 3.516 días</a:t>
            </a:r>
            <a:endParaRPr lang="es-ES" sz="1100" dirty="0">
              <a:latin typeface="Century Gothic" panose="020B0502020202020204" pitchFamily="34" charset="0"/>
            </a:endParaRPr>
          </a:p>
        </p:txBody>
      </p:sp>
      <p:sp>
        <p:nvSpPr>
          <p:cNvPr id="106" name="Opción 106"/>
          <p:cNvSpPr/>
          <p:nvPr/>
        </p:nvSpPr>
        <p:spPr>
          <a:xfrm>
            <a:off x="8001000" y="3392424"/>
            <a:ext cx="3776472" cy="786384"/>
          </a:xfrm>
          <a:prstGeom prst="roundRect">
            <a:avLst>
              <a:gd name="adj" fmla="val 10000"/>
            </a:avLst>
          </a:prstGeom>
          <a:solidFill>
            <a:srgbClr val="F2F5FA"/>
          </a:solidFill>
          <a:ln>
            <a:noFill/>
          </a:ln>
        </p:spPr>
        <p:txBody>
          <a:bodyPr wrap="square" lIns="109728" tIns="73152" rIns="109728" bIns="73152" rtlCol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100" b="1" dirty="0">
                <a:solidFill>
                  <a:srgbClr val="0080B1"/>
                </a:solidFill>
                <a:latin typeface="Century Gothic" panose="020B0502020202020204" pitchFamily="34" charset="0"/>
              </a:rPr>
              <a:t xml:space="preserve">C   </a:t>
            </a:r>
            <a:r>
              <a:rPr lang="es-ES" sz="1100" b="1" dirty="0">
                <a:solidFill>
                  <a:srgbClr val="070F26"/>
                </a:solidFill>
                <a:latin typeface="Century Gothic" panose="020B0502020202020204" pitchFamily="34" charset="0"/>
              </a:rPr>
              <a:t>PENDIENTE ELABORACIÓN PROPUESTA · 3.516 días</a:t>
            </a:r>
            <a:endParaRPr lang="es-ES" sz="1100" dirty="0">
              <a:latin typeface="Century Gothic" panose="020B0502020202020204" pitchFamily="34" charset="0"/>
            </a:endParaRPr>
          </a:p>
        </p:txBody>
      </p:sp>
      <p:sp>
        <p:nvSpPr>
          <p:cNvPr id="107" name="Opción 107"/>
          <p:cNvSpPr/>
          <p:nvPr/>
        </p:nvSpPr>
        <p:spPr>
          <a:xfrm>
            <a:off x="8001000" y="4379976"/>
            <a:ext cx="3776472" cy="786384"/>
          </a:xfrm>
          <a:prstGeom prst="roundRect">
            <a:avLst>
              <a:gd name="adj" fmla="val 10000"/>
            </a:avLst>
          </a:prstGeom>
          <a:solidFill>
            <a:srgbClr val="F2F5FA"/>
          </a:solidFill>
          <a:ln>
            <a:noFill/>
          </a:ln>
        </p:spPr>
        <p:txBody>
          <a:bodyPr wrap="square" lIns="109728" tIns="73152" rIns="109728" bIns="73152" rtlCol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100" b="1" dirty="0">
                <a:solidFill>
                  <a:srgbClr val="0080B1"/>
                </a:solidFill>
                <a:latin typeface="Century Gothic" panose="020B0502020202020204" pitchFamily="34" charset="0"/>
              </a:rPr>
              <a:t xml:space="preserve">D   </a:t>
            </a:r>
            <a:r>
              <a:rPr lang="es-ES" sz="1100" b="1" dirty="0">
                <a:solidFill>
                  <a:srgbClr val="070F26"/>
                </a:solidFill>
                <a:latin typeface="Century Gothic" panose="020B0502020202020204" pitchFamily="34" charset="0"/>
              </a:rPr>
              <a:t>MIGRACIÓN PNC · 786 días</a:t>
            </a:r>
            <a:endParaRPr lang="es-ES" sz="1100" dirty="0">
              <a:latin typeface="Century Gothic" panose="020B0502020202020204" pitchFamily="34" charset="0"/>
            </a:endParaRPr>
          </a:p>
        </p:txBody>
      </p:sp>
      <p:sp>
        <p:nvSpPr>
          <p:cNvPr id="108" name="Nota 108"/>
          <p:cNvSpPr/>
          <p:nvPr/>
        </p:nvSpPr>
        <p:spPr>
          <a:xfrm>
            <a:off x="407822" y="5623560"/>
            <a:ext cx="11365992" cy="411480"/>
          </a:xfrm>
          <a:prstGeom prst="roundRect">
            <a:avLst>
              <a:gd name="adj" fmla="val 12000"/>
            </a:avLst>
          </a:prstGeom>
          <a:solidFill>
            <a:srgbClr val="FDF6E9"/>
          </a:solidFill>
          <a:ln>
            <a:noFill/>
          </a:ln>
        </p:spPr>
        <p:txBody>
          <a:bodyPr wrap="square" lIns="182880" tIns="73152" rIns="182880" bIns="73152" rtlCol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100" b="1" dirty="0">
                <a:solidFill>
                  <a:srgbClr val="070F26"/>
                </a:solidFill>
                <a:latin typeface="Century Gothic" panose="020B0502020202020204" pitchFamily="34" charset="0"/>
              </a:rPr>
              <a:t>3.516 días son casi 10 años: es un expediente migrado. ¿Debe contar en los tiempos? Lo apuntamos para validar.</a:t>
            </a:r>
            <a:endParaRPr lang="es-ES" sz="1100" dirty="0"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50070585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69B87E-B26E-4513-C95A-3CFBDE32C3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81EC55-3563-5378-F34B-07979093D4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Century Gothic" panose="020B0502020202020204" pitchFamily="34" charset="0"/>
              </a:rPr>
              <a:t>Caso práctico · Pregunta 5 de 5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4B0F80B-53B2-B1B1-D200-D36AF104F243}"/>
              </a:ext>
            </a:extLst>
          </p:cNvPr>
          <p:cNvSpPr txBox="1"/>
          <p:nvPr/>
        </p:nvSpPr>
        <p:spPr>
          <a:xfrm>
            <a:off x="411480" y="6446520"/>
            <a:ext cx="1005403" cy="2154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B7080"/>
                </a:solidFill>
                <a:latin typeface="Century Gothic" panose="020B0502020202020204" pitchFamily="34" charset="0"/>
              </a:rPr>
              <a:t>© 2026 NTT DATA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CB40D4E-5CC2-3DAE-7308-7F5C4CE7507B}"/>
              </a:ext>
            </a:extLst>
          </p:cNvPr>
          <p:cNvSpPr txBox="1"/>
          <p:nvPr/>
        </p:nvSpPr>
        <p:spPr>
          <a:xfrm>
            <a:off x="11554988" y="6446520"/>
            <a:ext cx="240772" cy="2154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>
                <a:solidFill>
                  <a:srgbClr val="6B7080"/>
                </a:solidFill>
                <a:latin typeface="Century Gothic" panose="020B0502020202020204" pitchFamily="34" charset="0"/>
              </a:rPr>
              <a:t>33</a:t>
            </a:r>
          </a:p>
        </p:txBody>
      </p:sp>
      <p:sp>
        <p:nvSpPr>
          <p:cNvPr id="101" name="Pregunta 101"/>
          <p:cNvSpPr txBox="1"/>
          <p:nvPr/>
        </p:nvSpPr>
        <p:spPr>
          <a:xfrm>
            <a:off x="914400" y="1188720"/>
            <a:ext cx="10360152" cy="960120"/>
          </a:xfrm>
          <a:prstGeom prst="rect">
            <a:avLst/>
          </a:prstGeom>
          <a:noFill/>
          <a:ln>
            <a:noFill/>
          </a:ln>
        </p:spPr>
        <p:txBody>
          <a:bodyPr wrap="square" lIns="109728" tIns="73152" rIns="109728" bIns="73152" rtlCol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 b="1" dirty="0">
                <a:solidFill>
                  <a:srgbClr val="070F26"/>
                </a:solidFill>
                <a:latin typeface="Century Gothic" panose="020B0502020202020204" pitchFamily="34" charset="0"/>
              </a:rPr>
              <a:t>Selecciona la variante #4: la siguen 53 expedientes. ¿Cuántas veces aparece «Asociación de Interesados»?</a:t>
            </a:r>
            <a:endParaRPr lang="es-ES" sz="2000" dirty="0">
              <a:latin typeface="Century Gothic" panose="020B0502020202020204" pitchFamily="34" charset="0"/>
            </a:endParaRPr>
          </a:p>
        </p:txBody>
      </p:sp>
      <p:sp>
        <p:nvSpPr>
          <p:cNvPr id="102" name="Pista 102"/>
          <p:cNvSpPr/>
          <p:nvPr/>
        </p:nvSpPr>
        <p:spPr>
          <a:xfrm>
            <a:off x="3355848" y="2377440"/>
            <a:ext cx="5486400" cy="347472"/>
          </a:xfrm>
          <a:prstGeom prst="roundRect">
            <a:avLst>
              <a:gd name="adj" fmla="val 30000"/>
            </a:avLst>
          </a:prstGeom>
          <a:solidFill>
            <a:srgbClr val="E8F2F7"/>
          </a:solidFill>
          <a:ln w="9525">
            <a:solidFill>
              <a:srgbClr val="0072BC"/>
            </a:solidFill>
          </a:ln>
        </p:spPr>
        <p:txBody>
          <a:bodyPr wrap="square" lIns="91440" tIns="0" rIns="91440" bIns="0" rtlCol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050" b="1" dirty="0">
                <a:solidFill>
                  <a:srgbClr val="0080B1"/>
                </a:solidFill>
                <a:latin typeface="Century Gothic" panose="020B0502020202020204" pitchFamily="34" charset="0"/>
              </a:rPr>
              <a:t xml:space="preserve">Dónde buscarlo:  </a:t>
            </a:r>
            <a:r>
              <a:rPr lang="es-ES" sz="1050" b="1" dirty="0">
                <a:solidFill>
                  <a:srgbClr val="070F26"/>
                </a:solidFill>
                <a:latin typeface="Century Gothic" panose="020B0502020202020204" pitchFamily="34" charset="0"/>
              </a:rPr>
              <a:t>Análisis del proceso › Variant Explorer</a:t>
            </a:r>
            <a:endParaRPr lang="es-ES" sz="1050" dirty="0">
              <a:latin typeface="Century Gothic" panose="020B0502020202020204" pitchFamily="34" charset="0"/>
            </a:endParaRPr>
          </a:p>
        </p:txBody>
      </p:sp>
      <p:sp>
        <p:nvSpPr>
          <p:cNvPr id="103" name="Pista 103"/>
          <p:cNvSpPr/>
          <p:nvPr/>
        </p:nvSpPr>
        <p:spPr>
          <a:xfrm>
            <a:off x="3355848" y="2816352"/>
            <a:ext cx="5486400" cy="347472"/>
          </a:xfrm>
          <a:prstGeom prst="roundRect">
            <a:avLst>
              <a:gd name="adj" fmla="val 30000"/>
            </a:avLst>
          </a:prstGeom>
          <a:solidFill>
            <a:srgbClr val="E8F2F7"/>
          </a:solidFill>
          <a:ln w="9525">
            <a:solidFill>
              <a:srgbClr val="0072BC"/>
            </a:solidFill>
          </a:ln>
        </p:spPr>
        <p:txBody>
          <a:bodyPr wrap="square" lIns="91440" tIns="0" rIns="91440" bIns="0" rtlCol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050" b="1" dirty="0">
                <a:solidFill>
                  <a:srgbClr val="0080B1"/>
                </a:solidFill>
                <a:latin typeface="Century Gothic" panose="020B0502020202020204" pitchFamily="34" charset="0"/>
              </a:rPr>
              <a:t xml:space="preserve">Pista:  </a:t>
            </a:r>
            <a:r>
              <a:rPr lang="es-ES" sz="1050" b="1" dirty="0">
                <a:solidFill>
                  <a:srgbClr val="070F26"/>
                </a:solidFill>
                <a:latin typeface="Century Gothic" panose="020B0502020202020204" pitchFamily="34" charset="0"/>
              </a:rPr>
              <a:t>El número bajo cada caja del recorrido</a:t>
            </a:r>
            <a:endParaRPr lang="es-ES" sz="1050" dirty="0">
              <a:latin typeface="Century Gothic" panose="020B0502020202020204" pitchFamily="34" charset="0"/>
            </a:endParaRPr>
          </a:p>
        </p:txBody>
      </p:sp>
      <p:sp>
        <p:nvSpPr>
          <p:cNvPr id="104" name="Opción 104"/>
          <p:cNvSpPr/>
          <p:nvPr/>
        </p:nvSpPr>
        <p:spPr>
          <a:xfrm>
            <a:off x="1005840" y="3566160"/>
            <a:ext cx="4937760" cy="804672"/>
          </a:xfrm>
          <a:prstGeom prst="roundRect">
            <a:avLst>
              <a:gd name="adj" fmla="val 10000"/>
            </a:avLst>
          </a:prstGeom>
          <a:solidFill>
            <a:srgbClr val="F2F5FA"/>
          </a:solidFill>
          <a:ln>
            <a:noFill/>
          </a:ln>
        </p:spPr>
        <p:txBody>
          <a:bodyPr wrap="square" lIns="109728" tIns="73152" rIns="109728" bIns="73152" rtlCol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300" b="1" dirty="0">
                <a:solidFill>
                  <a:srgbClr val="0080B1"/>
                </a:solidFill>
                <a:latin typeface="Century Gothic" panose="020B0502020202020204" pitchFamily="34" charset="0"/>
              </a:rPr>
              <a:t xml:space="preserve">A     </a:t>
            </a:r>
            <a:r>
              <a:rPr lang="es-ES" sz="1300" b="1" dirty="0">
                <a:solidFill>
                  <a:srgbClr val="070F26"/>
                </a:solidFill>
                <a:latin typeface="Century Gothic" panose="020B0502020202020204" pitchFamily="34" charset="0"/>
              </a:rPr>
              <a:t>53</a:t>
            </a:r>
            <a:endParaRPr lang="es-ES" sz="1300" dirty="0">
              <a:latin typeface="Century Gothic" panose="020B0502020202020204" pitchFamily="34" charset="0"/>
            </a:endParaRPr>
          </a:p>
        </p:txBody>
      </p:sp>
      <p:sp>
        <p:nvSpPr>
          <p:cNvPr id="105" name="Opción 105"/>
          <p:cNvSpPr/>
          <p:nvPr/>
        </p:nvSpPr>
        <p:spPr>
          <a:xfrm>
            <a:off x="6245352" y="3566160"/>
            <a:ext cx="4937760" cy="804672"/>
          </a:xfrm>
          <a:prstGeom prst="roundRect">
            <a:avLst>
              <a:gd name="adj" fmla="val 10000"/>
            </a:avLst>
          </a:prstGeom>
          <a:solidFill>
            <a:srgbClr val="F2F5FA"/>
          </a:solidFill>
          <a:ln>
            <a:noFill/>
          </a:ln>
        </p:spPr>
        <p:txBody>
          <a:bodyPr wrap="square" lIns="109728" tIns="73152" rIns="109728" bIns="73152" rtlCol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300" b="1" dirty="0">
                <a:solidFill>
                  <a:srgbClr val="0080B1"/>
                </a:solidFill>
                <a:latin typeface="Century Gothic" panose="020B0502020202020204" pitchFamily="34" charset="0"/>
              </a:rPr>
              <a:t xml:space="preserve">B     </a:t>
            </a:r>
            <a:r>
              <a:rPr lang="es-ES" sz="1300" b="1" dirty="0">
                <a:solidFill>
                  <a:srgbClr val="070F26"/>
                </a:solidFill>
                <a:latin typeface="Century Gothic" panose="020B0502020202020204" pitchFamily="34" charset="0"/>
              </a:rPr>
              <a:t>106</a:t>
            </a:r>
            <a:endParaRPr lang="es-ES" sz="1300" dirty="0">
              <a:latin typeface="Century Gothic" panose="020B0502020202020204" pitchFamily="34" charset="0"/>
            </a:endParaRPr>
          </a:p>
        </p:txBody>
      </p:sp>
      <p:sp>
        <p:nvSpPr>
          <p:cNvPr id="106" name="Opción 106"/>
          <p:cNvSpPr/>
          <p:nvPr/>
        </p:nvSpPr>
        <p:spPr>
          <a:xfrm>
            <a:off x="1005840" y="4590288"/>
            <a:ext cx="4937760" cy="804672"/>
          </a:xfrm>
          <a:prstGeom prst="roundRect">
            <a:avLst>
              <a:gd name="adj" fmla="val 10000"/>
            </a:avLst>
          </a:prstGeom>
          <a:solidFill>
            <a:srgbClr val="F2F5FA"/>
          </a:solidFill>
          <a:ln>
            <a:noFill/>
          </a:ln>
        </p:spPr>
        <p:txBody>
          <a:bodyPr wrap="square" lIns="109728" tIns="73152" rIns="109728" bIns="73152" rtlCol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300" b="1" dirty="0">
                <a:solidFill>
                  <a:srgbClr val="0080B1"/>
                </a:solidFill>
                <a:latin typeface="Century Gothic" panose="020B0502020202020204" pitchFamily="34" charset="0"/>
              </a:rPr>
              <a:t xml:space="preserve">C     </a:t>
            </a:r>
            <a:r>
              <a:rPr lang="es-ES" sz="1300" b="1" dirty="0">
                <a:solidFill>
                  <a:srgbClr val="070F26"/>
                </a:solidFill>
                <a:latin typeface="Century Gothic" panose="020B0502020202020204" pitchFamily="34" charset="0"/>
              </a:rPr>
              <a:t>114</a:t>
            </a:r>
            <a:endParaRPr lang="es-ES" sz="1300" dirty="0">
              <a:latin typeface="Century Gothic" panose="020B0502020202020204" pitchFamily="34" charset="0"/>
            </a:endParaRPr>
          </a:p>
        </p:txBody>
      </p:sp>
      <p:sp>
        <p:nvSpPr>
          <p:cNvPr id="107" name="Opción 107"/>
          <p:cNvSpPr/>
          <p:nvPr/>
        </p:nvSpPr>
        <p:spPr>
          <a:xfrm>
            <a:off x="6245352" y="4590288"/>
            <a:ext cx="4937760" cy="804672"/>
          </a:xfrm>
          <a:prstGeom prst="roundRect">
            <a:avLst>
              <a:gd name="adj" fmla="val 10000"/>
            </a:avLst>
          </a:prstGeom>
          <a:solidFill>
            <a:srgbClr val="F2F5FA"/>
          </a:solidFill>
          <a:ln>
            <a:noFill/>
          </a:ln>
        </p:spPr>
        <p:txBody>
          <a:bodyPr wrap="square" lIns="109728" tIns="73152" rIns="109728" bIns="73152" rtlCol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300" b="1" dirty="0">
                <a:solidFill>
                  <a:srgbClr val="0080B1"/>
                </a:solidFill>
                <a:latin typeface="Century Gothic" panose="020B0502020202020204" pitchFamily="34" charset="0"/>
              </a:rPr>
              <a:t xml:space="preserve">D     </a:t>
            </a:r>
            <a:r>
              <a:rPr lang="es-ES" sz="1300" b="1" dirty="0">
                <a:solidFill>
                  <a:srgbClr val="070F26"/>
                </a:solidFill>
                <a:latin typeface="Century Gothic" panose="020B0502020202020204" pitchFamily="34" charset="0"/>
              </a:rPr>
              <a:t>7.100</a:t>
            </a:r>
            <a:endParaRPr lang="es-ES" sz="1300" dirty="0"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50070585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69B87E-B26E-4513-C95A-3CFBDE32C3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81EC55-3563-5378-F34B-07979093D4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Century Gothic" panose="020B0502020202020204" pitchFamily="34" charset="0"/>
              </a:rPr>
              <a:t>Caso práctico · Solución 5 de 5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4B0F80B-53B2-B1B1-D200-D36AF104F243}"/>
              </a:ext>
            </a:extLst>
          </p:cNvPr>
          <p:cNvSpPr txBox="1"/>
          <p:nvPr/>
        </p:nvSpPr>
        <p:spPr>
          <a:xfrm>
            <a:off x="411480" y="6446520"/>
            <a:ext cx="1005403" cy="2154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B7080"/>
                </a:solidFill>
                <a:latin typeface="Century Gothic" panose="020B0502020202020204" pitchFamily="34" charset="0"/>
              </a:rPr>
              <a:t>© 2026 NTT DATA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CB40D4E-5CC2-3DAE-7308-7F5C4CE7507B}"/>
              </a:ext>
            </a:extLst>
          </p:cNvPr>
          <p:cNvSpPr txBox="1"/>
          <p:nvPr/>
        </p:nvSpPr>
        <p:spPr>
          <a:xfrm>
            <a:off x="11554988" y="6446520"/>
            <a:ext cx="240772" cy="2154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>
                <a:solidFill>
                  <a:srgbClr val="6B7080"/>
                </a:solidFill>
                <a:latin typeface="Century Gothic" panose="020B0502020202020204" pitchFamily="34" charset="0"/>
              </a:rPr>
              <a:t>34</a:t>
            </a:r>
          </a:p>
        </p:txBody>
      </p:sp>
      <p:sp>
        <p:nvSpPr>
          <p:cNvPr id="101" name="Pregunta 101"/>
          <p:cNvSpPr txBox="1"/>
          <p:nvPr/>
        </p:nvSpPr>
        <p:spPr>
          <a:xfrm>
            <a:off x="407822" y="731520"/>
            <a:ext cx="11338560" cy="384048"/>
          </a:xfrm>
          <a:prstGeom prst="rect">
            <a:avLst/>
          </a:prstGeom>
          <a:noFill/>
          <a:ln>
            <a:noFill/>
          </a:ln>
        </p:spPr>
        <p:txBody>
          <a:bodyPr wrap="square" lIns="91440" tIns="36576" rIns="91440" bIns="36576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300" b="1" dirty="0">
                <a:solidFill>
                  <a:srgbClr val="070F26"/>
                </a:solidFill>
                <a:latin typeface="Century Gothic" panose="020B0502020202020204" pitchFamily="34" charset="0"/>
              </a:rPr>
              <a:t>Selecciona la variante #4: la siguen 53 expedientes. ¿Cuántas veces aparece «Asociación de Interesados»?</a:t>
            </a:r>
            <a:endParaRPr lang="es-ES" sz="1300" dirty="0">
              <a:latin typeface="Century Gothic" panose="020B0502020202020204" pitchFamily="34" charset="0"/>
            </a:endParaRPr>
          </a:p>
        </p:txBody>
      </p:sp>
      <p:pic>
        <p:nvPicPr>
          <p:cNvPr id="102" name="Captura del cuadro de mando de PnC 102" descr="Captura del cuadro de mando de PnC"/>
          <p:cNvPicPr>
            <a:picLocks noChangeAspect="1"/>
          </p:cNvPicPr>
          <p:nvPr/>
        </p:nvPicPr>
        <p:blipFill>
          <a:blip r:embed="rId200"/>
          <a:stretch>
            <a:fillRect/>
          </a:stretch>
        </p:blipFill>
        <p:spPr>
          <a:xfrm>
            <a:off x="599503" y="1325880"/>
            <a:ext cx="3182798" cy="4160520"/>
          </a:xfrm>
          <a:prstGeom prst="rect">
            <a:avLst/>
          </a:prstGeom>
          <a:ln w="9525">
            <a:solidFill>
              <a:srgbClr val="D9DEE8"/>
            </a:solidFill>
          </a:ln>
        </p:spPr>
      </p:pic>
      <p:sp>
        <p:nvSpPr>
          <p:cNvPr id="103" name="Resalte 103"/>
          <p:cNvSpPr/>
          <p:nvPr/>
        </p:nvSpPr>
        <p:spPr>
          <a:xfrm>
            <a:off x="634479" y="3555530"/>
            <a:ext cx="3040037" cy="283693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E5262B"/>
            </a:solidFill>
          </a:ln>
        </p:spPr>
        <p:txBody>
          <a:bodyPr wrap="square" lIns="109728" tIns="73152" rIns="109728" bIns="73152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endParaRPr lang="es-ES" sz="1000" dirty="0">
              <a:latin typeface="Century Gothic" panose="020B0502020202020204" pitchFamily="34" charset="0"/>
            </a:endParaRPr>
          </a:p>
        </p:txBody>
      </p:sp>
      <p:pic>
        <p:nvPicPr>
          <p:cNvPr id="104" name="Captura del cuadro de mando de PnC 104" descr="Captura del cuadro de mando de PnC"/>
          <p:cNvPicPr>
            <a:picLocks noChangeAspect="1"/>
          </p:cNvPicPr>
          <p:nvPr/>
        </p:nvPicPr>
        <p:blipFill>
          <a:blip r:embed="rId201"/>
          <a:stretch>
            <a:fillRect/>
          </a:stretch>
        </p:blipFill>
        <p:spPr>
          <a:xfrm>
            <a:off x="4718423" y="1325880"/>
            <a:ext cx="2351598" cy="4160520"/>
          </a:xfrm>
          <a:prstGeom prst="rect">
            <a:avLst/>
          </a:prstGeom>
          <a:ln w="9525">
            <a:solidFill>
              <a:srgbClr val="D9DEE8"/>
            </a:solidFill>
          </a:ln>
        </p:spPr>
      </p:pic>
      <p:sp>
        <p:nvSpPr>
          <p:cNvPr id="105" name="Resalte 105"/>
          <p:cNvSpPr/>
          <p:nvPr/>
        </p:nvSpPr>
        <p:spPr>
          <a:xfrm>
            <a:off x="5468828" y="2935522"/>
            <a:ext cx="1266842" cy="38047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E5262B"/>
            </a:solidFill>
          </a:ln>
        </p:spPr>
        <p:txBody>
          <a:bodyPr wrap="square" lIns="109728" tIns="73152" rIns="109728" bIns="73152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endParaRPr lang="es-ES" sz="1000" dirty="0">
              <a:latin typeface="Century Gothic" panose="020B0502020202020204" pitchFamily="34" charset="0"/>
            </a:endParaRPr>
          </a:p>
        </p:txBody>
      </p:sp>
      <p:sp>
        <p:nvSpPr>
          <p:cNvPr id="106" name="Opción 106"/>
          <p:cNvSpPr/>
          <p:nvPr/>
        </p:nvSpPr>
        <p:spPr>
          <a:xfrm>
            <a:off x="8001000" y="1417320"/>
            <a:ext cx="3776472" cy="786384"/>
          </a:xfrm>
          <a:prstGeom prst="roundRect">
            <a:avLst>
              <a:gd name="adj" fmla="val 10000"/>
            </a:avLst>
          </a:prstGeom>
          <a:solidFill>
            <a:srgbClr val="F2F5FA"/>
          </a:solidFill>
          <a:ln>
            <a:noFill/>
          </a:ln>
        </p:spPr>
        <p:txBody>
          <a:bodyPr wrap="square" lIns="109728" tIns="73152" rIns="109728" bIns="73152" rtlCol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100" b="1" dirty="0">
                <a:solidFill>
                  <a:srgbClr val="0080B1"/>
                </a:solidFill>
                <a:latin typeface="Century Gothic" panose="020B0502020202020204" pitchFamily="34" charset="0"/>
              </a:rPr>
              <a:t xml:space="preserve">A   </a:t>
            </a:r>
            <a:r>
              <a:rPr lang="es-ES" sz="1100" b="1" dirty="0">
                <a:solidFill>
                  <a:srgbClr val="070F26"/>
                </a:solidFill>
                <a:latin typeface="Century Gothic" panose="020B0502020202020204" pitchFamily="34" charset="0"/>
              </a:rPr>
              <a:t>53</a:t>
            </a:r>
            <a:endParaRPr lang="es-ES" sz="1100" dirty="0">
              <a:latin typeface="Century Gothic" panose="020B0502020202020204" pitchFamily="34" charset="0"/>
            </a:endParaRPr>
          </a:p>
        </p:txBody>
      </p:sp>
      <p:sp>
        <p:nvSpPr>
          <p:cNvPr id="107" name="Opción 107"/>
          <p:cNvSpPr/>
          <p:nvPr/>
        </p:nvSpPr>
        <p:spPr>
          <a:xfrm>
            <a:off x="8001000" y="2404872"/>
            <a:ext cx="3776472" cy="786384"/>
          </a:xfrm>
          <a:prstGeom prst="roundRect">
            <a:avLst>
              <a:gd name="adj" fmla="val 10000"/>
            </a:avLst>
          </a:prstGeom>
          <a:solidFill>
            <a:srgbClr val="F2F5FA"/>
          </a:solidFill>
          <a:ln>
            <a:noFill/>
          </a:ln>
        </p:spPr>
        <p:txBody>
          <a:bodyPr wrap="square" lIns="109728" tIns="73152" rIns="109728" bIns="73152" rtlCol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100" b="1" dirty="0">
                <a:solidFill>
                  <a:srgbClr val="0080B1"/>
                </a:solidFill>
                <a:latin typeface="Century Gothic" panose="020B0502020202020204" pitchFamily="34" charset="0"/>
              </a:rPr>
              <a:t xml:space="preserve">B   </a:t>
            </a:r>
            <a:r>
              <a:rPr lang="es-ES" sz="1100" b="1" dirty="0">
                <a:solidFill>
                  <a:srgbClr val="070F26"/>
                </a:solidFill>
                <a:latin typeface="Century Gothic" panose="020B0502020202020204" pitchFamily="34" charset="0"/>
              </a:rPr>
              <a:t>106</a:t>
            </a:r>
            <a:endParaRPr lang="es-ES" sz="1100" dirty="0">
              <a:latin typeface="Century Gothic" panose="020B0502020202020204" pitchFamily="34" charset="0"/>
            </a:endParaRPr>
          </a:p>
        </p:txBody>
      </p:sp>
      <p:sp>
        <p:nvSpPr>
          <p:cNvPr id="108" name="Opción 108"/>
          <p:cNvSpPr/>
          <p:nvPr/>
        </p:nvSpPr>
        <p:spPr>
          <a:xfrm>
            <a:off x="8001000" y="3392424"/>
            <a:ext cx="3776472" cy="786384"/>
          </a:xfrm>
          <a:prstGeom prst="roundRect">
            <a:avLst>
              <a:gd name="adj" fmla="val 10000"/>
            </a:avLst>
          </a:prstGeom>
          <a:solidFill>
            <a:srgbClr val="0080B1"/>
          </a:solidFill>
          <a:ln>
            <a:noFill/>
          </a:ln>
        </p:spPr>
        <p:txBody>
          <a:bodyPr wrap="square" lIns="109728" tIns="73152" rIns="109728" bIns="73152" rtlCol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100" b="1" dirty="0">
                <a:solidFill>
                  <a:srgbClr val="FFFFFF"/>
                </a:solidFill>
                <a:latin typeface="Century Gothic" panose="020B0502020202020204" pitchFamily="34" charset="0"/>
              </a:rPr>
              <a:t xml:space="preserve">C   </a:t>
            </a:r>
            <a:r>
              <a:rPr lang="es-ES" sz="1100" b="1" dirty="0">
                <a:solidFill>
                  <a:srgbClr val="FFFFFF"/>
                </a:solidFill>
                <a:latin typeface="Century Gothic" panose="020B0502020202020204" pitchFamily="34" charset="0"/>
              </a:rPr>
              <a:t>114</a:t>
            </a:r>
            <a:endParaRPr lang="es-ES" sz="1100" dirty="0">
              <a:latin typeface="Century Gothic" panose="020B0502020202020204" pitchFamily="34" charset="0"/>
            </a:endParaRPr>
          </a:p>
        </p:txBody>
      </p:sp>
      <p:sp>
        <p:nvSpPr>
          <p:cNvPr id="109" name="Opción 109"/>
          <p:cNvSpPr/>
          <p:nvPr/>
        </p:nvSpPr>
        <p:spPr>
          <a:xfrm>
            <a:off x="8001000" y="4379976"/>
            <a:ext cx="3776472" cy="786384"/>
          </a:xfrm>
          <a:prstGeom prst="roundRect">
            <a:avLst>
              <a:gd name="adj" fmla="val 10000"/>
            </a:avLst>
          </a:prstGeom>
          <a:solidFill>
            <a:srgbClr val="F2F5FA"/>
          </a:solidFill>
          <a:ln>
            <a:noFill/>
          </a:ln>
        </p:spPr>
        <p:txBody>
          <a:bodyPr wrap="square" lIns="109728" tIns="73152" rIns="109728" bIns="73152" rtlCol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100" b="1" dirty="0">
                <a:solidFill>
                  <a:srgbClr val="0080B1"/>
                </a:solidFill>
                <a:latin typeface="Century Gothic" panose="020B0502020202020204" pitchFamily="34" charset="0"/>
              </a:rPr>
              <a:t xml:space="preserve">D   </a:t>
            </a:r>
            <a:r>
              <a:rPr lang="es-ES" sz="1100" b="1" dirty="0">
                <a:solidFill>
                  <a:srgbClr val="070F26"/>
                </a:solidFill>
                <a:latin typeface="Century Gothic" panose="020B0502020202020204" pitchFamily="34" charset="0"/>
              </a:rPr>
              <a:t>7.100</a:t>
            </a:r>
            <a:endParaRPr lang="es-ES" sz="1100" dirty="0">
              <a:latin typeface="Century Gothic" panose="020B0502020202020204" pitchFamily="34" charset="0"/>
            </a:endParaRPr>
          </a:p>
        </p:txBody>
      </p:sp>
      <p:sp>
        <p:nvSpPr>
          <p:cNvPr id="110" name="Nota 110"/>
          <p:cNvSpPr/>
          <p:nvPr/>
        </p:nvSpPr>
        <p:spPr>
          <a:xfrm>
            <a:off x="407822" y="5623560"/>
            <a:ext cx="11365992" cy="411480"/>
          </a:xfrm>
          <a:prstGeom prst="roundRect">
            <a:avLst>
              <a:gd name="adj" fmla="val 12000"/>
            </a:avLst>
          </a:prstGeom>
          <a:solidFill>
            <a:srgbClr val="FDF6E9"/>
          </a:solidFill>
          <a:ln>
            <a:noFill/>
          </a:ln>
        </p:spPr>
        <p:txBody>
          <a:bodyPr wrap="square" lIns="182880" tIns="73152" rIns="182880" bIns="73152" rtlCol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100" b="1" dirty="0">
                <a:solidFill>
                  <a:srgbClr val="070F26"/>
                </a:solidFill>
                <a:latin typeface="Century Gothic" panose="020B0502020202020204" pitchFamily="34" charset="0"/>
              </a:rPr>
              <a:t>114 veces para 53 expedientes: el trámite se repite. La flecha que vuelve hacia atrás es el bucle.</a:t>
            </a:r>
            <a:endParaRPr lang="es-ES" sz="1100" dirty="0"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50070585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Century Gothic" panose="020B0502020202020204" pitchFamily="34" charset="0"/>
              </a:rPr>
              <a:t>0</a:t>
            </a:r>
            <a:r>
              <a:rPr lang="es-ES">
                <a:latin typeface="Century Gothic" panose="020B0502020202020204" pitchFamily="34" charset="0"/>
              </a:rPr>
              <a:t>3</a:t>
            </a:r>
            <a:endParaRPr>
              <a:latin typeface="Century Gothic" panose="020B0502020202020204" pitchFamily="34" charset="0"/>
            </a:endParaRP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>
                <a:latin typeface="Century Gothic" panose="020B0502020202020204" pitchFamily="34" charset="0"/>
              </a:rPr>
              <a:t>Validación del cuadro de mando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1400">
                <a:latin typeface="Century Gothic" panose="020B0502020202020204" pitchFamily="34" charset="0"/>
              </a:rPr>
              <a:t>Repasamos juntos qué muestra cada indicador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PRESENTATIONDONOTDELETE" val="&lt;?xml version=&quot;1.0&quot; encoding=&quot;UTF-16&quot; standalone=&quot;yes&quot;?&gt;&lt;root reqver=&quot;28224&quot;&gt;&lt;version val=&quot;35234&quot;/&gt;&lt;CPresentation id=&quot;1&quot;&gt;&lt;m_precDefaultNumber&gt;&lt;m_yearfmt&gt;&lt;begin val=&quot;0&quot;/&gt;&lt;end val=&quot;4&quot;/&gt;&lt;/m_yearfmt&gt;&lt;/m_precDefaultNumber&gt;&lt;m_precDefaultPercent&gt;&lt;m_yearfmt&gt;&lt;begin val=&quot;0&quot;/&gt;&lt;end val=&quot;4&quot;/&gt;&lt;/m_yearfmt&gt;&lt;/m_precDefaultPercent&gt;&lt;m_precDefaultDate&gt;&lt;m_bNumberIsYear val=&quot;0&quot;/&gt;&lt;m_strFormatTime&gt;%d/%m/%Y&lt;/m_strFormatTime&gt;&lt;m_yearfmt&gt;&lt;begin val=&quot;0&quot;/&gt;&lt;end val=&quot;0&quot;/&gt;&lt;/m_yearfmt&gt;&lt;/m_precDefaultDate&gt;&lt;m_precDefaultDay&gt;&lt;m_bNumberIsYear val=&quot;0&quot;/&gt;&lt;m_strFormatTime&gt;%#d&lt;/m_strFormatTime&gt;&lt;m_yearfmt&gt;&lt;begin val=&quot;0&quot;/&gt;&lt;end val=&quot;4&quot;/&gt;&lt;/m_yearfmt&gt;&lt;/m_precDefaultDay&gt;&lt;m_precDefaultWeek&gt;&lt;m_bNumberIsYear val=&quot;0&quot;/&gt;&lt;m_strFormatTime&gt;%4&lt;/m_strFormatTime&gt;&lt;m_yearfmt&gt;&lt;begin val=&quot;0&quot;/&gt;&lt;end val=&quot;4&quot;/&gt;&lt;/m_yearfmt&gt;&lt;/m_precDefaultWeek&gt;&lt;m_precDefaultMonth&gt;&lt;m_bNumberIsYear val=&quot;0&quot;/&gt;&lt;m_strFormatTime&gt;%1&lt;/m_strFormatTime&gt;&lt;m_yearfmt&gt;&lt;begin val=&quot;0&quot;/&gt;&lt;end val=&quot;4&quot;/&gt;&lt;/m_yearfmt&gt;&lt;/m_precDefaultMonth&gt;&lt;m_precDefaultQuarter&gt;&lt;m_bNumberIsYear val=&quot;0&quot;/&gt;&lt;m_strFormatTime&gt;Q%5&lt;/m_strFormatTime&gt;&lt;m_yearfmt&gt;&lt;begin val=&quot;0&quot;/&gt;&lt;end val=&quot;4&quot;/&gt;&lt;/m_yearfmt&gt;&lt;/m_precDefaultQuarter&gt;&lt;m_precDefaultYear&gt;&lt;m_bNumberIsYear val=&quot;0&quot;/&gt;&lt;m_strFormatTime&gt;%Y&lt;/m_strFormatTime&gt;&lt;m_yearfmt&gt;&lt;begin val=&quot;0&quot;/&gt;&lt;end val=&quot;0&quot;/&gt;&lt;/m_yearfmt&gt;&lt;/m_precDefaultYear&gt;&lt;m_precDefaultFYDay&gt;&lt;m_yearfmt&gt;&lt;begin val=&quot;0&quot;/&gt;&lt;end val=&quot;4&quot;/&gt;&lt;/m_yearfmt&gt;&lt;/m_precDefaultFYDay&gt;&lt;m_precDefaultFYWeek&gt;&lt;m_yearfmt&gt;&lt;begin val=&quot;0&quot;/&gt;&lt;end val=&quot;4&quot;/&gt;&lt;/m_yearfmt&gt;&lt;/m_precDefaultFYWeek&gt;&lt;m_precDefaultFYMonth&gt;&lt;m_yearfmt&gt;&lt;begin val=&quot;0&quot;/&gt;&lt;end val=&quot;4&quot;/&gt;&lt;/m_yearfmt&gt;&lt;/m_precDefaultFYMonth&gt;&lt;m_precDefaultFYQuarter&gt;&lt;m_yearfmt&gt;&lt;begin val=&quot;0&quot;/&gt;&lt;end val=&quot;4&quot;/&gt;&lt;/m_yearfmt&gt;&lt;/m_precDefaultFYQuarter&gt;&lt;m_precDefaultFYYear&gt;&lt;m_yearfmt&gt;&lt;begin val=&quot;0&quot;/&gt;&lt;end val=&quot;4&quot;/&gt;&lt;/m_yearfmt&gt;&lt;/m_precDefaultFYYear&gt;&lt;m_mruColor&gt;&lt;m_vecMRU length=&quot;9&quot;&gt;&lt;elem m_fUsage=&quot;4.02712669455234362204E+00&quot;&gt;&lt;m_msothmcolidx val=&quot;0&quot;/&gt;&lt;m_rgb r=&quot;FF&quot; g=&quot;DB&quot; b=&quot;66&quot;/&gt;&lt;/elem&gt;&lt;elem m_fUsage=&quot;8.36621842477666133320E-01&quot;&gt;&lt;m_msothmcolidx val=&quot;0&quot;/&gt;&lt;m_rgb r=&quot;FF&quot; g=&quot;C4&quot; b=&quot;00&quot;/&gt;&lt;/elem&gt;&lt;elem m_fUsage=&quot;8.10000000000000053291E-01&quot;&gt;&lt;m_msothmcolidx val=&quot;0&quot;/&gt;&lt;m_rgb r=&quot;00&quot; g=&quot;CB&quot; b=&quot;5D&quot;/&gt;&lt;/elem&gt;&lt;elem m_fUsage=&quot;7.29000000000000092371E-01&quot;&gt;&lt;m_msothmcolidx val=&quot;0&quot;/&gt;&lt;m_rgb r=&quot;38&quot; g=&quot;F9&quot; b=&quot;90&quot;/&gt;&lt;/elem&gt;&lt;elem m_fUsage=&quot;6.64029471985660535438E-01&quot;&gt;&lt;m_msothmcolidx val=&quot;0&quot;/&gt;&lt;m_rgb r=&quot;F5&quot; g=&quot;81&quot; b=&quot;20&quot;/&gt;&lt;/elem&gt;&lt;elem m_fUsage=&quot;6.56100000000000127542E-01&quot;&gt;&lt;m_msothmcolidx val=&quot;0&quot;/&gt;&lt;m_rgb r=&quot;06&quot; g=&quot;89&quot; b=&quot;41&quot;/&gt;&lt;/elem&gt;&lt;elem m_fUsage=&quot;6.53017654590569485151E-01&quot;&gt;&lt;m_msothmcolidx val=&quot;0&quot;/&gt;&lt;m_rgb r=&quot;F6&quot; g=&quot;A6&quot; b=&quot;0E&quot;/&gt;&lt;/elem&gt;&lt;elem m_fUsage=&quot;6.28391535296999315108E-01&quot;&gt;&lt;m_msothmcolidx val=&quot;0&quot;/&gt;&lt;m_rgb r=&quot;FE&quot; g=&quot;D7&quot; b=&quot;4A&quot;/&gt;&lt;/elem&gt;&lt;elem m_fUsage=&quot;1.09418989131512434110E-01&quot;&gt;&lt;m_msothmcolidx val=&quot;0&quot;/&gt;&lt;m_rgb r=&quot;FE&quot; g=&quot;C5&quot; b=&quot;47&quot;/&gt;&lt;/elem&gt;&lt;/m_vecMRU&gt;&lt;/m_mruColor&gt;&lt;m_eweekdayFirstOfWeek val=&quot;2&quot;/&gt;&lt;m_eweekdayFirstOfWorkweek val=&quot;2&quot;/&gt;&lt;m_eweekdayFirstOfWeekend val=&quot;7&quot;/&gt;&lt;/CPresentation&gt;&lt;/root&gt;"/>
  <p:tag name="THINKCELLUNDODONOTDELETE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6PP9o03JULWlGO5nXoWfGQ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1_NTT DATA EMEAL">
  <a:themeElements>
    <a:clrScheme name="NTT DATA EMEAL">
      <a:dk1>
        <a:srgbClr val="000000"/>
      </a:dk1>
      <a:lt1>
        <a:srgbClr val="FFFFFF"/>
      </a:lt1>
      <a:dk2>
        <a:srgbClr val="000000"/>
      </a:dk2>
      <a:lt2>
        <a:srgbClr val="D5DDF0"/>
      </a:lt2>
      <a:accent1>
        <a:srgbClr val="6785C1"/>
      </a:accent1>
      <a:accent2>
        <a:srgbClr val="070F26"/>
      </a:accent2>
      <a:accent3>
        <a:srgbClr val="0080B1"/>
      </a:accent3>
      <a:accent4>
        <a:srgbClr val="E6B600"/>
      </a:accent4>
      <a:accent5>
        <a:srgbClr val="BC4328"/>
      </a:accent5>
      <a:accent6>
        <a:srgbClr val="D5DDF0"/>
      </a:accent6>
      <a:hlink>
        <a:srgbClr val="6785C1"/>
      </a:hlink>
      <a:folHlink>
        <a:srgbClr val="070F26"/>
      </a:folHlink>
    </a:clrScheme>
    <a:fontScheme name="NTT DATA EMEAL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lIns="108000" tIns="72000" rIns="108000" bIns="72000" rtlCol="0" anchor="ctr"/>
      <a:lstStyle>
        <a:defPPr algn="ctr">
          <a:lnSpc>
            <a:spcPct val="110000"/>
          </a:lnSpc>
          <a:spcBef>
            <a:spcPts val="600"/>
          </a:spcBef>
          <a:defRPr dirty="0" err="1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chemeClr val="accent2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lnSpc>
            <a:spcPct val="110000"/>
          </a:lnSpc>
          <a:spcBef>
            <a:spcPts val="600"/>
          </a:spcBef>
          <a:defRPr dirty="0" smtClean="0"/>
        </a:defPPr>
      </a:lstStyle>
    </a:txDef>
  </a:objectDefaults>
  <a:extraClrSchemeLst/>
  <a:custClrLst>
    <a:custClr name="Orange">
      <a:srgbClr val="D76B00"/>
    </a:custClr>
    <a:custClr name="Purple">
      <a:srgbClr val="8246AF"/>
    </a:custClr>
    <a:custClr name="Green">
      <a:srgbClr val="00B176"/>
    </a:custClr>
    <a:custClr name="Silver">
      <a:srgbClr val="C6C8CA"/>
    </a:custClr>
    <a:custClr name="Human Blue 60">
      <a:srgbClr val="8FACD9"/>
    </a:custClr>
    <a:custClr name="Smart Navy 60">
      <a:srgbClr val="1D264D"/>
    </a:custClr>
    <a:custClr>
      <a:srgbClr val="FFFFFF"/>
    </a:custClr>
    <a:custClr>
      <a:srgbClr val="FFFFFF"/>
    </a:custClr>
    <a:custClr>
      <a:srgbClr val="FFFFFF"/>
    </a:custClr>
    <a:custClr>
      <a:srgbClr val="FFFFFF"/>
    </a:custClr>
    <a:custClr>
      <a:srgbClr val="FFFFFF"/>
    </a:custClr>
    <a:custClr>
      <a:srgbClr val="FFFFFF"/>
    </a:custClr>
    <a:custClr>
      <a:srgbClr val="FFFFFF"/>
    </a:custClr>
    <a:custClr>
      <a:srgbClr val="FFFFFF"/>
    </a:custClr>
    <a:custClr name="Human Blue 40">
      <a:srgbClr val="B1C4E4"/>
    </a:custClr>
    <a:custClr name="Smart Navy 50">
      <a:srgbClr val="3B486F"/>
    </a:custClr>
    <a:custClr>
      <a:srgbClr val="FFFFFF"/>
    </a:custClr>
    <a:custClr>
      <a:srgbClr val="FFFFFF"/>
    </a:custClr>
    <a:custClr>
      <a:srgbClr val="FFFFFF"/>
    </a:custClr>
    <a:custClr>
      <a:srgbClr val="FFFFFF"/>
    </a:custClr>
    <a:custClr>
      <a:srgbClr val="FFFFFF"/>
    </a:custClr>
    <a:custClr>
      <a:srgbClr val="FFFFFF"/>
    </a:custClr>
    <a:custClr>
      <a:srgbClr val="FFFFFF"/>
    </a:custClr>
    <a:custClr>
      <a:srgbClr val="FFFFFF"/>
    </a:custClr>
    <a:custClr name="Human Blue 20">
      <a:srgbClr val="E1E7F3"/>
    </a:custClr>
    <a:custClr name="Smart Navy 40">
      <a:srgbClr val="667493"/>
    </a:custClr>
    <a:custClr>
      <a:srgbClr val="FFFFFF"/>
    </a:custClr>
    <a:custClr>
      <a:srgbClr val="FFFFFF"/>
    </a:custClr>
    <a:custClr>
      <a:srgbClr val="FFFFFF"/>
    </a:custClr>
    <a:custClr>
      <a:srgbClr val="FFFFFF"/>
    </a:custClr>
    <a:custClr>
      <a:srgbClr val="FFFFFF"/>
    </a:custClr>
    <a:custClr>
      <a:srgbClr val="FFFFFF"/>
    </a:custClr>
    <a:custClr>
      <a:srgbClr val="FFFFFF"/>
    </a:custClr>
    <a:custClr>
      <a:srgbClr val="FFFFFF"/>
    </a:custClr>
    <a:custClr>
      <a:srgbClr val="FFFFFF"/>
    </a:custClr>
    <a:custClr name="Smart Navy 30">
      <a:srgbClr val="A0A9C1"/>
    </a:custClr>
    <a:custClr>
      <a:srgbClr val="FFFFFF"/>
    </a:custClr>
    <a:custClr>
      <a:srgbClr val="FFFFFF"/>
    </a:custClr>
    <a:custClr>
      <a:srgbClr val="FFFFFF"/>
    </a:custClr>
    <a:custClr>
      <a:srgbClr val="FFFFFF"/>
    </a:custClr>
    <a:custClr>
      <a:srgbClr val="FFFFFF"/>
    </a:custClr>
    <a:custClr>
      <a:srgbClr val="FFFFFF"/>
    </a:custClr>
    <a:custClr>
      <a:srgbClr val="FFFFFF"/>
    </a:custClr>
    <a:custClr>
      <a:srgbClr val="FFFFFF"/>
    </a:custClr>
    <a:custClr>
      <a:srgbClr val="FFFFFF"/>
    </a:custClr>
    <a:custClr name="Smart Navy 20">
      <a:srgbClr val="D5DDEB"/>
    </a:custClr>
    <a:custClr>
      <a:srgbClr val="FFFFFF"/>
    </a:custClr>
    <a:custClr>
      <a:srgbClr val="FFFFFF"/>
    </a:custClr>
    <a:custClr>
      <a:srgbClr val="FFFFFF"/>
    </a:custClr>
    <a:custClr>
      <a:srgbClr val="FFFFFF"/>
    </a:custClr>
  </a:custClrLst>
  <a:extLst>
    <a:ext uri="{05A4C25C-085E-4340-85A3-A5531E510DB2}">
      <thm15:themeFamily xmlns:thm15="http://schemas.microsoft.com/office/thememl/2012/main" name="NTT DATA_PPT template_small" id="{98097D8B-866D-4AFF-BF38-7DD5A6B5B8ED}" vid="{2C25164B-8894-458B-9CB2-FA03D03517E7}"/>
    </a:ext>
  </a:extLst>
</a:theme>
</file>

<file path=ppt/theme/theme2.xml><?xml version="1.0" encoding="utf-8"?>
<a:theme xmlns:a="http://schemas.openxmlformats.org/drawingml/2006/main" name="NTT DATA DARK ">
  <a:themeElements>
    <a:clrScheme name="NTT DATA 23">
      <a:dk1>
        <a:srgbClr val="000000"/>
      </a:dk1>
      <a:lt1>
        <a:srgbClr val="FFFFFF"/>
      </a:lt1>
      <a:dk2>
        <a:srgbClr val="2E404D"/>
      </a:dk2>
      <a:lt2>
        <a:srgbClr val="19A3FC"/>
      </a:lt2>
      <a:accent1>
        <a:srgbClr val="070F26"/>
      </a:accent1>
      <a:accent2>
        <a:srgbClr val="0072BC"/>
      </a:accent2>
      <a:accent3>
        <a:srgbClr val="005B96"/>
      </a:accent3>
      <a:accent4>
        <a:srgbClr val="00DFED"/>
      </a:accent4>
      <a:accent5>
        <a:srgbClr val="00CB5D"/>
      </a:accent5>
      <a:accent6>
        <a:srgbClr val="7F7F7F"/>
      </a:accent6>
      <a:hlink>
        <a:srgbClr val="19A3FC"/>
      </a:hlink>
      <a:folHlink>
        <a:srgbClr val="0072BC"/>
      </a:folHlink>
    </a:clrScheme>
    <a:fontScheme name="NTT_Arial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2"/>
        </a:solidFill>
        <a:ln w="9525">
          <a:solidFill>
            <a:schemeClr val="accent2"/>
          </a:solidFill>
        </a:ln>
      </a:spPr>
      <a:bodyPr lIns="108000" tIns="72000" rIns="108000" bIns="72000" rtlCol="0" anchor="ctr"/>
      <a:lstStyle>
        <a:defPPr algn="ctr">
          <a:lnSpc>
            <a:spcPct val="110000"/>
          </a:lnSpc>
          <a:spcBef>
            <a:spcPts val="600"/>
          </a:spcBef>
          <a:defRPr sz="2000" dirty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/>
      <a:bodyPr vert="horz" lIns="0" tIns="0" rIns="0" bIns="0" rtlCol="0">
        <a:noAutofit/>
      </a:bodyPr>
      <a:lstStyle>
        <a:defPPr algn="l">
          <a:defRPr dirty="0"/>
        </a:defPPr>
      </a:lstStyle>
    </a:txDef>
  </a:objectDefaults>
  <a:extraClrSchemeLst/>
  <a:custClrLst>
    <a:custClr name="Yellow">
      <a:srgbClr val="FFC400"/>
    </a:custClr>
    <a:custClr name="Orange">
      <a:srgbClr val="FF7A00"/>
    </a:custClr>
    <a:custClr name="Orange 100">
      <a:srgbClr val="E42600"/>
    </a:custClr>
    <a:custClr name="Orange 150">
      <a:srgbClr val="B22000"/>
    </a:custClr>
  </a:custClrLst>
  <a:extLst>
    <a:ext uri="{05A4C25C-085E-4340-85A3-A5531E510DB2}">
      <thm15:themeFamily xmlns:thm15="http://schemas.microsoft.com/office/thememl/2012/main" name="NTT DATA Global template" id="{FC089707-98A7-4F06-8FFC-C2077F8D6AD0}" vid="{0A14853D-B10E-493F-A8FA-788633399261}"/>
    </a:ext>
  </a:extLst>
</a:theme>
</file>

<file path=ppt/theme/theme3.xml><?xml version="1.0" encoding="utf-8"?>
<a:theme xmlns:a="http://schemas.openxmlformats.org/drawingml/2006/main" name="1_NTT DATA DARK ">
  <a:themeElements>
    <a:clrScheme name="NTT DATA 23">
      <a:dk1>
        <a:srgbClr val="000000"/>
      </a:dk1>
      <a:lt1>
        <a:srgbClr val="FFFFFF"/>
      </a:lt1>
      <a:dk2>
        <a:srgbClr val="2E404D"/>
      </a:dk2>
      <a:lt2>
        <a:srgbClr val="19A3FC"/>
      </a:lt2>
      <a:accent1>
        <a:srgbClr val="070F26"/>
      </a:accent1>
      <a:accent2>
        <a:srgbClr val="0072BC"/>
      </a:accent2>
      <a:accent3>
        <a:srgbClr val="005B96"/>
      </a:accent3>
      <a:accent4>
        <a:srgbClr val="00DFED"/>
      </a:accent4>
      <a:accent5>
        <a:srgbClr val="00CB5D"/>
      </a:accent5>
      <a:accent6>
        <a:srgbClr val="7F7F7F"/>
      </a:accent6>
      <a:hlink>
        <a:srgbClr val="19A3FC"/>
      </a:hlink>
      <a:folHlink>
        <a:srgbClr val="0072BC"/>
      </a:folHlink>
    </a:clrScheme>
    <a:fontScheme name="NTT_Arial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2"/>
        </a:solidFill>
        <a:ln w="9525">
          <a:solidFill>
            <a:schemeClr val="accent2"/>
          </a:solidFill>
        </a:ln>
      </a:spPr>
      <a:bodyPr lIns="108000" tIns="72000" rIns="108000" bIns="72000" rtlCol="0" anchor="ctr"/>
      <a:lstStyle>
        <a:defPPr algn="ctr">
          <a:lnSpc>
            <a:spcPct val="110000"/>
          </a:lnSpc>
          <a:spcBef>
            <a:spcPts val="600"/>
          </a:spcBef>
          <a:defRPr sz="2000" dirty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/>
      <a:bodyPr vert="horz" lIns="0" tIns="0" rIns="0" bIns="0" rtlCol="0">
        <a:noAutofit/>
      </a:bodyPr>
      <a:lstStyle>
        <a:defPPr algn="l">
          <a:defRPr dirty="0"/>
        </a:defPPr>
      </a:lstStyle>
    </a:txDef>
  </a:objectDefaults>
  <a:extraClrSchemeLst/>
  <a:custClrLst>
    <a:custClr name="Yellow">
      <a:srgbClr val="FFC400"/>
    </a:custClr>
    <a:custClr name="Orange">
      <a:srgbClr val="FF7A00"/>
    </a:custClr>
    <a:custClr name="Orange 100">
      <a:srgbClr val="E42600"/>
    </a:custClr>
    <a:custClr name="Orange 150">
      <a:srgbClr val="B22000"/>
    </a:custClr>
  </a:custClrLst>
  <a:extLst>
    <a:ext uri="{05A4C25C-085E-4340-85A3-A5531E510DB2}">
      <thm15:themeFamily xmlns:thm15="http://schemas.microsoft.com/office/thememl/2012/main" name="NTT DATA Global template" id="{FC089707-98A7-4F06-8FFC-C2077F8D6AD0}" vid="{0A14853D-B10E-493F-A8FA-788633399261}"/>
    </a:ext>
  </a:extLst>
</a:theme>
</file>

<file path=ppt/theme/theme4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946C8BBA24117348A2DC7B7D80EC38E8" ma:contentTypeVersion="15" ma:contentTypeDescription="Create a new document." ma:contentTypeScope="" ma:versionID="72f73359423c59463bf99a13f449cbd9">
  <xsd:schema xmlns:xsd="http://www.w3.org/2001/XMLSchema" xmlns:xs="http://www.w3.org/2001/XMLSchema" xmlns:p="http://schemas.microsoft.com/office/2006/metadata/properties" xmlns:ns2="868d6c58-a729-4647-a7b1-f6bfc2bac5cb" xmlns:ns3="102e8190-a7af-489d-82e1-d07cf18db675" targetNamespace="http://schemas.microsoft.com/office/2006/metadata/properties" ma:root="true" ma:fieldsID="4e38adbf9aaa3db07ff2f628799b9295" ns2:_="" ns3:_="">
    <xsd:import namespace="868d6c58-a729-4647-a7b1-f6bfc2bac5cb"/>
    <xsd:import namespace="102e8190-a7af-489d-82e1-d07cf18db67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MediaServiceDateTaken" minOccurs="0"/>
                <xsd:element ref="ns2:lcf76f155ced4ddcb4097134ff3c332f" minOccurs="0"/>
                <xsd:element ref="ns3:SharedWithUsers" minOccurs="0"/>
                <xsd:element ref="ns3:SharedWithDetails" minOccurs="0"/>
                <xsd:element ref="ns2:MediaServiceOCR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68d6c58-a729-4647-a7b1-f6bfc2bac5cb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4" nillable="true" ma:displayName="MediaLengthInSeconds" ma:hidden="true" ma:internalName="MediaLengthInSeconds" ma:readOnly="true">
      <xsd:simpleType>
        <xsd:restriction base="dms:Unknown"/>
      </xsd:simpleType>
    </xsd:element>
    <xsd:element name="MediaServiceDateTaken" ma:index="15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7" nillable="true" ma:taxonomy="true" ma:internalName="lcf76f155ced4ddcb4097134ff3c332f" ma:taxonomyFieldName="MediaServiceImageTags" ma:displayName="Image Tags" ma:readOnly="false" ma:fieldId="{5cf76f15-5ced-4ddc-b409-7134ff3c332f}" ma:taxonomyMulti="true" ma:sspId="d85e823d-31db-440c-980d-283f89df7c2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2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BillingMetadata" ma:index="21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02e8190-a7af-489d-82e1-d07cf18db675" elementFormDefault="qualified">
    <xsd:import namespace="http://schemas.microsoft.com/office/2006/documentManagement/types"/>
    <xsd:import namespace="http://schemas.microsoft.com/office/infopath/2007/PartnerControls"/>
    <xsd:element name="SharedWithUsers" ma:index="1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9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868d6c58-a729-4647-a7b1-f6bfc2bac5cb">
      <Terms xmlns="http://schemas.microsoft.com/office/infopath/2007/PartnerControls"/>
    </lcf76f155ced4ddcb4097134ff3c332f>
    <SharedWithUsers xmlns="102e8190-a7af-489d-82e1-d07cf18db675">
      <UserInfo>
        <DisplayName>Gonzalo Maria Perez-Seoane Torres-Cabrera</DisplayName>
        <AccountId>146</AccountId>
        <AccountType/>
      </UserInfo>
    </SharedWithUsers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E356C993-BA05-456E-94D3-10B879017491}">
  <ds:schemaRefs>
    <ds:schemaRef ds:uri="102e8190-a7af-489d-82e1-d07cf18db675"/>
    <ds:schemaRef ds:uri="868d6c58-a729-4647-a7b1-f6bfc2bac5cb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0/xmlns/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3840E87D-25BE-4E35-B215-DC86C0D238B0}">
  <ds:schemaRefs>
    <ds:schemaRef ds:uri="102e8190-a7af-489d-82e1-d07cf18db675"/>
    <ds:schemaRef ds:uri="868d6c58-a729-4647-a7b1-f6bfc2bac5cb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3F8A2A3B-241E-4E52-BE57-FD0F15F2166D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3048dc87-43f0-4100-9acb-ae1971c79395}" enabled="0" method="" siteId="{3048dc87-43f0-4100-9acb-ae1971c79395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Microsoft Office PowerPoint</Application>
  <PresentationFormat>Widescreen</PresentationFormat>
  <Slides>48</Slides>
  <Notes>0</Notes>
  <HiddenSlides>6</HiddenSlides>
  <ScaleCrop>false</ScaleCrop>
  <HeadingPairs>
    <vt:vector size="4" baseType="variant">
      <vt:variant>
        <vt:lpstr>Theme</vt:lpstr>
      </vt:variant>
      <vt:variant>
        <vt:i4>3</vt:i4>
      </vt:variant>
      <vt:variant>
        <vt:lpstr>Slide Titles</vt:lpstr>
      </vt:variant>
      <vt:variant>
        <vt:i4>48</vt:i4>
      </vt:variant>
    </vt:vector>
  </HeadingPairs>
  <TitlesOfParts>
    <vt:vector size="51" baseType="lpstr">
      <vt:lpstr>1_NTT DATA EMEAL</vt:lpstr>
      <vt:lpstr>NTT DATA DARK </vt:lpstr>
      <vt:lpstr>1_NTT DATA DARK </vt:lpstr>
      <vt:lpstr>Minería de Procesos con Celonis</vt:lpstr>
      <vt:lpstr>Agenda</vt:lpstr>
      <vt:lpstr>01</vt:lpstr>
      <vt:lpstr>Qué veremos en este bloque</vt:lpstr>
      <vt:lpstr>La complejidad genera ineficiencias ocultas</vt:lpstr>
      <vt:lpstr>Diferencias entre el proceso diseñado y el AS-IS</vt:lpstr>
      <vt:lpstr>Utilizar Celonis para comprender y optimizar sus procesos</vt:lpstr>
      <vt:lpstr>Plataforma Celonis</vt:lpstr>
      <vt:lpstr>Modalidades de formación</vt:lpstr>
      <vt:lpstr>Qué veremos en este bloque</vt:lpstr>
      <vt:lpstr>Conexión al entorno</vt:lpstr>
      <vt:lpstr>Conexión al entorno</vt:lpstr>
      <vt:lpstr>Qué veremos en este bloque</vt:lpstr>
      <vt:lpstr>Navegación por los cuadros de mando</vt:lpstr>
      <vt:lpstr>Navegación por los cuadros de mando</vt:lpstr>
      <vt:lpstr>Navegación por los cuadros de mando</vt:lpstr>
      <vt:lpstr>Navegación por los cuadros de mando</vt:lpstr>
      <vt:lpstr>Navegación por los cuadros de mando</vt:lpstr>
      <vt:lpstr>Qué veremos en este bloque</vt:lpstr>
      <vt:lpstr>Filtros </vt:lpstr>
      <vt:lpstr>Filtros en componentes</vt:lpstr>
      <vt:lpstr>Filtros en componentes</vt:lpstr>
      <vt:lpstr>Filtros en proceso</vt:lpstr>
      <vt:lpstr>Filtros de proceso</vt:lpstr>
      <vt:lpstr>Filtros</vt:lpstr>
      <vt:lpstr>02</vt:lpstr>
      <vt:lpstr>Caso práctico · Pregunta 1 de 5</vt:lpstr>
      <vt:lpstr>Caso práctico · Solución 1 de 5</vt:lpstr>
      <vt:lpstr>Caso práctico · Pregunta 2 de 5</vt:lpstr>
      <vt:lpstr>Caso práctico · Solución 2 de 5</vt:lpstr>
      <vt:lpstr>Caso práctico · Pregunta 3 de 5</vt:lpstr>
      <vt:lpstr>Caso práctico · Solución 3 de 5</vt:lpstr>
      <vt:lpstr>Caso práctico · Pregunta 4 de 5</vt:lpstr>
      <vt:lpstr>Caso práctico · Solución 4 de 5</vt:lpstr>
      <vt:lpstr>Caso práctico · Pregunta 5 de 5</vt:lpstr>
      <vt:lpstr>Caso práctico · Solución 5 de 5</vt:lpstr>
      <vt:lpstr>Lo que acabáis de hacer</vt:lpstr>
      <vt:lpstr>03</vt:lpstr>
      <vt:lpstr>Gracias.</vt:lpstr>
      <vt:lpstr>Anexo</vt:lpstr>
      <vt:lpstr>Navegación por los cuadros de mando</vt:lpstr>
      <vt:lpstr>Navegación por los cuadros de mando</vt:lpstr>
      <vt:lpstr>PowerPoint Presentation</vt:lpstr>
      <vt:lpstr>Navegación por los cuadros de mando</vt:lpstr>
      <vt:lpstr>Navegación por los cuadros de mando</vt:lpstr>
      <vt:lpstr>Navegación por los cuadros de mando</vt:lpstr>
      <vt:lpstr>Navegación por los cuadros de mando</vt:lpstr>
      <vt:lpstr>Navegación por los cuadros de mando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Raquel Capilla Blázquez</dc:creator>
  <cp:revision>1</cp:revision>
  <cp:lastPrinted>2023-10-10T16:46:42Z</cp:lastPrinted>
  <dcterms:created xsi:type="dcterms:W3CDTF">2021-04-26T09:22:33Z</dcterms:created>
  <dcterms:modified xsi:type="dcterms:W3CDTF">2026-09-14T09:26:36Z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XPowerLiteLastOptimized">
    <vt:lpwstr>879356</vt:lpwstr>
  </property>
  <property fmtid="{D5CDD505-2E9C-101B-9397-08002B2CF9AE}" pid="3" name="NXPowerLiteSettings">
    <vt:lpwstr>C7000400038000</vt:lpwstr>
  </property>
  <property fmtid="{D5CDD505-2E9C-101B-9397-08002B2CF9AE}" pid="4" name="NXPowerLiteVersion">
    <vt:lpwstr>S9.0.3</vt:lpwstr>
  </property>
  <property fmtid="{D5CDD505-2E9C-101B-9397-08002B2CF9AE}" pid="5" name="TogoLocations">
    <vt:lpwstr/>
  </property>
  <property fmtid="{D5CDD505-2E9C-101B-9397-08002B2CF9AE}" pid="6" name="TogoTags">
    <vt:lpwstr/>
  </property>
  <property fmtid="{D5CDD505-2E9C-101B-9397-08002B2CF9AE}" pid="7" name="TogoDepartments">
    <vt:lpwstr/>
  </property>
  <property fmtid="{D5CDD505-2E9C-101B-9397-08002B2CF9AE}" pid="8" name="TogoDocumentsCategory">
    <vt:lpwstr/>
  </property>
  <property fmtid="{D5CDD505-2E9C-101B-9397-08002B2CF9AE}" pid="9" name="TogoDueDate">
    <vt:lpwstr>2099-12-31T00:00:00Z</vt:lpwstr>
  </property>
  <property fmtid="{D5CDD505-2E9C-101B-9397-08002B2CF9AE}" pid="10" name="TogoHighlight">
    <vt:bool>false</vt:bool>
  </property>
  <property fmtid="{D5CDD505-2E9C-101B-9397-08002B2CF9AE}" pid="11" name="n63ae9402be240f1a4937184116f6bcc">
    <vt:lpwstr/>
  </property>
  <property fmtid="{D5CDD505-2E9C-101B-9397-08002B2CF9AE}" pid="12" name="fa99d158c7f14474ab98801009d80b56">
    <vt:lpwstr/>
  </property>
  <property fmtid="{D5CDD505-2E9C-101B-9397-08002B2CF9AE}" pid="13" name="TaxCatchAll">
    <vt:lpwstr/>
  </property>
  <property fmtid="{D5CDD505-2E9C-101B-9397-08002B2CF9AE}" pid="14" name="a01feae194714aa882aedc460c3c0dc2">
    <vt:lpwstr/>
  </property>
  <property fmtid="{D5CDD505-2E9C-101B-9397-08002B2CF9AE}" pid="15" name="gd3a7737cb0047dc8ce44bed1647af23">
    <vt:lpwstr/>
  </property>
  <property fmtid="{D5CDD505-2E9C-101B-9397-08002B2CF9AE}" pid="16" name="MediaServiceImageTags">
    <vt:lpwstr/>
  </property>
  <property fmtid="{D5CDD505-2E9C-101B-9397-08002B2CF9AE}" pid="17" name="ComplianceAssetId">
    <vt:lpwstr/>
  </property>
  <property fmtid="{D5CDD505-2E9C-101B-9397-08002B2CF9AE}" pid="18" name="TriggerFlowInfo">
    <vt:lpwstr/>
  </property>
  <property fmtid="{D5CDD505-2E9C-101B-9397-08002B2CF9AE}" pid="19" name="TemplateUrl">
    <vt:lpwstr/>
  </property>
  <property fmtid="{D5CDD505-2E9C-101B-9397-08002B2CF9AE}" pid="20" name="_ExtendedDescription">
    <vt:lpwstr/>
  </property>
  <property fmtid="{D5CDD505-2E9C-101B-9397-08002B2CF9AE}" pid="21" name="xd_Signature">
    <vt:lpwstr/>
  </property>
  <property fmtid="{D5CDD505-2E9C-101B-9397-08002B2CF9AE}" pid="22" name="xd_ProgID">
    <vt:lpwstr/>
  </property>
  <property fmtid="{D5CDD505-2E9C-101B-9397-08002B2CF9AE}" pid="23" name="Order">
    <vt:r8>662400</vt:r8>
  </property>
  <property fmtid="{D5CDD505-2E9C-101B-9397-08002B2CF9AE}" pid="24" name="SharedWithUsers">
    <vt:lpwstr>146;#Gonzalo Maria Perez-Seoane Torres-Cabrera</vt:lpwstr>
  </property>
  <property fmtid="{D5CDD505-2E9C-101B-9397-08002B2CF9AE}" pid="25" name="ContentTypeId">
    <vt:lpwstr>0x010100946C8BBA24117348A2DC7B7D80EC38E8</vt:lpwstr>
  </property>
</Properties>
</file>